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aveSubsetFonts="1">
  <p:sldMasterIdLst>
    <p:sldMasterId id="2147483690" r:id="rId1"/>
  </p:sldMasterIdLst>
  <p:notesMasterIdLst>
    <p:notesMasterId r:id="rId125"/>
  </p:notesMasterIdLst>
  <p:handoutMasterIdLst>
    <p:handoutMasterId r:id="rId126"/>
  </p:handoutMasterIdLst>
  <p:sldIdLst>
    <p:sldId id="256" r:id="rId2"/>
    <p:sldId id="343" r:id="rId3"/>
    <p:sldId id="412" r:id="rId4"/>
    <p:sldId id="257" r:id="rId5"/>
    <p:sldId id="360" r:id="rId6"/>
    <p:sldId id="361" r:id="rId7"/>
    <p:sldId id="362" r:id="rId8"/>
    <p:sldId id="363" r:id="rId9"/>
    <p:sldId id="364" r:id="rId10"/>
    <p:sldId id="366" r:id="rId11"/>
    <p:sldId id="370" r:id="rId12"/>
    <p:sldId id="358" r:id="rId13"/>
    <p:sldId id="359" r:id="rId14"/>
    <p:sldId id="367" r:id="rId15"/>
    <p:sldId id="368" r:id="rId16"/>
    <p:sldId id="369" r:id="rId17"/>
    <p:sldId id="373" r:id="rId18"/>
    <p:sldId id="374" r:id="rId19"/>
    <p:sldId id="375" r:id="rId20"/>
    <p:sldId id="371" r:id="rId21"/>
    <p:sldId id="372" r:id="rId22"/>
    <p:sldId id="378" r:id="rId23"/>
    <p:sldId id="379" r:id="rId24"/>
    <p:sldId id="380" r:id="rId25"/>
    <p:sldId id="381" r:id="rId26"/>
    <p:sldId id="382" r:id="rId27"/>
    <p:sldId id="383" r:id="rId28"/>
    <p:sldId id="384" r:id="rId29"/>
    <p:sldId id="414" r:id="rId30"/>
    <p:sldId id="415" r:id="rId31"/>
    <p:sldId id="438" r:id="rId32"/>
    <p:sldId id="439" r:id="rId33"/>
    <p:sldId id="441" r:id="rId34"/>
    <p:sldId id="440" r:id="rId35"/>
    <p:sldId id="442" r:id="rId36"/>
    <p:sldId id="443" r:id="rId37"/>
    <p:sldId id="444" r:id="rId38"/>
    <p:sldId id="376" r:id="rId39"/>
    <p:sldId id="377" r:id="rId40"/>
    <p:sldId id="387" r:id="rId41"/>
    <p:sldId id="388" r:id="rId42"/>
    <p:sldId id="385" r:id="rId43"/>
    <p:sldId id="386" r:id="rId44"/>
    <p:sldId id="391" r:id="rId45"/>
    <p:sldId id="401" r:id="rId46"/>
    <p:sldId id="403" r:id="rId47"/>
    <p:sldId id="405" r:id="rId48"/>
    <p:sldId id="404" r:id="rId49"/>
    <p:sldId id="408" r:id="rId50"/>
    <p:sldId id="392" r:id="rId51"/>
    <p:sldId id="394" r:id="rId52"/>
    <p:sldId id="395" r:id="rId53"/>
    <p:sldId id="397" r:id="rId54"/>
    <p:sldId id="398" r:id="rId55"/>
    <p:sldId id="399" r:id="rId56"/>
    <p:sldId id="400" r:id="rId57"/>
    <p:sldId id="409" r:id="rId58"/>
    <p:sldId id="411" r:id="rId59"/>
    <p:sldId id="357" r:id="rId60"/>
    <p:sldId id="413" r:id="rId61"/>
    <p:sldId id="428" r:id="rId62"/>
    <p:sldId id="429" r:id="rId63"/>
    <p:sldId id="389" r:id="rId64"/>
    <p:sldId id="390" r:id="rId65"/>
    <p:sldId id="431" r:id="rId66"/>
    <p:sldId id="432" r:id="rId67"/>
    <p:sldId id="433" r:id="rId68"/>
    <p:sldId id="434" r:id="rId69"/>
    <p:sldId id="435" r:id="rId70"/>
    <p:sldId id="436" r:id="rId71"/>
    <p:sldId id="437" r:id="rId72"/>
    <p:sldId id="416" r:id="rId73"/>
    <p:sldId id="417" r:id="rId74"/>
    <p:sldId id="445" r:id="rId75"/>
    <p:sldId id="446" r:id="rId76"/>
    <p:sldId id="447" r:id="rId77"/>
    <p:sldId id="448" r:id="rId78"/>
    <p:sldId id="418" r:id="rId79"/>
    <p:sldId id="419" r:id="rId80"/>
    <p:sldId id="449" r:id="rId81"/>
    <p:sldId id="450" r:id="rId82"/>
    <p:sldId id="454" r:id="rId83"/>
    <p:sldId id="452" r:id="rId84"/>
    <p:sldId id="456" r:id="rId85"/>
    <p:sldId id="455" r:id="rId86"/>
    <p:sldId id="457" r:id="rId87"/>
    <p:sldId id="422" r:id="rId88"/>
    <p:sldId id="425" r:id="rId89"/>
    <p:sldId id="463" r:id="rId90"/>
    <p:sldId id="462" r:id="rId91"/>
    <p:sldId id="464" r:id="rId92"/>
    <p:sldId id="465" r:id="rId93"/>
    <p:sldId id="466" r:id="rId94"/>
    <p:sldId id="468" r:id="rId95"/>
    <p:sldId id="467" r:id="rId96"/>
    <p:sldId id="469" r:id="rId97"/>
    <p:sldId id="472" r:id="rId98"/>
    <p:sldId id="471" r:id="rId99"/>
    <p:sldId id="473" r:id="rId100"/>
    <p:sldId id="475" r:id="rId101"/>
    <p:sldId id="476" r:id="rId102"/>
    <p:sldId id="474" r:id="rId103"/>
    <p:sldId id="420" r:id="rId104"/>
    <p:sldId id="421" r:id="rId105"/>
    <p:sldId id="458" r:id="rId106"/>
    <p:sldId id="459" r:id="rId107"/>
    <p:sldId id="460" r:id="rId108"/>
    <p:sldId id="461" r:id="rId109"/>
    <p:sldId id="426" r:id="rId110"/>
    <p:sldId id="427" r:id="rId111"/>
    <p:sldId id="477" r:id="rId112"/>
    <p:sldId id="478" r:id="rId113"/>
    <p:sldId id="479" r:id="rId114"/>
    <p:sldId id="480" r:id="rId115"/>
    <p:sldId id="481" r:id="rId116"/>
    <p:sldId id="483" r:id="rId117"/>
    <p:sldId id="484" r:id="rId118"/>
    <p:sldId id="485" r:id="rId119"/>
    <p:sldId id="486" r:id="rId120"/>
    <p:sldId id="487" r:id="rId121"/>
    <p:sldId id="489" r:id="rId122"/>
    <p:sldId id="482" r:id="rId123"/>
    <p:sldId id="490" r:id="rId124"/>
  </p:sldIdLst>
  <p:sldSz cx="9144000" cy="6858000" type="screen4x3"/>
  <p:notesSz cx="70104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4176">
          <p15:clr>
            <a:srgbClr val="A4A3A4"/>
          </p15:clr>
        </p15:guide>
        <p15:guide id="2" orient="horz" pos="763">
          <p15:clr>
            <a:srgbClr val="A4A3A4"/>
          </p15:clr>
        </p15:guide>
        <p15:guide id="3" orient="horz" pos="288">
          <p15:clr>
            <a:srgbClr val="A4A3A4"/>
          </p15:clr>
        </p15:guide>
        <p15:guide id="4" orient="horz" pos="708">
          <p15:clr>
            <a:srgbClr val="A4A3A4"/>
          </p15:clr>
        </p15:guide>
        <p15:guide id="5" pos="240">
          <p15:clr>
            <a:srgbClr val="A4A3A4"/>
          </p15:clr>
        </p15:guide>
        <p15:guide id="6" pos="5035">
          <p15:clr>
            <a:srgbClr val="A4A3A4"/>
          </p15:clr>
        </p15:guide>
        <p15:guide id="7" pos="3437">
          <p15:clr>
            <a:srgbClr val="A4A3A4"/>
          </p15:clr>
        </p15:guide>
        <p15:guide id="8" pos="3495">
          <p15:clr>
            <a:srgbClr val="A4A3A4"/>
          </p15:clr>
        </p15:guide>
        <p15:guide id="9" pos="1825">
          <p15:clr>
            <a:srgbClr val="A4A3A4"/>
          </p15:clr>
        </p15:guide>
        <p15:guide id="10" pos="1882">
          <p15:clr>
            <a:srgbClr val="A4A3A4"/>
          </p15:clr>
        </p15:guide>
        <p15:guide id="11" pos="3399">
          <p15:clr>
            <a:srgbClr val="A4A3A4"/>
          </p15:clr>
        </p15:guide>
        <p15:guide id="12" pos="2122">
          <p15:clr>
            <a:srgbClr val="A4A3A4"/>
          </p15:clr>
        </p15:guide>
        <p15:guide id="13" orient="horz" pos="765">
          <p15:clr>
            <a:srgbClr val="A4A3A4"/>
          </p15:clr>
        </p15:guide>
        <p15:guide id="14" pos="2880">
          <p15:clr>
            <a:srgbClr val="A4A3A4"/>
          </p15:clr>
        </p15:guide>
        <p15:guide id="15" pos="1440">
          <p15:clr>
            <a:srgbClr val="A4A3A4"/>
          </p15:clr>
        </p15:guide>
        <p15:guide id="16" pos="4320">
          <p15:clr>
            <a:srgbClr val="A4A3A4"/>
          </p15:clr>
        </p15:guide>
      </p15:sldGuideLst>
    </p:ext>
    <p:ext uri="{2D200454-40CA-4A62-9FC3-DE9A4176ACB9}">
      <p15:notesGuideLst xmlns:p15="http://schemas.microsoft.com/office/powerpoint/2012/main">
        <p15:guide id="1" orient="horz" pos="3002" userDrawn="1">
          <p15:clr>
            <a:srgbClr val="A4A3A4"/>
          </p15:clr>
        </p15:guide>
        <p15:guide id="2" pos="2282" userDrawn="1">
          <p15:clr>
            <a:srgbClr val="A4A3A4"/>
          </p15:clr>
        </p15:guide>
        <p15:guide id="3" orient="horz" pos="2928" userDrawn="1">
          <p15:clr>
            <a:srgbClr val="A4A3A4"/>
          </p15:clr>
        </p15:guide>
        <p15:guide id="4" pos="2208"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Gregg" initials="G" lastIdx="13" clrIdx="0"/>
  <p:cmAuthor id="1" name="Tatiana" initials="T" lastIdx="13" clrIdx="1"/>
</p:cmAuthorLst>
</file>

<file path=ppt/presProps.xml><?xml version="1.0" encoding="utf-8"?>
<p:presentationPr xmlns:a="http://schemas.openxmlformats.org/drawingml/2006/main" xmlns:r="http://schemas.openxmlformats.org/officeDocument/2006/relationships" xmlns:p="http://schemas.openxmlformats.org/presentationml/2006/main">
  <p:prnPr/>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6600"/>
    <a:srgbClr val="474C55"/>
    <a:srgbClr val="669A91"/>
    <a:srgbClr val="9171A7"/>
    <a:srgbClr val="CCCC00"/>
    <a:srgbClr val="B07750"/>
    <a:srgbClr val="AC545C"/>
    <a:srgbClr val="33CCCC"/>
    <a:srgbClr val="9966FF"/>
    <a:srgbClr val="61687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308" autoAdjust="0"/>
    <p:restoredTop sz="86389" autoAdjust="0"/>
  </p:normalViewPr>
  <p:slideViewPr>
    <p:cSldViewPr snapToGrid="0">
      <p:cViewPr>
        <p:scale>
          <a:sx n="100" d="100"/>
          <a:sy n="100" d="100"/>
        </p:scale>
        <p:origin x="1932" y="-108"/>
      </p:cViewPr>
      <p:guideLst>
        <p:guide orient="horz" pos="4176"/>
        <p:guide orient="horz" pos="763"/>
        <p:guide orient="horz" pos="288"/>
        <p:guide orient="horz" pos="708"/>
        <p:guide pos="240"/>
        <p:guide pos="5035"/>
        <p:guide pos="3437"/>
        <p:guide pos="3495"/>
        <p:guide pos="1825"/>
        <p:guide pos="1882"/>
        <p:guide pos="3399"/>
        <p:guide pos="2122"/>
        <p:guide orient="horz" pos="765"/>
        <p:guide pos="2880"/>
        <p:guide pos="1440"/>
        <p:guide pos="4320"/>
      </p:guideLst>
    </p:cSldViewPr>
  </p:slideViewPr>
  <p:outlineViewPr>
    <p:cViewPr>
      <p:scale>
        <a:sx n="33" d="100"/>
        <a:sy n="33" d="100"/>
      </p:scale>
      <p:origin x="0" y="-8900"/>
    </p:cViewPr>
  </p:outlineViewPr>
  <p:notesTextViewPr>
    <p:cViewPr>
      <p:scale>
        <a:sx n="1" d="1"/>
        <a:sy n="1" d="1"/>
      </p:scale>
      <p:origin x="0" y="0"/>
    </p:cViewPr>
  </p:notesTextViewPr>
  <p:sorterViewPr>
    <p:cViewPr varScale="1">
      <p:scale>
        <a:sx n="1" d="1"/>
        <a:sy n="1" d="1"/>
      </p:scale>
      <p:origin x="0" y="0"/>
    </p:cViewPr>
  </p:sorterViewPr>
  <p:notesViewPr>
    <p:cSldViewPr snapToGrid="0">
      <p:cViewPr>
        <p:scale>
          <a:sx n="100" d="100"/>
          <a:sy n="100" d="100"/>
        </p:scale>
        <p:origin x="3504" y="-480"/>
      </p:cViewPr>
      <p:guideLst>
        <p:guide orient="horz" pos="3002"/>
        <p:guide pos="2282"/>
        <p:guide orient="horz" pos="2928"/>
        <p:guide pos="2208"/>
      </p:guideLst>
    </p:cSldViewPr>
  </p:notes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presProps" Target="presProps.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viewProps" Target="viewProps.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theme" Target="theme/theme1.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notesMaster" Target="notesMasters/notesMaster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tableStyles" Target="tableStyle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handoutMaster" Target="handoutMasters/handout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commentAuthors" Target="commentAuthors.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3037840" cy="464820"/>
          </a:xfrm>
          <a:prstGeom prst="rect">
            <a:avLst/>
          </a:prstGeom>
        </p:spPr>
        <p:txBody>
          <a:bodyPr vert="horz" lIns="93159" tIns="46579" rIns="93159" bIns="46579" rtlCol="0"/>
          <a:lstStyle>
            <a:lvl1pPr algn="l">
              <a:defRPr sz="1200"/>
            </a:lvl1pPr>
          </a:lstStyle>
          <a:p>
            <a:endParaRPr lang="en-US" dirty="0"/>
          </a:p>
        </p:txBody>
      </p:sp>
      <p:sp>
        <p:nvSpPr>
          <p:cNvPr id="3" name="Date Placeholder 2"/>
          <p:cNvSpPr>
            <a:spLocks noGrp="1"/>
          </p:cNvSpPr>
          <p:nvPr>
            <p:ph type="dt" sz="quarter" idx="1"/>
          </p:nvPr>
        </p:nvSpPr>
        <p:spPr>
          <a:xfrm>
            <a:off x="3970938" y="0"/>
            <a:ext cx="3037840" cy="464820"/>
          </a:xfrm>
          <a:prstGeom prst="rect">
            <a:avLst/>
          </a:prstGeom>
        </p:spPr>
        <p:txBody>
          <a:bodyPr vert="horz" lIns="93159" tIns="46579" rIns="93159" bIns="46579" rtlCol="0"/>
          <a:lstStyle>
            <a:lvl1pPr algn="r">
              <a:defRPr sz="1200"/>
            </a:lvl1pPr>
          </a:lstStyle>
          <a:p>
            <a:fld id="{CA869C63-99CE-7C40-A7E9-3930C61B23AB}" type="datetimeFigureOut">
              <a:t>3/5/2026</a:t>
            </a:fld>
            <a:endParaRPr lang="en-US" dirty="0"/>
          </a:p>
        </p:txBody>
      </p:sp>
      <p:sp>
        <p:nvSpPr>
          <p:cNvPr id="4" name="Footer Placeholder 3"/>
          <p:cNvSpPr>
            <a:spLocks noGrp="1"/>
          </p:cNvSpPr>
          <p:nvPr>
            <p:ph type="ftr" sz="quarter" idx="2"/>
          </p:nvPr>
        </p:nvSpPr>
        <p:spPr>
          <a:xfrm>
            <a:off x="1" y="8829965"/>
            <a:ext cx="3037840" cy="464820"/>
          </a:xfrm>
          <a:prstGeom prst="rect">
            <a:avLst/>
          </a:prstGeom>
        </p:spPr>
        <p:txBody>
          <a:bodyPr vert="horz" lIns="93159" tIns="46579" rIns="93159" bIns="46579" rtlCol="0" anchor="b"/>
          <a:lstStyle>
            <a:lvl1pPr algn="l">
              <a:defRPr sz="1200"/>
            </a:lvl1pPr>
          </a:lstStyle>
          <a:p>
            <a:endParaRPr lang="en-US" dirty="0"/>
          </a:p>
        </p:txBody>
      </p:sp>
      <p:sp>
        <p:nvSpPr>
          <p:cNvPr id="5" name="Slide Number Placeholder 4"/>
          <p:cNvSpPr>
            <a:spLocks noGrp="1"/>
          </p:cNvSpPr>
          <p:nvPr>
            <p:ph type="sldNum" sz="quarter" idx="3"/>
          </p:nvPr>
        </p:nvSpPr>
        <p:spPr>
          <a:xfrm>
            <a:off x="3970938" y="8829965"/>
            <a:ext cx="3037840" cy="464820"/>
          </a:xfrm>
          <a:prstGeom prst="rect">
            <a:avLst/>
          </a:prstGeom>
        </p:spPr>
        <p:txBody>
          <a:bodyPr vert="horz" lIns="93159" tIns="46579" rIns="93159" bIns="46579" rtlCol="0" anchor="b"/>
          <a:lstStyle>
            <a:lvl1pPr algn="r">
              <a:defRPr sz="1200"/>
            </a:lvl1pPr>
          </a:lstStyle>
          <a:p>
            <a:fld id="{155B6EDB-6C4A-2346-91D8-76F2620B19F2}" type="slidenum">
              <a:t>‹#›</a:t>
            </a:fld>
            <a:endParaRPr lang="en-US" dirty="0"/>
          </a:p>
        </p:txBody>
      </p:sp>
    </p:spTree>
    <p:extLst>
      <p:ext uri="{BB962C8B-B14F-4D97-AF65-F5344CB8AC3E}">
        <p14:creationId xmlns:p14="http://schemas.microsoft.com/office/powerpoint/2010/main" val="368652477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3037840" cy="464820"/>
          </a:xfrm>
          <a:prstGeom prst="rect">
            <a:avLst/>
          </a:prstGeom>
        </p:spPr>
        <p:txBody>
          <a:bodyPr vert="horz" lIns="93159" tIns="46579" rIns="93159" bIns="46579" rtlCol="0"/>
          <a:lstStyle>
            <a:lvl1pPr algn="l">
              <a:defRPr sz="1200"/>
            </a:lvl1pPr>
          </a:lstStyle>
          <a:p>
            <a:endParaRPr lang="en-US" dirty="0"/>
          </a:p>
        </p:txBody>
      </p:sp>
      <p:sp>
        <p:nvSpPr>
          <p:cNvPr id="3" name="Date Placeholder 2"/>
          <p:cNvSpPr>
            <a:spLocks noGrp="1"/>
          </p:cNvSpPr>
          <p:nvPr>
            <p:ph type="dt" idx="1"/>
          </p:nvPr>
        </p:nvSpPr>
        <p:spPr>
          <a:xfrm>
            <a:off x="3970938" y="0"/>
            <a:ext cx="3037840" cy="464820"/>
          </a:xfrm>
          <a:prstGeom prst="rect">
            <a:avLst/>
          </a:prstGeom>
        </p:spPr>
        <p:txBody>
          <a:bodyPr vert="horz" lIns="93159" tIns="46579" rIns="93159" bIns="46579" rtlCol="0"/>
          <a:lstStyle>
            <a:lvl1pPr algn="r">
              <a:defRPr sz="1200"/>
            </a:lvl1pPr>
          </a:lstStyle>
          <a:p>
            <a:fld id="{E3E59D94-626A-4CE8-9932-5221A04BF234}" type="datetimeFigureOut">
              <a:rPr lang="en-US" smtClean="0"/>
              <a:t>3/5/2026</a:t>
            </a:fld>
            <a:endParaRPr lang="en-US" dirty="0"/>
          </a:p>
        </p:txBody>
      </p:sp>
      <p:sp>
        <p:nvSpPr>
          <p:cNvPr id="4" name="Slide Image Placeholder 3"/>
          <p:cNvSpPr>
            <a:spLocks noGrp="1" noRot="1" noChangeAspect="1"/>
          </p:cNvSpPr>
          <p:nvPr>
            <p:ph type="sldImg" idx="2"/>
          </p:nvPr>
        </p:nvSpPr>
        <p:spPr>
          <a:xfrm>
            <a:off x="1181100" y="696913"/>
            <a:ext cx="4648200" cy="3486150"/>
          </a:xfrm>
          <a:prstGeom prst="rect">
            <a:avLst/>
          </a:prstGeom>
          <a:noFill/>
          <a:ln w="12700">
            <a:solidFill>
              <a:prstClr val="black"/>
            </a:solidFill>
          </a:ln>
        </p:spPr>
        <p:txBody>
          <a:bodyPr vert="horz" lIns="93159" tIns="46579" rIns="93159" bIns="46579" rtlCol="0" anchor="ctr"/>
          <a:lstStyle/>
          <a:p>
            <a:endParaRPr lang="en-US" dirty="0"/>
          </a:p>
        </p:txBody>
      </p:sp>
      <p:sp>
        <p:nvSpPr>
          <p:cNvPr id="5" name="Notes Placeholder 4"/>
          <p:cNvSpPr>
            <a:spLocks noGrp="1"/>
          </p:cNvSpPr>
          <p:nvPr>
            <p:ph type="body" sz="quarter" idx="3"/>
          </p:nvPr>
        </p:nvSpPr>
        <p:spPr>
          <a:xfrm>
            <a:off x="701040" y="4415790"/>
            <a:ext cx="5608320" cy="4183380"/>
          </a:xfrm>
          <a:prstGeom prst="rect">
            <a:avLst/>
          </a:prstGeom>
        </p:spPr>
        <p:txBody>
          <a:bodyPr vert="horz" lIns="93159" tIns="46579" rIns="93159" bIns="46579"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1" y="8829965"/>
            <a:ext cx="3037840" cy="464820"/>
          </a:xfrm>
          <a:prstGeom prst="rect">
            <a:avLst/>
          </a:prstGeom>
        </p:spPr>
        <p:txBody>
          <a:bodyPr vert="horz" lIns="93159" tIns="46579" rIns="93159" bIns="46579" rtlCol="0" anchor="b"/>
          <a:lstStyle>
            <a:lvl1pPr algn="l">
              <a:defRPr sz="1200"/>
            </a:lvl1pPr>
          </a:lstStyle>
          <a:p>
            <a:endParaRPr lang="en-US" dirty="0"/>
          </a:p>
        </p:txBody>
      </p:sp>
      <p:sp>
        <p:nvSpPr>
          <p:cNvPr id="7" name="Slide Number Placeholder 6"/>
          <p:cNvSpPr>
            <a:spLocks noGrp="1"/>
          </p:cNvSpPr>
          <p:nvPr>
            <p:ph type="sldNum" sz="quarter" idx="5"/>
          </p:nvPr>
        </p:nvSpPr>
        <p:spPr>
          <a:xfrm>
            <a:off x="3970938" y="8829965"/>
            <a:ext cx="3037840" cy="464820"/>
          </a:xfrm>
          <a:prstGeom prst="rect">
            <a:avLst/>
          </a:prstGeom>
        </p:spPr>
        <p:txBody>
          <a:bodyPr vert="horz" lIns="93159" tIns="46579" rIns="93159" bIns="46579" rtlCol="0" anchor="b"/>
          <a:lstStyle>
            <a:lvl1pPr algn="r">
              <a:defRPr sz="1200"/>
            </a:lvl1pPr>
          </a:lstStyle>
          <a:p>
            <a:fld id="{043CB7BC-4AFB-4847-AC93-5F4E37C870A2}" type="slidenum">
              <a:rPr lang="en-US" smtClean="0"/>
              <a:t>‹#›</a:t>
            </a:fld>
            <a:endParaRPr lang="en-US" dirty="0"/>
          </a:p>
        </p:txBody>
      </p:sp>
    </p:spTree>
    <p:extLst>
      <p:ext uri="{BB962C8B-B14F-4D97-AF65-F5344CB8AC3E}">
        <p14:creationId xmlns:p14="http://schemas.microsoft.com/office/powerpoint/2010/main" val="1807914074"/>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p:cNvPicPr>
            <a:picLocks noChangeAspect="1"/>
          </p:cNvPicPr>
          <p:nvPr userDrawn="1"/>
        </p:nvPicPr>
        <p:blipFill rotWithShape="1">
          <a:blip r:embed="rId2" cstate="print">
            <a:extLst>
              <a:ext uri="{28A0092B-C50C-407E-A947-70E740481C1C}">
                <a14:useLocalDpi xmlns:a14="http://schemas.microsoft.com/office/drawing/2010/main" val="0"/>
              </a:ext>
            </a:extLst>
          </a:blip>
          <a:srcRect t="33848" b="649"/>
          <a:stretch/>
        </p:blipFill>
        <p:spPr>
          <a:xfrm>
            <a:off x="-1" y="0"/>
            <a:ext cx="9144002" cy="5030078"/>
          </a:xfrm>
          <a:prstGeom prst="rect">
            <a:avLst/>
          </a:prstGeom>
        </p:spPr>
      </p:pic>
      <p:grpSp>
        <p:nvGrpSpPr>
          <p:cNvPr id="27" name="Group 26"/>
          <p:cNvGrpSpPr/>
          <p:nvPr userDrawn="1"/>
        </p:nvGrpSpPr>
        <p:grpSpPr>
          <a:xfrm>
            <a:off x="496176" y="5451818"/>
            <a:ext cx="3105481" cy="975083"/>
            <a:chOff x="2814452" y="4625522"/>
            <a:chExt cx="5459889" cy="1714337"/>
          </a:xfrm>
        </p:grpSpPr>
        <p:sp>
          <p:nvSpPr>
            <p:cNvPr id="9" name="Freeform 6"/>
            <p:cNvSpPr>
              <a:spLocks noEditPoints="1"/>
            </p:cNvSpPr>
            <p:nvPr userDrawn="1"/>
          </p:nvSpPr>
          <p:spPr bwMode="auto">
            <a:xfrm>
              <a:off x="2814452" y="5818063"/>
              <a:ext cx="523694" cy="508514"/>
            </a:xfrm>
            <a:custGeom>
              <a:avLst/>
              <a:gdLst>
                <a:gd name="T0" fmla="*/ 98 w 552"/>
                <a:gd name="T1" fmla="*/ 79 h 536"/>
                <a:gd name="T2" fmla="*/ 98 w 552"/>
                <a:gd name="T3" fmla="*/ 241 h 536"/>
                <a:gd name="T4" fmla="*/ 307 w 552"/>
                <a:gd name="T5" fmla="*/ 241 h 536"/>
                <a:gd name="T6" fmla="*/ 342 w 552"/>
                <a:gd name="T7" fmla="*/ 241 h 536"/>
                <a:gd name="T8" fmla="*/ 374 w 552"/>
                <a:gd name="T9" fmla="*/ 238 h 536"/>
                <a:gd name="T10" fmla="*/ 398 w 552"/>
                <a:gd name="T11" fmla="*/ 231 h 536"/>
                <a:gd name="T12" fmla="*/ 417 w 552"/>
                <a:gd name="T13" fmla="*/ 222 h 536"/>
                <a:gd name="T14" fmla="*/ 431 w 552"/>
                <a:gd name="T15" fmla="*/ 206 h 536"/>
                <a:gd name="T16" fmla="*/ 440 w 552"/>
                <a:gd name="T17" fmla="*/ 187 h 536"/>
                <a:gd name="T18" fmla="*/ 443 w 552"/>
                <a:gd name="T19" fmla="*/ 161 h 536"/>
                <a:gd name="T20" fmla="*/ 440 w 552"/>
                <a:gd name="T21" fmla="*/ 135 h 536"/>
                <a:gd name="T22" fmla="*/ 431 w 552"/>
                <a:gd name="T23" fmla="*/ 114 h 536"/>
                <a:gd name="T24" fmla="*/ 417 w 552"/>
                <a:gd name="T25" fmla="*/ 100 h 536"/>
                <a:gd name="T26" fmla="*/ 398 w 552"/>
                <a:gd name="T27" fmla="*/ 89 h 536"/>
                <a:gd name="T28" fmla="*/ 374 w 552"/>
                <a:gd name="T29" fmla="*/ 84 h 536"/>
                <a:gd name="T30" fmla="*/ 342 w 552"/>
                <a:gd name="T31" fmla="*/ 80 h 536"/>
                <a:gd name="T32" fmla="*/ 307 w 552"/>
                <a:gd name="T33" fmla="*/ 79 h 536"/>
                <a:gd name="T34" fmla="*/ 98 w 552"/>
                <a:gd name="T35" fmla="*/ 79 h 536"/>
                <a:gd name="T36" fmla="*/ 0 w 552"/>
                <a:gd name="T37" fmla="*/ 0 h 536"/>
                <a:gd name="T38" fmla="*/ 323 w 552"/>
                <a:gd name="T39" fmla="*/ 0 h 536"/>
                <a:gd name="T40" fmla="*/ 377 w 552"/>
                <a:gd name="T41" fmla="*/ 2 h 536"/>
                <a:gd name="T42" fmla="*/ 422 w 552"/>
                <a:gd name="T43" fmla="*/ 9 h 536"/>
                <a:gd name="T44" fmla="*/ 461 w 552"/>
                <a:gd name="T45" fmla="*/ 19 h 536"/>
                <a:gd name="T46" fmla="*/ 490 w 552"/>
                <a:gd name="T47" fmla="*/ 37 h 536"/>
                <a:gd name="T48" fmla="*/ 513 w 552"/>
                <a:gd name="T49" fmla="*/ 58 h 536"/>
                <a:gd name="T50" fmla="*/ 529 w 552"/>
                <a:gd name="T51" fmla="*/ 86 h 536"/>
                <a:gd name="T52" fmla="*/ 538 w 552"/>
                <a:gd name="T53" fmla="*/ 119 h 536"/>
                <a:gd name="T54" fmla="*/ 541 w 552"/>
                <a:gd name="T55" fmla="*/ 157 h 536"/>
                <a:gd name="T56" fmla="*/ 538 w 552"/>
                <a:gd name="T57" fmla="*/ 194 h 536"/>
                <a:gd name="T58" fmla="*/ 529 w 552"/>
                <a:gd name="T59" fmla="*/ 225 h 536"/>
                <a:gd name="T60" fmla="*/ 513 w 552"/>
                <a:gd name="T61" fmla="*/ 252 h 536"/>
                <a:gd name="T62" fmla="*/ 494 w 552"/>
                <a:gd name="T63" fmla="*/ 272 h 536"/>
                <a:gd name="T64" fmla="*/ 473 w 552"/>
                <a:gd name="T65" fmla="*/ 290 h 536"/>
                <a:gd name="T66" fmla="*/ 447 w 552"/>
                <a:gd name="T67" fmla="*/ 302 h 536"/>
                <a:gd name="T68" fmla="*/ 421 w 552"/>
                <a:gd name="T69" fmla="*/ 311 h 536"/>
                <a:gd name="T70" fmla="*/ 393 w 552"/>
                <a:gd name="T71" fmla="*/ 314 h 536"/>
                <a:gd name="T72" fmla="*/ 384 w 552"/>
                <a:gd name="T73" fmla="*/ 314 h 536"/>
                <a:gd name="T74" fmla="*/ 552 w 552"/>
                <a:gd name="T75" fmla="*/ 536 h 536"/>
                <a:gd name="T76" fmla="*/ 431 w 552"/>
                <a:gd name="T77" fmla="*/ 536 h 536"/>
                <a:gd name="T78" fmla="*/ 274 w 552"/>
                <a:gd name="T79" fmla="*/ 323 h 536"/>
                <a:gd name="T80" fmla="*/ 274 w 552"/>
                <a:gd name="T81" fmla="*/ 321 h 536"/>
                <a:gd name="T82" fmla="*/ 98 w 552"/>
                <a:gd name="T83" fmla="*/ 321 h 536"/>
                <a:gd name="T84" fmla="*/ 98 w 552"/>
                <a:gd name="T85" fmla="*/ 536 h 536"/>
                <a:gd name="T86" fmla="*/ 0 w 552"/>
                <a:gd name="T87" fmla="*/ 536 h 536"/>
                <a:gd name="T88" fmla="*/ 0 w 552"/>
                <a:gd name="T8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52" h="536">
                  <a:moveTo>
                    <a:pt x="98" y="79"/>
                  </a:moveTo>
                  <a:lnTo>
                    <a:pt x="98" y="241"/>
                  </a:lnTo>
                  <a:lnTo>
                    <a:pt x="307" y="241"/>
                  </a:lnTo>
                  <a:lnTo>
                    <a:pt x="342" y="241"/>
                  </a:lnTo>
                  <a:lnTo>
                    <a:pt x="374" y="238"/>
                  </a:lnTo>
                  <a:lnTo>
                    <a:pt x="398" y="231"/>
                  </a:lnTo>
                  <a:lnTo>
                    <a:pt x="417" y="222"/>
                  </a:lnTo>
                  <a:lnTo>
                    <a:pt x="431" y="206"/>
                  </a:lnTo>
                  <a:lnTo>
                    <a:pt x="440" y="187"/>
                  </a:lnTo>
                  <a:lnTo>
                    <a:pt x="443" y="161"/>
                  </a:lnTo>
                  <a:lnTo>
                    <a:pt x="440" y="135"/>
                  </a:lnTo>
                  <a:lnTo>
                    <a:pt x="431" y="114"/>
                  </a:lnTo>
                  <a:lnTo>
                    <a:pt x="417" y="100"/>
                  </a:lnTo>
                  <a:lnTo>
                    <a:pt x="398" y="89"/>
                  </a:lnTo>
                  <a:lnTo>
                    <a:pt x="374" y="84"/>
                  </a:lnTo>
                  <a:lnTo>
                    <a:pt x="342" y="80"/>
                  </a:lnTo>
                  <a:lnTo>
                    <a:pt x="307" y="79"/>
                  </a:lnTo>
                  <a:lnTo>
                    <a:pt x="98" y="79"/>
                  </a:lnTo>
                  <a:close/>
                  <a:moveTo>
                    <a:pt x="0" y="0"/>
                  </a:moveTo>
                  <a:lnTo>
                    <a:pt x="323" y="0"/>
                  </a:lnTo>
                  <a:lnTo>
                    <a:pt x="377" y="2"/>
                  </a:lnTo>
                  <a:lnTo>
                    <a:pt x="422" y="9"/>
                  </a:lnTo>
                  <a:lnTo>
                    <a:pt x="461" y="19"/>
                  </a:lnTo>
                  <a:lnTo>
                    <a:pt x="490" y="37"/>
                  </a:lnTo>
                  <a:lnTo>
                    <a:pt x="513" y="58"/>
                  </a:lnTo>
                  <a:lnTo>
                    <a:pt x="529" y="86"/>
                  </a:lnTo>
                  <a:lnTo>
                    <a:pt x="538" y="119"/>
                  </a:lnTo>
                  <a:lnTo>
                    <a:pt x="541" y="157"/>
                  </a:lnTo>
                  <a:lnTo>
                    <a:pt x="538" y="194"/>
                  </a:lnTo>
                  <a:lnTo>
                    <a:pt x="529" y="225"/>
                  </a:lnTo>
                  <a:lnTo>
                    <a:pt x="513" y="252"/>
                  </a:lnTo>
                  <a:lnTo>
                    <a:pt x="494" y="272"/>
                  </a:lnTo>
                  <a:lnTo>
                    <a:pt x="473" y="290"/>
                  </a:lnTo>
                  <a:lnTo>
                    <a:pt x="447" y="302"/>
                  </a:lnTo>
                  <a:lnTo>
                    <a:pt x="421" y="311"/>
                  </a:lnTo>
                  <a:lnTo>
                    <a:pt x="393" y="314"/>
                  </a:lnTo>
                  <a:lnTo>
                    <a:pt x="384" y="314"/>
                  </a:lnTo>
                  <a:lnTo>
                    <a:pt x="552" y="536"/>
                  </a:lnTo>
                  <a:lnTo>
                    <a:pt x="431" y="536"/>
                  </a:lnTo>
                  <a:lnTo>
                    <a:pt x="274" y="323"/>
                  </a:lnTo>
                  <a:lnTo>
                    <a:pt x="274" y="321"/>
                  </a:lnTo>
                  <a:lnTo>
                    <a:pt x="98" y="321"/>
                  </a:lnTo>
                  <a:lnTo>
                    <a:pt x="98" y="536"/>
                  </a:lnTo>
                  <a:lnTo>
                    <a:pt x="0" y="536"/>
                  </a:lnTo>
                  <a:lnTo>
                    <a:pt x="0"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 name="Freeform 7"/>
            <p:cNvSpPr>
              <a:spLocks/>
            </p:cNvSpPr>
            <p:nvPr userDrawn="1"/>
          </p:nvSpPr>
          <p:spPr bwMode="auto">
            <a:xfrm>
              <a:off x="3467172" y="5818063"/>
              <a:ext cx="462976" cy="508514"/>
            </a:xfrm>
            <a:custGeom>
              <a:avLst/>
              <a:gdLst>
                <a:gd name="T0" fmla="*/ 0 w 488"/>
                <a:gd name="T1" fmla="*/ 0 h 536"/>
                <a:gd name="T2" fmla="*/ 440 w 488"/>
                <a:gd name="T3" fmla="*/ 0 h 536"/>
                <a:gd name="T4" fmla="*/ 455 w 488"/>
                <a:gd name="T5" fmla="*/ 2 h 536"/>
                <a:gd name="T6" fmla="*/ 467 w 488"/>
                <a:gd name="T7" fmla="*/ 12 h 536"/>
                <a:gd name="T8" fmla="*/ 476 w 488"/>
                <a:gd name="T9" fmla="*/ 25 h 536"/>
                <a:gd name="T10" fmla="*/ 480 w 488"/>
                <a:gd name="T11" fmla="*/ 40 h 536"/>
                <a:gd name="T12" fmla="*/ 476 w 488"/>
                <a:gd name="T13" fmla="*/ 56 h 536"/>
                <a:gd name="T14" fmla="*/ 467 w 488"/>
                <a:gd name="T15" fmla="*/ 70 h 536"/>
                <a:gd name="T16" fmla="*/ 455 w 488"/>
                <a:gd name="T17" fmla="*/ 79 h 536"/>
                <a:gd name="T18" fmla="*/ 440 w 488"/>
                <a:gd name="T19" fmla="*/ 82 h 536"/>
                <a:gd name="T20" fmla="*/ 97 w 488"/>
                <a:gd name="T21" fmla="*/ 82 h 536"/>
                <a:gd name="T22" fmla="*/ 97 w 488"/>
                <a:gd name="T23" fmla="*/ 218 h 536"/>
                <a:gd name="T24" fmla="*/ 354 w 488"/>
                <a:gd name="T25" fmla="*/ 218 h 536"/>
                <a:gd name="T26" fmla="*/ 370 w 488"/>
                <a:gd name="T27" fmla="*/ 222 h 536"/>
                <a:gd name="T28" fmla="*/ 384 w 488"/>
                <a:gd name="T29" fmla="*/ 231 h 536"/>
                <a:gd name="T30" fmla="*/ 392 w 488"/>
                <a:gd name="T31" fmla="*/ 243 h 536"/>
                <a:gd name="T32" fmla="*/ 396 w 488"/>
                <a:gd name="T33" fmla="*/ 259 h 536"/>
                <a:gd name="T34" fmla="*/ 392 w 488"/>
                <a:gd name="T35" fmla="*/ 276 h 536"/>
                <a:gd name="T36" fmla="*/ 384 w 488"/>
                <a:gd name="T37" fmla="*/ 288 h 536"/>
                <a:gd name="T38" fmla="*/ 370 w 488"/>
                <a:gd name="T39" fmla="*/ 297 h 536"/>
                <a:gd name="T40" fmla="*/ 354 w 488"/>
                <a:gd name="T41" fmla="*/ 300 h 536"/>
                <a:gd name="T42" fmla="*/ 97 w 488"/>
                <a:gd name="T43" fmla="*/ 300 h 536"/>
                <a:gd name="T44" fmla="*/ 97 w 488"/>
                <a:gd name="T45" fmla="*/ 454 h 536"/>
                <a:gd name="T46" fmla="*/ 448 w 488"/>
                <a:gd name="T47" fmla="*/ 454 h 536"/>
                <a:gd name="T48" fmla="*/ 464 w 488"/>
                <a:gd name="T49" fmla="*/ 457 h 536"/>
                <a:gd name="T50" fmla="*/ 478 w 488"/>
                <a:gd name="T51" fmla="*/ 466 h 536"/>
                <a:gd name="T52" fmla="*/ 487 w 488"/>
                <a:gd name="T53" fmla="*/ 478 h 536"/>
                <a:gd name="T54" fmla="*/ 488 w 488"/>
                <a:gd name="T55" fmla="*/ 494 h 536"/>
                <a:gd name="T56" fmla="*/ 487 w 488"/>
                <a:gd name="T57" fmla="*/ 512 h 536"/>
                <a:gd name="T58" fmla="*/ 478 w 488"/>
                <a:gd name="T59" fmla="*/ 524 h 536"/>
                <a:gd name="T60" fmla="*/ 464 w 488"/>
                <a:gd name="T61" fmla="*/ 533 h 536"/>
                <a:gd name="T62" fmla="*/ 448 w 488"/>
                <a:gd name="T63" fmla="*/ 536 h 536"/>
                <a:gd name="T64" fmla="*/ 0 w 488"/>
                <a:gd name="T65" fmla="*/ 536 h 536"/>
                <a:gd name="T66" fmla="*/ 0 w 488"/>
                <a:gd name="T6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88" h="536">
                  <a:moveTo>
                    <a:pt x="0" y="0"/>
                  </a:moveTo>
                  <a:lnTo>
                    <a:pt x="440" y="0"/>
                  </a:lnTo>
                  <a:lnTo>
                    <a:pt x="455" y="2"/>
                  </a:lnTo>
                  <a:lnTo>
                    <a:pt x="467" y="12"/>
                  </a:lnTo>
                  <a:lnTo>
                    <a:pt x="476" y="25"/>
                  </a:lnTo>
                  <a:lnTo>
                    <a:pt x="480" y="40"/>
                  </a:lnTo>
                  <a:lnTo>
                    <a:pt x="476" y="56"/>
                  </a:lnTo>
                  <a:lnTo>
                    <a:pt x="467" y="70"/>
                  </a:lnTo>
                  <a:lnTo>
                    <a:pt x="455" y="79"/>
                  </a:lnTo>
                  <a:lnTo>
                    <a:pt x="440" y="82"/>
                  </a:lnTo>
                  <a:lnTo>
                    <a:pt x="97" y="82"/>
                  </a:lnTo>
                  <a:lnTo>
                    <a:pt x="97" y="218"/>
                  </a:lnTo>
                  <a:lnTo>
                    <a:pt x="354" y="218"/>
                  </a:lnTo>
                  <a:lnTo>
                    <a:pt x="370" y="222"/>
                  </a:lnTo>
                  <a:lnTo>
                    <a:pt x="384" y="231"/>
                  </a:lnTo>
                  <a:lnTo>
                    <a:pt x="392" y="243"/>
                  </a:lnTo>
                  <a:lnTo>
                    <a:pt x="396" y="259"/>
                  </a:lnTo>
                  <a:lnTo>
                    <a:pt x="392" y="276"/>
                  </a:lnTo>
                  <a:lnTo>
                    <a:pt x="384" y="288"/>
                  </a:lnTo>
                  <a:lnTo>
                    <a:pt x="370" y="297"/>
                  </a:lnTo>
                  <a:lnTo>
                    <a:pt x="354" y="300"/>
                  </a:lnTo>
                  <a:lnTo>
                    <a:pt x="97" y="300"/>
                  </a:lnTo>
                  <a:lnTo>
                    <a:pt x="97" y="454"/>
                  </a:lnTo>
                  <a:lnTo>
                    <a:pt x="448" y="454"/>
                  </a:lnTo>
                  <a:lnTo>
                    <a:pt x="464" y="457"/>
                  </a:lnTo>
                  <a:lnTo>
                    <a:pt x="478" y="466"/>
                  </a:lnTo>
                  <a:lnTo>
                    <a:pt x="487" y="478"/>
                  </a:lnTo>
                  <a:lnTo>
                    <a:pt x="488" y="494"/>
                  </a:lnTo>
                  <a:lnTo>
                    <a:pt x="487" y="512"/>
                  </a:lnTo>
                  <a:lnTo>
                    <a:pt x="478" y="524"/>
                  </a:lnTo>
                  <a:lnTo>
                    <a:pt x="464" y="533"/>
                  </a:lnTo>
                  <a:lnTo>
                    <a:pt x="448" y="536"/>
                  </a:lnTo>
                  <a:lnTo>
                    <a:pt x="0" y="536"/>
                  </a:lnTo>
                  <a:lnTo>
                    <a:pt x="0"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 name="Freeform 8"/>
            <p:cNvSpPr>
              <a:spLocks/>
            </p:cNvSpPr>
            <p:nvPr userDrawn="1"/>
          </p:nvSpPr>
          <p:spPr bwMode="auto">
            <a:xfrm>
              <a:off x="4041148" y="5818063"/>
              <a:ext cx="541720" cy="508514"/>
            </a:xfrm>
            <a:custGeom>
              <a:avLst/>
              <a:gdLst>
                <a:gd name="T0" fmla="*/ 48 w 571"/>
                <a:gd name="T1" fmla="*/ 0 h 536"/>
                <a:gd name="T2" fmla="*/ 65 w 571"/>
                <a:gd name="T3" fmla="*/ 4 h 536"/>
                <a:gd name="T4" fmla="*/ 79 w 571"/>
                <a:gd name="T5" fmla="*/ 12 h 536"/>
                <a:gd name="T6" fmla="*/ 89 w 571"/>
                <a:gd name="T7" fmla="*/ 26 h 536"/>
                <a:gd name="T8" fmla="*/ 280 w 571"/>
                <a:gd name="T9" fmla="*/ 431 h 536"/>
                <a:gd name="T10" fmla="*/ 285 w 571"/>
                <a:gd name="T11" fmla="*/ 440 h 536"/>
                <a:gd name="T12" fmla="*/ 484 w 571"/>
                <a:gd name="T13" fmla="*/ 26 h 536"/>
                <a:gd name="T14" fmla="*/ 494 w 571"/>
                <a:gd name="T15" fmla="*/ 12 h 536"/>
                <a:gd name="T16" fmla="*/ 508 w 571"/>
                <a:gd name="T17" fmla="*/ 2 h 536"/>
                <a:gd name="T18" fmla="*/ 526 w 571"/>
                <a:gd name="T19" fmla="*/ 0 h 536"/>
                <a:gd name="T20" fmla="*/ 541 w 571"/>
                <a:gd name="T21" fmla="*/ 2 h 536"/>
                <a:gd name="T22" fmla="*/ 554 w 571"/>
                <a:gd name="T23" fmla="*/ 9 h 536"/>
                <a:gd name="T24" fmla="*/ 564 w 571"/>
                <a:gd name="T25" fmla="*/ 21 h 536"/>
                <a:gd name="T26" fmla="*/ 571 w 571"/>
                <a:gd name="T27" fmla="*/ 35 h 536"/>
                <a:gd name="T28" fmla="*/ 571 w 571"/>
                <a:gd name="T29" fmla="*/ 51 h 536"/>
                <a:gd name="T30" fmla="*/ 568 w 571"/>
                <a:gd name="T31" fmla="*/ 67 h 536"/>
                <a:gd name="T32" fmla="*/ 337 w 571"/>
                <a:gd name="T33" fmla="*/ 536 h 536"/>
                <a:gd name="T34" fmla="*/ 233 w 571"/>
                <a:gd name="T35" fmla="*/ 536 h 536"/>
                <a:gd name="T36" fmla="*/ 6 w 571"/>
                <a:gd name="T37" fmla="*/ 67 h 536"/>
                <a:gd name="T38" fmla="*/ 0 w 571"/>
                <a:gd name="T39" fmla="*/ 51 h 536"/>
                <a:gd name="T40" fmla="*/ 2 w 571"/>
                <a:gd name="T41" fmla="*/ 35 h 536"/>
                <a:gd name="T42" fmla="*/ 7 w 571"/>
                <a:gd name="T43" fmla="*/ 21 h 536"/>
                <a:gd name="T44" fmla="*/ 18 w 571"/>
                <a:gd name="T45" fmla="*/ 9 h 536"/>
                <a:gd name="T46" fmla="*/ 32 w 571"/>
                <a:gd name="T47" fmla="*/ 2 h 536"/>
                <a:gd name="T48" fmla="*/ 48 w 571"/>
                <a:gd name="T4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571" h="536">
                  <a:moveTo>
                    <a:pt x="48" y="0"/>
                  </a:moveTo>
                  <a:lnTo>
                    <a:pt x="65" y="4"/>
                  </a:lnTo>
                  <a:lnTo>
                    <a:pt x="79" y="12"/>
                  </a:lnTo>
                  <a:lnTo>
                    <a:pt x="89" y="26"/>
                  </a:lnTo>
                  <a:lnTo>
                    <a:pt x="280" y="431"/>
                  </a:lnTo>
                  <a:lnTo>
                    <a:pt x="285" y="440"/>
                  </a:lnTo>
                  <a:lnTo>
                    <a:pt x="484" y="26"/>
                  </a:lnTo>
                  <a:lnTo>
                    <a:pt x="494" y="12"/>
                  </a:lnTo>
                  <a:lnTo>
                    <a:pt x="508" y="2"/>
                  </a:lnTo>
                  <a:lnTo>
                    <a:pt x="526" y="0"/>
                  </a:lnTo>
                  <a:lnTo>
                    <a:pt x="541" y="2"/>
                  </a:lnTo>
                  <a:lnTo>
                    <a:pt x="554" y="9"/>
                  </a:lnTo>
                  <a:lnTo>
                    <a:pt x="564" y="21"/>
                  </a:lnTo>
                  <a:lnTo>
                    <a:pt x="571" y="35"/>
                  </a:lnTo>
                  <a:lnTo>
                    <a:pt x="571" y="51"/>
                  </a:lnTo>
                  <a:lnTo>
                    <a:pt x="568" y="67"/>
                  </a:lnTo>
                  <a:lnTo>
                    <a:pt x="337" y="536"/>
                  </a:lnTo>
                  <a:lnTo>
                    <a:pt x="233" y="536"/>
                  </a:lnTo>
                  <a:lnTo>
                    <a:pt x="6" y="67"/>
                  </a:lnTo>
                  <a:lnTo>
                    <a:pt x="0" y="51"/>
                  </a:lnTo>
                  <a:lnTo>
                    <a:pt x="2" y="35"/>
                  </a:lnTo>
                  <a:lnTo>
                    <a:pt x="7" y="21"/>
                  </a:lnTo>
                  <a:lnTo>
                    <a:pt x="18" y="9"/>
                  </a:lnTo>
                  <a:lnTo>
                    <a:pt x="32" y="2"/>
                  </a:lnTo>
                  <a:lnTo>
                    <a:pt x="48"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2" name="Freeform 9"/>
            <p:cNvSpPr>
              <a:spLocks noEditPoints="1"/>
            </p:cNvSpPr>
            <p:nvPr userDrawn="1"/>
          </p:nvSpPr>
          <p:spPr bwMode="auto">
            <a:xfrm>
              <a:off x="4582868" y="5818063"/>
              <a:ext cx="608130" cy="508514"/>
            </a:xfrm>
            <a:custGeom>
              <a:avLst/>
              <a:gdLst>
                <a:gd name="T0" fmla="*/ 321 w 641"/>
                <a:gd name="T1" fmla="*/ 70 h 536"/>
                <a:gd name="T2" fmla="*/ 201 w 641"/>
                <a:gd name="T3" fmla="*/ 328 h 536"/>
                <a:gd name="T4" fmla="*/ 443 w 641"/>
                <a:gd name="T5" fmla="*/ 328 h 536"/>
                <a:gd name="T6" fmla="*/ 321 w 641"/>
                <a:gd name="T7" fmla="*/ 70 h 536"/>
                <a:gd name="T8" fmla="*/ 264 w 641"/>
                <a:gd name="T9" fmla="*/ 0 h 536"/>
                <a:gd name="T10" fmla="*/ 381 w 641"/>
                <a:gd name="T11" fmla="*/ 0 h 536"/>
                <a:gd name="T12" fmla="*/ 641 w 641"/>
                <a:gd name="T13" fmla="*/ 536 h 536"/>
                <a:gd name="T14" fmla="*/ 538 w 641"/>
                <a:gd name="T15" fmla="*/ 536 h 536"/>
                <a:gd name="T16" fmla="*/ 482 w 641"/>
                <a:gd name="T17" fmla="*/ 414 h 536"/>
                <a:gd name="T18" fmla="*/ 480 w 641"/>
                <a:gd name="T19" fmla="*/ 410 h 536"/>
                <a:gd name="T20" fmla="*/ 161 w 641"/>
                <a:gd name="T21" fmla="*/ 410 h 536"/>
                <a:gd name="T22" fmla="*/ 103 w 641"/>
                <a:gd name="T23" fmla="*/ 536 h 536"/>
                <a:gd name="T24" fmla="*/ 0 w 641"/>
                <a:gd name="T25" fmla="*/ 536 h 536"/>
                <a:gd name="T26" fmla="*/ 264 w 641"/>
                <a:gd name="T2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41" h="536">
                  <a:moveTo>
                    <a:pt x="321" y="70"/>
                  </a:moveTo>
                  <a:lnTo>
                    <a:pt x="201" y="328"/>
                  </a:lnTo>
                  <a:lnTo>
                    <a:pt x="443" y="328"/>
                  </a:lnTo>
                  <a:lnTo>
                    <a:pt x="321" y="70"/>
                  </a:lnTo>
                  <a:close/>
                  <a:moveTo>
                    <a:pt x="264" y="0"/>
                  </a:moveTo>
                  <a:lnTo>
                    <a:pt x="381" y="0"/>
                  </a:lnTo>
                  <a:lnTo>
                    <a:pt x="641" y="536"/>
                  </a:lnTo>
                  <a:lnTo>
                    <a:pt x="538" y="536"/>
                  </a:lnTo>
                  <a:lnTo>
                    <a:pt x="482" y="414"/>
                  </a:lnTo>
                  <a:lnTo>
                    <a:pt x="480" y="410"/>
                  </a:lnTo>
                  <a:lnTo>
                    <a:pt x="161" y="410"/>
                  </a:lnTo>
                  <a:lnTo>
                    <a:pt x="103" y="536"/>
                  </a:lnTo>
                  <a:lnTo>
                    <a:pt x="0" y="536"/>
                  </a:lnTo>
                  <a:lnTo>
                    <a:pt x="264"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3" name="Freeform 10"/>
            <p:cNvSpPr>
              <a:spLocks/>
            </p:cNvSpPr>
            <p:nvPr userDrawn="1"/>
          </p:nvSpPr>
          <p:spPr bwMode="auto">
            <a:xfrm>
              <a:off x="5169177" y="5818063"/>
              <a:ext cx="555002" cy="508514"/>
            </a:xfrm>
            <a:custGeom>
              <a:avLst/>
              <a:gdLst>
                <a:gd name="T0" fmla="*/ 42 w 585"/>
                <a:gd name="T1" fmla="*/ 0 h 536"/>
                <a:gd name="T2" fmla="*/ 545 w 585"/>
                <a:gd name="T3" fmla="*/ 0 h 536"/>
                <a:gd name="T4" fmla="*/ 560 w 585"/>
                <a:gd name="T5" fmla="*/ 2 h 536"/>
                <a:gd name="T6" fmla="*/ 574 w 585"/>
                <a:gd name="T7" fmla="*/ 12 h 536"/>
                <a:gd name="T8" fmla="*/ 583 w 585"/>
                <a:gd name="T9" fmla="*/ 25 h 536"/>
                <a:gd name="T10" fmla="*/ 585 w 585"/>
                <a:gd name="T11" fmla="*/ 40 h 536"/>
                <a:gd name="T12" fmla="*/ 583 w 585"/>
                <a:gd name="T13" fmla="*/ 56 h 536"/>
                <a:gd name="T14" fmla="*/ 574 w 585"/>
                <a:gd name="T15" fmla="*/ 70 h 536"/>
                <a:gd name="T16" fmla="*/ 560 w 585"/>
                <a:gd name="T17" fmla="*/ 79 h 536"/>
                <a:gd name="T18" fmla="*/ 545 w 585"/>
                <a:gd name="T19" fmla="*/ 82 h 536"/>
                <a:gd name="T20" fmla="*/ 342 w 585"/>
                <a:gd name="T21" fmla="*/ 82 h 536"/>
                <a:gd name="T22" fmla="*/ 342 w 585"/>
                <a:gd name="T23" fmla="*/ 536 h 536"/>
                <a:gd name="T24" fmla="*/ 244 w 585"/>
                <a:gd name="T25" fmla="*/ 536 h 536"/>
                <a:gd name="T26" fmla="*/ 244 w 585"/>
                <a:gd name="T27" fmla="*/ 82 h 536"/>
                <a:gd name="T28" fmla="*/ 42 w 585"/>
                <a:gd name="T29" fmla="*/ 82 h 536"/>
                <a:gd name="T30" fmla="*/ 26 w 585"/>
                <a:gd name="T31" fmla="*/ 79 h 536"/>
                <a:gd name="T32" fmla="*/ 12 w 585"/>
                <a:gd name="T33" fmla="*/ 70 h 536"/>
                <a:gd name="T34" fmla="*/ 4 w 585"/>
                <a:gd name="T35" fmla="*/ 56 h 536"/>
                <a:gd name="T36" fmla="*/ 0 w 585"/>
                <a:gd name="T37" fmla="*/ 40 h 536"/>
                <a:gd name="T38" fmla="*/ 4 w 585"/>
                <a:gd name="T39" fmla="*/ 25 h 536"/>
                <a:gd name="T40" fmla="*/ 12 w 585"/>
                <a:gd name="T41" fmla="*/ 12 h 536"/>
                <a:gd name="T42" fmla="*/ 26 w 585"/>
                <a:gd name="T43" fmla="*/ 2 h 536"/>
                <a:gd name="T44" fmla="*/ 42 w 585"/>
                <a:gd name="T45"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585" h="536">
                  <a:moveTo>
                    <a:pt x="42" y="0"/>
                  </a:moveTo>
                  <a:lnTo>
                    <a:pt x="545" y="0"/>
                  </a:lnTo>
                  <a:lnTo>
                    <a:pt x="560" y="2"/>
                  </a:lnTo>
                  <a:lnTo>
                    <a:pt x="574" y="12"/>
                  </a:lnTo>
                  <a:lnTo>
                    <a:pt x="583" y="25"/>
                  </a:lnTo>
                  <a:lnTo>
                    <a:pt x="585" y="40"/>
                  </a:lnTo>
                  <a:lnTo>
                    <a:pt x="583" y="56"/>
                  </a:lnTo>
                  <a:lnTo>
                    <a:pt x="574" y="70"/>
                  </a:lnTo>
                  <a:lnTo>
                    <a:pt x="560" y="79"/>
                  </a:lnTo>
                  <a:lnTo>
                    <a:pt x="545" y="82"/>
                  </a:lnTo>
                  <a:lnTo>
                    <a:pt x="342" y="82"/>
                  </a:lnTo>
                  <a:lnTo>
                    <a:pt x="342" y="536"/>
                  </a:lnTo>
                  <a:lnTo>
                    <a:pt x="244" y="536"/>
                  </a:lnTo>
                  <a:lnTo>
                    <a:pt x="244" y="82"/>
                  </a:lnTo>
                  <a:lnTo>
                    <a:pt x="42" y="82"/>
                  </a:lnTo>
                  <a:lnTo>
                    <a:pt x="26" y="79"/>
                  </a:lnTo>
                  <a:lnTo>
                    <a:pt x="12" y="70"/>
                  </a:lnTo>
                  <a:lnTo>
                    <a:pt x="4" y="56"/>
                  </a:lnTo>
                  <a:lnTo>
                    <a:pt x="0" y="40"/>
                  </a:lnTo>
                  <a:lnTo>
                    <a:pt x="4" y="25"/>
                  </a:lnTo>
                  <a:lnTo>
                    <a:pt x="12" y="12"/>
                  </a:lnTo>
                  <a:lnTo>
                    <a:pt x="26" y="2"/>
                  </a:lnTo>
                  <a:lnTo>
                    <a:pt x="42"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4" name="Freeform 11"/>
            <p:cNvSpPr>
              <a:spLocks/>
            </p:cNvSpPr>
            <p:nvPr userDrawn="1"/>
          </p:nvSpPr>
          <p:spPr bwMode="auto">
            <a:xfrm>
              <a:off x="5831384" y="5818063"/>
              <a:ext cx="541720" cy="521796"/>
            </a:xfrm>
            <a:custGeom>
              <a:avLst/>
              <a:gdLst>
                <a:gd name="T0" fmla="*/ 49 w 571"/>
                <a:gd name="T1" fmla="*/ 0 h 550"/>
                <a:gd name="T2" fmla="*/ 68 w 571"/>
                <a:gd name="T3" fmla="*/ 4 h 550"/>
                <a:gd name="T4" fmla="*/ 84 w 571"/>
                <a:gd name="T5" fmla="*/ 14 h 550"/>
                <a:gd name="T6" fmla="*/ 94 w 571"/>
                <a:gd name="T7" fmla="*/ 30 h 550"/>
                <a:gd name="T8" fmla="*/ 98 w 571"/>
                <a:gd name="T9" fmla="*/ 49 h 550"/>
                <a:gd name="T10" fmla="*/ 98 w 571"/>
                <a:gd name="T11" fmla="*/ 299 h 550"/>
                <a:gd name="T12" fmla="*/ 98 w 571"/>
                <a:gd name="T13" fmla="*/ 320 h 550"/>
                <a:gd name="T14" fmla="*/ 101 w 571"/>
                <a:gd name="T15" fmla="*/ 342 h 550"/>
                <a:gd name="T16" fmla="*/ 105 w 571"/>
                <a:gd name="T17" fmla="*/ 363 h 550"/>
                <a:gd name="T18" fmla="*/ 112 w 571"/>
                <a:gd name="T19" fmla="*/ 384 h 550"/>
                <a:gd name="T20" fmla="*/ 122 w 571"/>
                <a:gd name="T21" fmla="*/ 403 h 550"/>
                <a:gd name="T22" fmla="*/ 136 w 571"/>
                <a:gd name="T23" fmla="*/ 421 h 550"/>
                <a:gd name="T24" fmla="*/ 156 w 571"/>
                <a:gd name="T25" fmla="*/ 437 h 550"/>
                <a:gd name="T26" fmla="*/ 180 w 571"/>
                <a:gd name="T27" fmla="*/ 449 h 550"/>
                <a:gd name="T28" fmla="*/ 208 w 571"/>
                <a:gd name="T29" fmla="*/ 459 h 550"/>
                <a:gd name="T30" fmla="*/ 245 w 571"/>
                <a:gd name="T31" fmla="*/ 464 h 550"/>
                <a:gd name="T32" fmla="*/ 286 w 571"/>
                <a:gd name="T33" fmla="*/ 466 h 550"/>
                <a:gd name="T34" fmla="*/ 328 w 571"/>
                <a:gd name="T35" fmla="*/ 464 h 550"/>
                <a:gd name="T36" fmla="*/ 363 w 571"/>
                <a:gd name="T37" fmla="*/ 459 h 550"/>
                <a:gd name="T38" fmla="*/ 391 w 571"/>
                <a:gd name="T39" fmla="*/ 449 h 550"/>
                <a:gd name="T40" fmla="*/ 416 w 571"/>
                <a:gd name="T41" fmla="*/ 437 h 550"/>
                <a:gd name="T42" fmla="*/ 435 w 571"/>
                <a:gd name="T43" fmla="*/ 421 h 550"/>
                <a:gd name="T44" fmla="*/ 449 w 571"/>
                <a:gd name="T45" fmla="*/ 403 h 550"/>
                <a:gd name="T46" fmla="*/ 459 w 571"/>
                <a:gd name="T47" fmla="*/ 384 h 550"/>
                <a:gd name="T48" fmla="*/ 466 w 571"/>
                <a:gd name="T49" fmla="*/ 363 h 550"/>
                <a:gd name="T50" fmla="*/ 470 w 571"/>
                <a:gd name="T51" fmla="*/ 342 h 550"/>
                <a:gd name="T52" fmla="*/ 473 w 571"/>
                <a:gd name="T53" fmla="*/ 320 h 550"/>
                <a:gd name="T54" fmla="*/ 473 w 571"/>
                <a:gd name="T55" fmla="*/ 299 h 550"/>
                <a:gd name="T56" fmla="*/ 473 w 571"/>
                <a:gd name="T57" fmla="*/ 49 h 550"/>
                <a:gd name="T58" fmla="*/ 477 w 571"/>
                <a:gd name="T59" fmla="*/ 30 h 550"/>
                <a:gd name="T60" fmla="*/ 487 w 571"/>
                <a:gd name="T61" fmla="*/ 14 h 550"/>
                <a:gd name="T62" fmla="*/ 503 w 571"/>
                <a:gd name="T63" fmla="*/ 4 h 550"/>
                <a:gd name="T64" fmla="*/ 522 w 571"/>
                <a:gd name="T65" fmla="*/ 0 h 550"/>
                <a:gd name="T66" fmla="*/ 541 w 571"/>
                <a:gd name="T67" fmla="*/ 4 h 550"/>
                <a:gd name="T68" fmla="*/ 557 w 571"/>
                <a:gd name="T69" fmla="*/ 14 h 550"/>
                <a:gd name="T70" fmla="*/ 567 w 571"/>
                <a:gd name="T71" fmla="*/ 30 h 550"/>
                <a:gd name="T72" fmla="*/ 571 w 571"/>
                <a:gd name="T73" fmla="*/ 49 h 550"/>
                <a:gd name="T74" fmla="*/ 571 w 571"/>
                <a:gd name="T75" fmla="*/ 306 h 550"/>
                <a:gd name="T76" fmla="*/ 567 w 571"/>
                <a:gd name="T77" fmla="*/ 358 h 550"/>
                <a:gd name="T78" fmla="*/ 557 w 571"/>
                <a:gd name="T79" fmla="*/ 402 h 550"/>
                <a:gd name="T80" fmla="*/ 540 w 571"/>
                <a:gd name="T81" fmla="*/ 442 h 550"/>
                <a:gd name="T82" fmla="*/ 513 w 571"/>
                <a:gd name="T83" fmla="*/ 475 h 550"/>
                <a:gd name="T84" fmla="*/ 482 w 571"/>
                <a:gd name="T85" fmla="*/ 501 h 550"/>
                <a:gd name="T86" fmla="*/ 444 w 571"/>
                <a:gd name="T87" fmla="*/ 522 h 550"/>
                <a:gd name="T88" fmla="*/ 398 w 571"/>
                <a:gd name="T89" fmla="*/ 538 h 550"/>
                <a:gd name="T90" fmla="*/ 346 w 571"/>
                <a:gd name="T91" fmla="*/ 547 h 550"/>
                <a:gd name="T92" fmla="*/ 286 w 571"/>
                <a:gd name="T93" fmla="*/ 550 h 550"/>
                <a:gd name="T94" fmla="*/ 225 w 571"/>
                <a:gd name="T95" fmla="*/ 547 h 550"/>
                <a:gd name="T96" fmla="*/ 173 w 571"/>
                <a:gd name="T97" fmla="*/ 538 h 550"/>
                <a:gd name="T98" fmla="*/ 128 w 571"/>
                <a:gd name="T99" fmla="*/ 522 h 550"/>
                <a:gd name="T100" fmla="*/ 89 w 571"/>
                <a:gd name="T101" fmla="*/ 501 h 550"/>
                <a:gd name="T102" fmla="*/ 58 w 571"/>
                <a:gd name="T103" fmla="*/ 475 h 550"/>
                <a:gd name="T104" fmla="*/ 32 w 571"/>
                <a:gd name="T105" fmla="*/ 442 h 550"/>
                <a:gd name="T106" fmla="*/ 14 w 571"/>
                <a:gd name="T107" fmla="*/ 402 h 550"/>
                <a:gd name="T108" fmla="*/ 4 w 571"/>
                <a:gd name="T109" fmla="*/ 358 h 550"/>
                <a:gd name="T110" fmla="*/ 0 w 571"/>
                <a:gd name="T111" fmla="*/ 306 h 550"/>
                <a:gd name="T112" fmla="*/ 0 w 571"/>
                <a:gd name="T113" fmla="*/ 49 h 550"/>
                <a:gd name="T114" fmla="*/ 4 w 571"/>
                <a:gd name="T115" fmla="*/ 30 h 550"/>
                <a:gd name="T116" fmla="*/ 14 w 571"/>
                <a:gd name="T117" fmla="*/ 14 h 550"/>
                <a:gd name="T118" fmla="*/ 30 w 571"/>
                <a:gd name="T119" fmla="*/ 4 h 550"/>
                <a:gd name="T120" fmla="*/ 49 w 571"/>
                <a:gd name="T121" fmla="*/ 0 h 5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571" h="550">
                  <a:moveTo>
                    <a:pt x="49" y="0"/>
                  </a:moveTo>
                  <a:lnTo>
                    <a:pt x="68" y="4"/>
                  </a:lnTo>
                  <a:lnTo>
                    <a:pt x="84" y="14"/>
                  </a:lnTo>
                  <a:lnTo>
                    <a:pt x="94" y="30"/>
                  </a:lnTo>
                  <a:lnTo>
                    <a:pt x="98" y="49"/>
                  </a:lnTo>
                  <a:lnTo>
                    <a:pt x="98" y="299"/>
                  </a:lnTo>
                  <a:lnTo>
                    <a:pt x="98" y="320"/>
                  </a:lnTo>
                  <a:lnTo>
                    <a:pt x="101" y="342"/>
                  </a:lnTo>
                  <a:lnTo>
                    <a:pt x="105" y="363"/>
                  </a:lnTo>
                  <a:lnTo>
                    <a:pt x="112" y="384"/>
                  </a:lnTo>
                  <a:lnTo>
                    <a:pt x="122" y="403"/>
                  </a:lnTo>
                  <a:lnTo>
                    <a:pt x="136" y="421"/>
                  </a:lnTo>
                  <a:lnTo>
                    <a:pt x="156" y="437"/>
                  </a:lnTo>
                  <a:lnTo>
                    <a:pt x="180" y="449"/>
                  </a:lnTo>
                  <a:lnTo>
                    <a:pt x="208" y="459"/>
                  </a:lnTo>
                  <a:lnTo>
                    <a:pt x="245" y="464"/>
                  </a:lnTo>
                  <a:lnTo>
                    <a:pt x="286" y="466"/>
                  </a:lnTo>
                  <a:lnTo>
                    <a:pt x="328" y="464"/>
                  </a:lnTo>
                  <a:lnTo>
                    <a:pt x="363" y="459"/>
                  </a:lnTo>
                  <a:lnTo>
                    <a:pt x="391" y="449"/>
                  </a:lnTo>
                  <a:lnTo>
                    <a:pt x="416" y="437"/>
                  </a:lnTo>
                  <a:lnTo>
                    <a:pt x="435" y="421"/>
                  </a:lnTo>
                  <a:lnTo>
                    <a:pt x="449" y="403"/>
                  </a:lnTo>
                  <a:lnTo>
                    <a:pt x="459" y="384"/>
                  </a:lnTo>
                  <a:lnTo>
                    <a:pt x="466" y="363"/>
                  </a:lnTo>
                  <a:lnTo>
                    <a:pt x="470" y="342"/>
                  </a:lnTo>
                  <a:lnTo>
                    <a:pt x="473" y="320"/>
                  </a:lnTo>
                  <a:lnTo>
                    <a:pt x="473" y="299"/>
                  </a:lnTo>
                  <a:lnTo>
                    <a:pt x="473" y="49"/>
                  </a:lnTo>
                  <a:lnTo>
                    <a:pt x="477" y="30"/>
                  </a:lnTo>
                  <a:lnTo>
                    <a:pt x="487" y="14"/>
                  </a:lnTo>
                  <a:lnTo>
                    <a:pt x="503" y="4"/>
                  </a:lnTo>
                  <a:lnTo>
                    <a:pt x="522" y="0"/>
                  </a:lnTo>
                  <a:lnTo>
                    <a:pt x="541" y="4"/>
                  </a:lnTo>
                  <a:lnTo>
                    <a:pt x="557" y="14"/>
                  </a:lnTo>
                  <a:lnTo>
                    <a:pt x="567" y="30"/>
                  </a:lnTo>
                  <a:lnTo>
                    <a:pt x="571" y="49"/>
                  </a:lnTo>
                  <a:lnTo>
                    <a:pt x="571" y="306"/>
                  </a:lnTo>
                  <a:lnTo>
                    <a:pt x="567" y="358"/>
                  </a:lnTo>
                  <a:lnTo>
                    <a:pt x="557" y="402"/>
                  </a:lnTo>
                  <a:lnTo>
                    <a:pt x="540" y="442"/>
                  </a:lnTo>
                  <a:lnTo>
                    <a:pt x="513" y="475"/>
                  </a:lnTo>
                  <a:lnTo>
                    <a:pt x="482" y="501"/>
                  </a:lnTo>
                  <a:lnTo>
                    <a:pt x="444" y="522"/>
                  </a:lnTo>
                  <a:lnTo>
                    <a:pt x="398" y="538"/>
                  </a:lnTo>
                  <a:lnTo>
                    <a:pt x="346" y="547"/>
                  </a:lnTo>
                  <a:lnTo>
                    <a:pt x="286" y="550"/>
                  </a:lnTo>
                  <a:lnTo>
                    <a:pt x="225" y="547"/>
                  </a:lnTo>
                  <a:lnTo>
                    <a:pt x="173" y="538"/>
                  </a:lnTo>
                  <a:lnTo>
                    <a:pt x="128" y="522"/>
                  </a:lnTo>
                  <a:lnTo>
                    <a:pt x="89" y="501"/>
                  </a:lnTo>
                  <a:lnTo>
                    <a:pt x="58" y="475"/>
                  </a:lnTo>
                  <a:lnTo>
                    <a:pt x="32" y="442"/>
                  </a:lnTo>
                  <a:lnTo>
                    <a:pt x="14" y="402"/>
                  </a:lnTo>
                  <a:lnTo>
                    <a:pt x="4" y="358"/>
                  </a:lnTo>
                  <a:lnTo>
                    <a:pt x="0" y="306"/>
                  </a:lnTo>
                  <a:lnTo>
                    <a:pt x="0" y="49"/>
                  </a:lnTo>
                  <a:lnTo>
                    <a:pt x="4" y="30"/>
                  </a:lnTo>
                  <a:lnTo>
                    <a:pt x="14" y="14"/>
                  </a:lnTo>
                  <a:lnTo>
                    <a:pt x="30" y="4"/>
                  </a:lnTo>
                  <a:lnTo>
                    <a:pt x="49"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5" name="Freeform 12"/>
            <p:cNvSpPr>
              <a:spLocks noEditPoints="1"/>
            </p:cNvSpPr>
            <p:nvPr userDrawn="1"/>
          </p:nvSpPr>
          <p:spPr bwMode="auto">
            <a:xfrm>
              <a:off x="6530592" y="5818063"/>
              <a:ext cx="521796" cy="508514"/>
            </a:xfrm>
            <a:custGeom>
              <a:avLst/>
              <a:gdLst>
                <a:gd name="T0" fmla="*/ 96 w 550"/>
                <a:gd name="T1" fmla="*/ 79 h 536"/>
                <a:gd name="T2" fmla="*/ 96 w 550"/>
                <a:gd name="T3" fmla="*/ 241 h 536"/>
                <a:gd name="T4" fmla="*/ 307 w 550"/>
                <a:gd name="T5" fmla="*/ 241 h 536"/>
                <a:gd name="T6" fmla="*/ 342 w 550"/>
                <a:gd name="T7" fmla="*/ 241 h 536"/>
                <a:gd name="T8" fmla="*/ 372 w 550"/>
                <a:gd name="T9" fmla="*/ 238 h 536"/>
                <a:gd name="T10" fmla="*/ 398 w 550"/>
                <a:gd name="T11" fmla="*/ 231 h 536"/>
                <a:gd name="T12" fmla="*/ 417 w 550"/>
                <a:gd name="T13" fmla="*/ 222 h 536"/>
                <a:gd name="T14" fmla="*/ 431 w 550"/>
                <a:gd name="T15" fmla="*/ 206 h 536"/>
                <a:gd name="T16" fmla="*/ 440 w 550"/>
                <a:gd name="T17" fmla="*/ 187 h 536"/>
                <a:gd name="T18" fmla="*/ 443 w 550"/>
                <a:gd name="T19" fmla="*/ 161 h 536"/>
                <a:gd name="T20" fmla="*/ 440 w 550"/>
                <a:gd name="T21" fmla="*/ 135 h 536"/>
                <a:gd name="T22" fmla="*/ 431 w 550"/>
                <a:gd name="T23" fmla="*/ 114 h 536"/>
                <a:gd name="T24" fmla="*/ 417 w 550"/>
                <a:gd name="T25" fmla="*/ 100 h 536"/>
                <a:gd name="T26" fmla="*/ 398 w 550"/>
                <a:gd name="T27" fmla="*/ 89 h 536"/>
                <a:gd name="T28" fmla="*/ 372 w 550"/>
                <a:gd name="T29" fmla="*/ 84 h 536"/>
                <a:gd name="T30" fmla="*/ 342 w 550"/>
                <a:gd name="T31" fmla="*/ 80 h 536"/>
                <a:gd name="T32" fmla="*/ 307 w 550"/>
                <a:gd name="T33" fmla="*/ 79 h 536"/>
                <a:gd name="T34" fmla="*/ 96 w 550"/>
                <a:gd name="T35" fmla="*/ 79 h 536"/>
                <a:gd name="T36" fmla="*/ 0 w 550"/>
                <a:gd name="T37" fmla="*/ 0 h 536"/>
                <a:gd name="T38" fmla="*/ 323 w 550"/>
                <a:gd name="T39" fmla="*/ 0 h 536"/>
                <a:gd name="T40" fmla="*/ 377 w 550"/>
                <a:gd name="T41" fmla="*/ 2 h 536"/>
                <a:gd name="T42" fmla="*/ 422 w 550"/>
                <a:gd name="T43" fmla="*/ 9 h 536"/>
                <a:gd name="T44" fmla="*/ 459 w 550"/>
                <a:gd name="T45" fmla="*/ 19 h 536"/>
                <a:gd name="T46" fmla="*/ 489 w 550"/>
                <a:gd name="T47" fmla="*/ 37 h 536"/>
                <a:gd name="T48" fmla="*/ 511 w 550"/>
                <a:gd name="T49" fmla="*/ 58 h 536"/>
                <a:gd name="T50" fmla="*/ 527 w 550"/>
                <a:gd name="T51" fmla="*/ 86 h 536"/>
                <a:gd name="T52" fmla="*/ 537 w 550"/>
                <a:gd name="T53" fmla="*/ 119 h 536"/>
                <a:gd name="T54" fmla="*/ 539 w 550"/>
                <a:gd name="T55" fmla="*/ 157 h 536"/>
                <a:gd name="T56" fmla="*/ 537 w 550"/>
                <a:gd name="T57" fmla="*/ 194 h 536"/>
                <a:gd name="T58" fmla="*/ 527 w 550"/>
                <a:gd name="T59" fmla="*/ 225 h 536"/>
                <a:gd name="T60" fmla="*/ 513 w 550"/>
                <a:gd name="T61" fmla="*/ 252 h 536"/>
                <a:gd name="T62" fmla="*/ 494 w 550"/>
                <a:gd name="T63" fmla="*/ 272 h 536"/>
                <a:gd name="T64" fmla="*/ 471 w 550"/>
                <a:gd name="T65" fmla="*/ 290 h 536"/>
                <a:gd name="T66" fmla="*/ 447 w 550"/>
                <a:gd name="T67" fmla="*/ 302 h 536"/>
                <a:gd name="T68" fmla="*/ 419 w 550"/>
                <a:gd name="T69" fmla="*/ 311 h 536"/>
                <a:gd name="T70" fmla="*/ 393 w 550"/>
                <a:gd name="T71" fmla="*/ 314 h 536"/>
                <a:gd name="T72" fmla="*/ 384 w 550"/>
                <a:gd name="T73" fmla="*/ 314 h 536"/>
                <a:gd name="T74" fmla="*/ 550 w 550"/>
                <a:gd name="T75" fmla="*/ 536 h 536"/>
                <a:gd name="T76" fmla="*/ 431 w 550"/>
                <a:gd name="T77" fmla="*/ 536 h 536"/>
                <a:gd name="T78" fmla="*/ 274 w 550"/>
                <a:gd name="T79" fmla="*/ 323 h 536"/>
                <a:gd name="T80" fmla="*/ 272 w 550"/>
                <a:gd name="T81" fmla="*/ 321 h 536"/>
                <a:gd name="T82" fmla="*/ 96 w 550"/>
                <a:gd name="T83" fmla="*/ 321 h 536"/>
                <a:gd name="T84" fmla="*/ 96 w 550"/>
                <a:gd name="T85" fmla="*/ 536 h 536"/>
                <a:gd name="T86" fmla="*/ 0 w 550"/>
                <a:gd name="T87" fmla="*/ 536 h 536"/>
                <a:gd name="T88" fmla="*/ 0 w 550"/>
                <a:gd name="T8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50" h="536">
                  <a:moveTo>
                    <a:pt x="96" y="79"/>
                  </a:moveTo>
                  <a:lnTo>
                    <a:pt x="96" y="241"/>
                  </a:lnTo>
                  <a:lnTo>
                    <a:pt x="307" y="241"/>
                  </a:lnTo>
                  <a:lnTo>
                    <a:pt x="342" y="241"/>
                  </a:lnTo>
                  <a:lnTo>
                    <a:pt x="372" y="238"/>
                  </a:lnTo>
                  <a:lnTo>
                    <a:pt x="398" y="231"/>
                  </a:lnTo>
                  <a:lnTo>
                    <a:pt x="417" y="222"/>
                  </a:lnTo>
                  <a:lnTo>
                    <a:pt x="431" y="206"/>
                  </a:lnTo>
                  <a:lnTo>
                    <a:pt x="440" y="187"/>
                  </a:lnTo>
                  <a:lnTo>
                    <a:pt x="443" y="161"/>
                  </a:lnTo>
                  <a:lnTo>
                    <a:pt x="440" y="135"/>
                  </a:lnTo>
                  <a:lnTo>
                    <a:pt x="431" y="114"/>
                  </a:lnTo>
                  <a:lnTo>
                    <a:pt x="417" y="100"/>
                  </a:lnTo>
                  <a:lnTo>
                    <a:pt x="398" y="89"/>
                  </a:lnTo>
                  <a:lnTo>
                    <a:pt x="372" y="84"/>
                  </a:lnTo>
                  <a:lnTo>
                    <a:pt x="342" y="80"/>
                  </a:lnTo>
                  <a:lnTo>
                    <a:pt x="307" y="79"/>
                  </a:lnTo>
                  <a:lnTo>
                    <a:pt x="96" y="79"/>
                  </a:lnTo>
                  <a:close/>
                  <a:moveTo>
                    <a:pt x="0" y="0"/>
                  </a:moveTo>
                  <a:lnTo>
                    <a:pt x="323" y="0"/>
                  </a:lnTo>
                  <a:lnTo>
                    <a:pt x="377" y="2"/>
                  </a:lnTo>
                  <a:lnTo>
                    <a:pt x="422" y="9"/>
                  </a:lnTo>
                  <a:lnTo>
                    <a:pt x="459" y="19"/>
                  </a:lnTo>
                  <a:lnTo>
                    <a:pt x="489" y="37"/>
                  </a:lnTo>
                  <a:lnTo>
                    <a:pt x="511" y="58"/>
                  </a:lnTo>
                  <a:lnTo>
                    <a:pt x="527" y="86"/>
                  </a:lnTo>
                  <a:lnTo>
                    <a:pt x="537" y="119"/>
                  </a:lnTo>
                  <a:lnTo>
                    <a:pt x="539" y="157"/>
                  </a:lnTo>
                  <a:lnTo>
                    <a:pt x="537" y="194"/>
                  </a:lnTo>
                  <a:lnTo>
                    <a:pt x="527" y="225"/>
                  </a:lnTo>
                  <a:lnTo>
                    <a:pt x="513" y="252"/>
                  </a:lnTo>
                  <a:lnTo>
                    <a:pt x="494" y="272"/>
                  </a:lnTo>
                  <a:lnTo>
                    <a:pt x="471" y="290"/>
                  </a:lnTo>
                  <a:lnTo>
                    <a:pt x="447" y="302"/>
                  </a:lnTo>
                  <a:lnTo>
                    <a:pt x="419" y="311"/>
                  </a:lnTo>
                  <a:lnTo>
                    <a:pt x="393" y="314"/>
                  </a:lnTo>
                  <a:lnTo>
                    <a:pt x="384" y="314"/>
                  </a:lnTo>
                  <a:lnTo>
                    <a:pt x="550" y="536"/>
                  </a:lnTo>
                  <a:lnTo>
                    <a:pt x="431" y="536"/>
                  </a:lnTo>
                  <a:lnTo>
                    <a:pt x="274" y="323"/>
                  </a:lnTo>
                  <a:lnTo>
                    <a:pt x="272" y="321"/>
                  </a:lnTo>
                  <a:lnTo>
                    <a:pt x="96" y="321"/>
                  </a:lnTo>
                  <a:lnTo>
                    <a:pt x="96" y="536"/>
                  </a:lnTo>
                  <a:lnTo>
                    <a:pt x="0" y="536"/>
                  </a:lnTo>
                  <a:lnTo>
                    <a:pt x="0"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6" name="Freeform 13"/>
            <p:cNvSpPr>
              <a:spLocks/>
            </p:cNvSpPr>
            <p:nvPr userDrawn="1"/>
          </p:nvSpPr>
          <p:spPr bwMode="auto">
            <a:xfrm>
              <a:off x="7183312" y="5818063"/>
              <a:ext cx="462976" cy="508514"/>
            </a:xfrm>
            <a:custGeom>
              <a:avLst/>
              <a:gdLst>
                <a:gd name="T0" fmla="*/ 0 w 488"/>
                <a:gd name="T1" fmla="*/ 0 h 536"/>
                <a:gd name="T2" fmla="*/ 438 w 488"/>
                <a:gd name="T3" fmla="*/ 0 h 536"/>
                <a:gd name="T4" fmla="*/ 453 w 488"/>
                <a:gd name="T5" fmla="*/ 2 h 536"/>
                <a:gd name="T6" fmla="*/ 467 w 488"/>
                <a:gd name="T7" fmla="*/ 12 h 536"/>
                <a:gd name="T8" fmla="*/ 476 w 488"/>
                <a:gd name="T9" fmla="*/ 25 h 536"/>
                <a:gd name="T10" fmla="*/ 480 w 488"/>
                <a:gd name="T11" fmla="*/ 40 h 536"/>
                <a:gd name="T12" fmla="*/ 476 w 488"/>
                <a:gd name="T13" fmla="*/ 56 h 536"/>
                <a:gd name="T14" fmla="*/ 467 w 488"/>
                <a:gd name="T15" fmla="*/ 70 h 536"/>
                <a:gd name="T16" fmla="*/ 453 w 488"/>
                <a:gd name="T17" fmla="*/ 79 h 536"/>
                <a:gd name="T18" fmla="*/ 438 w 488"/>
                <a:gd name="T19" fmla="*/ 82 h 536"/>
                <a:gd name="T20" fmla="*/ 97 w 488"/>
                <a:gd name="T21" fmla="*/ 82 h 536"/>
                <a:gd name="T22" fmla="*/ 97 w 488"/>
                <a:gd name="T23" fmla="*/ 218 h 536"/>
                <a:gd name="T24" fmla="*/ 333 w 488"/>
                <a:gd name="T25" fmla="*/ 218 h 536"/>
                <a:gd name="T26" fmla="*/ 349 w 488"/>
                <a:gd name="T27" fmla="*/ 222 h 536"/>
                <a:gd name="T28" fmla="*/ 361 w 488"/>
                <a:gd name="T29" fmla="*/ 231 h 536"/>
                <a:gd name="T30" fmla="*/ 370 w 488"/>
                <a:gd name="T31" fmla="*/ 243 h 536"/>
                <a:gd name="T32" fmla="*/ 373 w 488"/>
                <a:gd name="T33" fmla="*/ 259 h 536"/>
                <a:gd name="T34" fmla="*/ 370 w 488"/>
                <a:gd name="T35" fmla="*/ 276 h 536"/>
                <a:gd name="T36" fmla="*/ 361 w 488"/>
                <a:gd name="T37" fmla="*/ 288 h 536"/>
                <a:gd name="T38" fmla="*/ 349 w 488"/>
                <a:gd name="T39" fmla="*/ 297 h 536"/>
                <a:gd name="T40" fmla="*/ 333 w 488"/>
                <a:gd name="T41" fmla="*/ 300 h 536"/>
                <a:gd name="T42" fmla="*/ 97 w 488"/>
                <a:gd name="T43" fmla="*/ 300 h 536"/>
                <a:gd name="T44" fmla="*/ 97 w 488"/>
                <a:gd name="T45" fmla="*/ 454 h 536"/>
                <a:gd name="T46" fmla="*/ 446 w 488"/>
                <a:gd name="T47" fmla="*/ 454 h 536"/>
                <a:gd name="T48" fmla="*/ 464 w 488"/>
                <a:gd name="T49" fmla="*/ 457 h 536"/>
                <a:gd name="T50" fmla="*/ 476 w 488"/>
                <a:gd name="T51" fmla="*/ 466 h 536"/>
                <a:gd name="T52" fmla="*/ 485 w 488"/>
                <a:gd name="T53" fmla="*/ 478 h 536"/>
                <a:gd name="T54" fmla="*/ 488 w 488"/>
                <a:gd name="T55" fmla="*/ 494 h 536"/>
                <a:gd name="T56" fmla="*/ 485 w 488"/>
                <a:gd name="T57" fmla="*/ 512 h 536"/>
                <a:gd name="T58" fmla="*/ 476 w 488"/>
                <a:gd name="T59" fmla="*/ 524 h 536"/>
                <a:gd name="T60" fmla="*/ 464 w 488"/>
                <a:gd name="T61" fmla="*/ 533 h 536"/>
                <a:gd name="T62" fmla="*/ 446 w 488"/>
                <a:gd name="T63" fmla="*/ 536 h 536"/>
                <a:gd name="T64" fmla="*/ 0 w 488"/>
                <a:gd name="T65" fmla="*/ 536 h 536"/>
                <a:gd name="T66" fmla="*/ 0 w 488"/>
                <a:gd name="T6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88" h="536">
                  <a:moveTo>
                    <a:pt x="0" y="0"/>
                  </a:moveTo>
                  <a:lnTo>
                    <a:pt x="438" y="0"/>
                  </a:lnTo>
                  <a:lnTo>
                    <a:pt x="453" y="2"/>
                  </a:lnTo>
                  <a:lnTo>
                    <a:pt x="467" y="12"/>
                  </a:lnTo>
                  <a:lnTo>
                    <a:pt x="476" y="25"/>
                  </a:lnTo>
                  <a:lnTo>
                    <a:pt x="480" y="40"/>
                  </a:lnTo>
                  <a:lnTo>
                    <a:pt x="476" y="56"/>
                  </a:lnTo>
                  <a:lnTo>
                    <a:pt x="467" y="70"/>
                  </a:lnTo>
                  <a:lnTo>
                    <a:pt x="453" y="79"/>
                  </a:lnTo>
                  <a:lnTo>
                    <a:pt x="438" y="82"/>
                  </a:lnTo>
                  <a:lnTo>
                    <a:pt x="97" y="82"/>
                  </a:lnTo>
                  <a:lnTo>
                    <a:pt x="97" y="218"/>
                  </a:lnTo>
                  <a:lnTo>
                    <a:pt x="333" y="218"/>
                  </a:lnTo>
                  <a:lnTo>
                    <a:pt x="349" y="222"/>
                  </a:lnTo>
                  <a:lnTo>
                    <a:pt x="361" y="231"/>
                  </a:lnTo>
                  <a:lnTo>
                    <a:pt x="370" y="243"/>
                  </a:lnTo>
                  <a:lnTo>
                    <a:pt x="373" y="259"/>
                  </a:lnTo>
                  <a:lnTo>
                    <a:pt x="370" y="276"/>
                  </a:lnTo>
                  <a:lnTo>
                    <a:pt x="361" y="288"/>
                  </a:lnTo>
                  <a:lnTo>
                    <a:pt x="349" y="297"/>
                  </a:lnTo>
                  <a:lnTo>
                    <a:pt x="333" y="300"/>
                  </a:lnTo>
                  <a:lnTo>
                    <a:pt x="97" y="300"/>
                  </a:lnTo>
                  <a:lnTo>
                    <a:pt x="97" y="454"/>
                  </a:lnTo>
                  <a:lnTo>
                    <a:pt x="446" y="454"/>
                  </a:lnTo>
                  <a:lnTo>
                    <a:pt x="464" y="457"/>
                  </a:lnTo>
                  <a:lnTo>
                    <a:pt x="476" y="466"/>
                  </a:lnTo>
                  <a:lnTo>
                    <a:pt x="485" y="478"/>
                  </a:lnTo>
                  <a:lnTo>
                    <a:pt x="488" y="494"/>
                  </a:lnTo>
                  <a:lnTo>
                    <a:pt x="485" y="512"/>
                  </a:lnTo>
                  <a:lnTo>
                    <a:pt x="476" y="524"/>
                  </a:lnTo>
                  <a:lnTo>
                    <a:pt x="464" y="533"/>
                  </a:lnTo>
                  <a:lnTo>
                    <a:pt x="446" y="536"/>
                  </a:lnTo>
                  <a:lnTo>
                    <a:pt x="0" y="536"/>
                  </a:lnTo>
                  <a:lnTo>
                    <a:pt x="0"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7" name="Freeform 14"/>
            <p:cNvSpPr>
              <a:spLocks/>
            </p:cNvSpPr>
            <p:nvPr userDrawn="1"/>
          </p:nvSpPr>
          <p:spPr bwMode="auto">
            <a:xfrm>
              <a:off x="4647381" y="5515421"/>
              <a:ext cx="91077" cy="87282"/>
            </a:xfrm>
            <a:custGeom>
              <a:avLst/>
              <a:gdLst>
                <a:gd name="T0" fmla="*/ 51 w 96"/>
                <a:gd name="T1" fmla="*/ 0 h 92"/>
                <a:gd name="T2" fmla="*/ 53 w 96"/>
                <a:gd name="T3" fmla="*/ 0 h 92"/>
                <a:gd name="T4" fmla="*/ 70 w 96"/>
                <a:gd name="T5" fmla="*/ 5 h 92"/>
                <a:gd name="T6" fmla="*/ 84 w 96"/>
                <a:gd name="T7" fmla="*/ 15 h 92"/>
                <a:gd name="T8" fmla="*/ 93 w 96"/>
                <a:gd name="T9" fmla="*/ 31 h 92"/>
                <a:gd name="T10" fmla="*/ 96 w 96"/>
                <a:gd name="T11" fmla="*/ 49 h 92"/>
                <a:gd name="T12" fmla="*/ 91 w 96"/>
                <a:gd name="T13" fmla="*/ 66 h 92"/>
                <a:gd name="T14" fmla="*/ 81 w 96"/>
                <a:gd name="T15" fmla="*/ 80 h 92"/>
                <a:gd name="T16" fmla="*/ 65 w 96"/>
                <a:gd name="T17" fmla="*/ 91 h 92"/>
                <a:gd name="T18" fmla="*/ 47 w 96"/>
                <a:gd name="T19" fmla="*/ 92 h 92"/>
                <a:gd name="T20" fmla="*/ 44 w 96"/>
                <a:gd name="T21" fmla="*/ 92 h 92"/>
                <a:gd name="T22" fmla="*/ 26 w 96"/>
                <a:gd name="T23" fmla="*/ 87 h 92"/>
                <a:gd name="T24" fmla="*/ 12 w 96"/>
                <a:gd name="T25" fmla="*/ 77 h 92"/>
                <a:gd name="T26" fmla="*/ 4 w 96"/>
                <a:gd name="T27" fmla="*/ 61 h 92"/>
                <a:gd name="T28" fmla="*/ 0 w 96"/>
                <a:gd name="T29" fmla="*/ 43 h 92"/>
                <a:gd name="T30" fmla="*/ 5 w 96"/>
                <a:gd name="T31" fmla="*/ 26 h 92"/>
                <a:gd name="T32" fmla="*/ 16 w 96"/>
                <a:gd name="T33" fmla="*/ 12 h 92"/>
                <a:gd name="T34" fmla="*/ 32 w 96"/>
                <a:gd name="T35" fmla="*/ 2 h 92"/>
                <a:gd name="T36" fmla="*/ 51 w 96"/>
                <a:gd name="T37" fmla="*/ 0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6" h="92">
                  <a:moveTo>
                    <a:pt x="51" y="0"/>
                  </a:moveTo>
                  <a:lnTo>
                    <a:pt x="53" y="0"/>
                  </a:lnTo>
                  <a:lnTo>
                    <a:pt x="70" y="5"/>
                  </a:lnTo>
                  <a:lnTo>
                    <a:pt x="84" y="15"/>
                  </a:lnTo>
                  <a:lnTo>
                    <a:pt x="93" y="31"/>
                  </a:lnTo>
                  <a:lnTo>
                    <a:pt x="96" y="49"/>
                  </a:lnTo>
                  <a:lnTo>
                    <a:pt x="91" y="66"/>
                  </a:lnTo>
                  <a:lnTo>
                    <a:pt x="81" y="80"/>
                  </a:lnTo>
                  <a:lnTo>
                    <a:pt x="65" y="91"/>
                  </a:lnTo>
                  <a:lnTo>
                    <a:pt x="47" y="92"/>
                  </a:lnTo>
                  <a:lnTo>
                    <a:pt x="44" y="92"/>
                  </a:lnTo>
                  <a:lnTo>
                    <a:pt x="26" y="87"/>
                  </a:lnTo>
                  <a:lnTo>
                    <a:pt x="12" y="77"/>
                  </a:lnTo>
                  <a:lnTo>
                    <a:pt x="4" y="61"/>
                  </a:lnTo>
                  <a:lnTo>
                    <a:pt x="0" y="43"/>
                  </a:lnTo>
                  <a:lnTo>
                    <a:pt x="5" y="26"/>
                  </a:lnTo>
                  <a:lnTo>
                    <a:pt x="16" y="12"/>
                  </a:lnTo>
                  <a:lnTo>
                    <a:pt x="32" y="2"/>
                  </a:lnTo>
                  <a:lnTo>
                    <a:pt x="51"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8" name="Freeform 15"/>
            <p:cNvSpPr>
              <a:spLocks/>
            </p:cNvSpPr>
            <p:nvPr userDrawn="1"/>
          </p:nvSpPr>
          <p:spPr bwMode="auto">
            <a:xfrm>
              <a:off x="4937689" y="5235549"/>
              <a:ext cx="130923" cy="157487"/>
            </a:xfrm>
            <a:custGeom>
              <a:avLst/>
              <a:gdLst>
                <a:gd name="T0" fmla="*/ 40 w 138"/>
                <a:gd name="T1" fmla="*/ 0 h 166"/>
                <a:gd name="T2" fmla="*/ 57 w 138"/>
                <a:gd name="T3" fmla="*/ 2 h 166"/>
                <a:gd name="T4" fmla="*/ 73 w 138"/>
                <a:gd name="T5" fmla="*/ 9 h 166"/>
                <a:gd name="T6" fmla="*/ 85 w 138"/>
                <a:gd name="T7" fmla="*/ 22 h 166"/>
                <a:gd name="T8" fmla="*/ 132 w 138"/>
                <a:gd name="T9" fmla="*/ 96 h 166"/>
                <a:gd name="T10" fmla="*/ 138 w 138"/>
                <a:gd name="T11" fmla="*/ 113 h 166"/>
                <a:gd name="T12" fmla="*/ 138 w 138"/>
                <a:gd name="T13" fmla="*/ 131 h 166"/>
                <a:gd name="T14" fmla="*/ 129 w 138"/>
                <a:gd name="T15" fmla="*/ 146 h 166"/>
                <a:gd name="T16" fmla="*/ 115 w 138"/>
                <a:gd name="T17" fmla="*/ 159 h 166"/>
                <a:gd name="T18" fmla="*/ 99 w 138"/>
                <a:gd name="T19" fmla="*/ 166 h 166"/>
                <a:gd name="T20" fmla="*/ 80 w 138"/>
                <a:gd name="T21" fmla="*/ 164 h 166"/>
                <a:gd name="T22" fmla="*/ 64 w 138"/>
                <a:gd name="T23" fmla="*/ 157 h 166"/>
                <a:gd name="T24" fmla="*/ 52 w 138"/>
                <a:gd name="T25" fmla="*/ 143 h 166"/>
                <a:gd name="T26" fmla="*/ 5 w 138"/>
                <a:gd name="T27" fmla="*/ 70 h 166"/>
                <a:gd name="T28" fmla="*/ 0 w 138"/>
                <a:gd name="T29" fmla="*/ 52 h 166"/>
                <a:gd name="T30" fmla="*/ 0 w 138"/>
                <a:gd name="T31" fmla="*/ 35 h 166"/>
                <a:gd name="T32" fmla="*/ 8 w 138"/>
                <a:gd name="T33" fmla="*/ 17 h 166"/>
                <a:gd name="T34" fmla="*/ 22 w 138"/>
                <a:gd name="T35" fmla="*/ 7 h 166"/>
                <a:gd name="T36" fmla="*/ 40 w 138"/>
                <a:gd name="T37" fmla="*/ 0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38" h="166">
                  <a:moveTo>
                    <a:pt x="40" y="0"/>
                  </a:moveTo>
                  <a:lnTo>
                    <a:pt x="57" y="2"/>
                  </a:lnTo>
                  <a:lnTo>
                    <a:pt x="73" y="9"/>
                  </a:lnTo>
                  <a:lnTo>
                    <a:pt x="85" y="22"/>
                  </a:lnTo>
                  <a:lnTo>
                    <a:pt x="132" y="96"/>
                  </a:lnTo>
                  <a:lnTo>
                    <a:pt x="138" y="113"/>
                  </a:lnTo>
                  <a:lnTo>
                    <a:pt x="138" y="131"/>
                  </a:lnTo>
                  <a:lnTo>
                    <a:pt x="129" y="146"/>
                  </a:lnTo>
                  <a:lnTo>
                    <a:pt x="115" y="159"/>
                  </a:lnTo>
                  <a:lnTo>
                    <a:pt x="99" y="166"/>
                  </a:lnTo>
                  <a:lnTo>
                    <a:pt x="80" y="164"/>
                  </a:lnTo>
                  <a:lnTo>
                    <a:pt x="64" y="157"/>
                  </a:lnTo>
                  <a:lnTo>
                    <a:pt x="52" y="143"/>
                  </a:lnTo>
                  <a:lnTo>
                    <a:pt x="5" y="70"/>
                  </a:lnTo>
                  <a:lnTo>
                    <a:pt x="0" y="52"/>
                  </a:lnTo>
                  <a:lnTo>
                    <a:pt x="0" y="35"/>
                  </a:lnTo>
                  <a:lnTo>
                    <a:pt x="8" y="17"/>
                  </a:lnTo>
                  <a:lnTo>
                    <a:pt x="22" y="7"/>
                  </a:lnTo>
                  <a:lnTo>
                    <a:pt x="40"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9" name="Freeform 16"/>
            <p:cNvSpPr>
              <a:spLocks/>
            </p:cNvSpPr>
            <p:nvPr userDrawn="1"/>
          </p:nvSpPr>
          <p:spPr bwMode="auto">
            <a:xfrm>
              <a:off x="5278280" y="5018292"/>
              <a:ext cx="132821" cy="243821"/>
            </a:xfrm>
            <a:custGeom>
              <a:avLst/>
              <a:gdLst>
                <a:gd name="T0" fmla="*/ 53 w 140"/>
                <a:gd name="T1" fmla="*/ 0 h 257"/>
                <a:gd name="T2" fmla="*/ 68 w 140"/>
                <a:gd name="T3" fmla="*/ 7 h 257"/>
                <a:gd name="T4" fmla="*/ 82 w 140"/>
                <a:gd name="T5" fmla="*/ 19 h 257"/>
                <a:gd name="T6" fmla="*/ 89 w 140"/>
                <a:gd name="T7" fmla="*/ 35 h 257"/>
                <a:gd name="T8" fmla="*/ 140 w 140"/>
                <a:gd name="T9" fmla="*/ 199 h 257"/>
                <a:gd name="T10" fmla="*/ 140 w 140"/>
                <a:gd name="T11" fmla="*/ 218 h 257"/>
                <a:gd name="T12" fmla="*/ 135 w 140"/>
                <a:gd name="T13" fmla="*/ 234 h 257"/>
                <a:gd name="T14" fmla="*/ 122 w 140"/>
                <a:gd name="T15" fmla="*/ 248 h 257"/>
                <a:gd name="T16" fmla="*/ 105 w 140"/>
                <a:gd name="T17" fmla="*/ 255 h 257"/>
                <a:gd name="T18" fmla="*/ 88 w 140"/>
                <a:gd name="T19" fmla="*/ 257 h 257"/>
                <a:gd name="T20" fmla="*/ 70 w 140"/>
                <a:gd name="T21" fmla="*/ 250 h 257"/>
                <a:gd name="T22" fmla="*/ 58 w 140"/>
                <a:gd name="T23" fmla="*/ 239 h 257"/>
                <a:gd name="T24" fmla="*/ 49 w 140"/>
                <a:gd name="T25" fmla="*/ 222 h 257"/>
                <a:gd name="T26" fmla="*/ 0 w 140"/>
                <a:gd name="T27" fmla="*/ 58 h 257"/>
                <a:gd name="T28" fmla="*/ 0 w 140"/>
                <a:gd name="T29" fmla="*/ 40 h 257"/>
                <a:gd name="T30" fmla="*/ 5 w 140"/>
                <a:gd name="T31" fmla="*/ 23 h 257"/>
                <a:gd name="T32" fmla="*/ 18 w 140"/>
                <a:gd name="T33" fmla="*/ 11 h 257"/>
                <a:gd name="T34" fmla="*/ 33 w 140"/>
                <a:gd name="T35" fmla="*/ 2 h 257"/>
                <a:gd name="T36" fmla="*/ 53 w 140"/>
                <a:gd name="T37" fmla="*/ 0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40" h="257">
                  <a:moveTo>
                    <a:pt x="53" y="0"/>
                  </a:moveTo>
                  <a:lnTo>
                    <a:pt x="68" y="7"/>
                  </a:lnTo>
                  <a:lnTo>
                    <a:pt x="82" y="19"/>
                  </a:lnTo>
                  <a:lnTo>
                    <a:pt x="89" y="35"/>
                  </a:lnTo>
                  <a:lnTo>
                    <a:pt x="140" y="199"/>
                  </a:lnTo>
                  <a:lnTo>
                    <a:pt x="140" y="218"/>
                  </a:lnTo>
                  <a:lnTo>
                    <a:pt x="135" y="234"/>
                  </a:lnTo>
                  <a:lnTo>
                    <a:pt x="122" y="248"/>
                  </a:lnTo>
                  <a:lnTo>
                    <a:pt x="105" y="255"/>
                  </a:lnTo>
                  <a:lnTo>
                    <a:pt x="88" y="257"/>
                  </a:lnTo>
                  <a:lnTo>
                    <a:pt x="70" y="250"/>
                  </a:lnTo>
                  <a:lnTo>
                    <a:pt x="58" y="239"/>
                  </a:lnTo>
                  <a:lnTo>
                    <a:pt x="49" y="222"/>
                  </a:lnTo>
                  <a:lnTo>
                    <a:pt x="0" y="58"/>
                  </a:lnTo>
                  <a:lnTo>
                    <a:pt x="0" y="40"/>
                  </a:lnTo>
                  <a:lnTo>
                    <a:pt x="5" y="23"/>
                  </a:lnTo>
                  <a:lnTo>
                    <a:pt x="18" y="11"/>
                  </a:lnTo>
                  <a:lnTo>
                    <a:pt x="33" y="2"/>
                  </a:lnTo>
                  <a:lnTo>
                    <a:pt x="53"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0" name="Freeform 17"/>
            <p:cNvSpPr>
              <a:spLocks/>
            </p:cNvSpPr>
            <p:nvPr userDrawn="1"/>
          </p:nvSpPr>
          <p:spPr bwMode="auto">
            <a:xfrm>
              <a:off x="5649230" y="4842779"/>
              <a:ext cx="112898" cy="335847"/>
            </a:xfrm>
            <a:custGeom>
              <a:avLst/>
              <a:gdLst>
                <a:gd name="T0" fmla="*/ 44 w 119"/>
                <a:gd name="T1" fmla="*/ 0 h 354"/>
                <a:gd name="T2" fmla="*/ 63 w 119"/>
                <a:gd name="T3" fmla="*/ 4 h 354"/>
                <a:gd name="T4" fmla="*/ 77 w 119"/>
                <a:gd name="T5" fmla="*/ 12 h 354"/>
                <a:gd name="T6" fmla="*/ 87 w 119"/>
                <a:gd name="T7" fmla="*/ 26 h 354"/>
                <a:gd name="T8" fmla="*/ 93 w 119"/>
                <a:gd name="T9" fmla="*/ 44 h 354"/>
                <a:gd name="T10" fmla="*/ 119 w 119"/>
                <a:gd name="T11" fmla="*/ 306 h 354"/>
                <a:gd name="T12" fmla="*/ 115 w 119"/>
                <a:gd name="T13" fmla="*/ 323 h 354"/>
                <a:gd name="T14" fmla="*/ 107 w 119"/>
                <a:gd name="T15" fmla="*/ 339 h 354"/>
                <a:gd name="T16" fmla="*/ 93 w 119"/>
                <a:gd name="T17" fmla="*/ 349 h 354"/>
                <a:gd name="T18" fmla="*/ 75 w 119"/>
                <a:gd name="T19" fmla="*/ 354 h 354"/>
                <a:gd name="T20" fmla="*/ 58 w 119"/>
                <a:gd name="T21" fmla="*/ 351 h 354"/>
                <a:gd name="T22" fmla="*/ 42 w 119"/>
                <a:gd name="T23" fmla="*/ 342 h 354"/>
                <a:gd name="T24" fmla="*/ 32 w 119"/>
                <a:gd name="T25" fmla="*/ 328 h 354"/>
                <a:gd name="T26" fmla="*/ 26 w 119"/>
                <a:gd name="T27" fmla="*/ 311 h 354"/>
                <a:gd name="T28" fmla="*/ 0 w 119"/>
                <a:gd name="T29" fmla="*/ 49 h 354"/>
                <a:gd name="T30" fmla="*/ 4 w 119"/>
                <a:gd name="T31" fmla="*/ 32 h 354"/>
                <a:gd name="T32" fmla="*/ 12 w 119"/>
                <a:gd name="T33" fmla="*/ 16 h 354"/>
                <a:gd name="T34" fmla="*/ 26 w 119"/>
                <a:gd name="T35" fmla="*/ 5 h 354"/>
                <a:gd name="T36" fmla="*/ 44 w 119"/>
                <a:gd name="T37" fmla="*/ 0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9" h="354">
                  <a:moveTo>
                    <a:pt x="44" y="0"/>
                  </a:moveTo>
                  <a:lnTo>
                    <a:pt x="63" y="4"/>
                  </a:lnTo>
                  <a:lnTo>
                    <a:pt x="77" y="12"/>
                  </a:lnTo>
                  <a:lnTo>
                    <a:pt x="87" y="26"/>
                  </a:lnTo>
                  <a:lnTo>
                    <a:pt x="93" y="44"/>
                  </a:lnTo>
                  <a:lnTo>
                    <a:pt x="119" y="306"/>
                  </a:lnTo>
                  <a:lnTo>
                    <a:pt x="115" y="323"/>
                  </a:lnTo>
                  <a:lnTo>
                    <a:pt x="107" y="339"/>
                  </a:lnTo>
                  <a:lnTo>
                    <a:pt x="93" y="349"/>
                  </a:lnTo>
                  <a:lnTo>
                    <a:pt x="75" y="354"/>
                  </a:lnTo>
                  <a:lnTo>
                    <a:pt x="58" y="351"/>
                  </a:lnTo>
                  <a:lnTo>
                    <a:pt x="42" y="342"/>
                  </a:lnTo>
                  <a:lnTo>
                    <a:pt x="32" y="328"/>
                  </a:lnTo>
                  <a:lnTo>
                    <a:pt x="26" y="311"/>
                  </a:lnTo>
                  <a:lnTo>
                    <a:pt x="0" y="49"/>
                  </a:lnTo>
                  <a:lnTo>
                    <a:pt x="4" y="32"/>
                  </a:lnTo>
                  <a:lnTo>
                    <a:pt x="12" y="16"/>
                  </a:lnTo>
                  <a:lnTo>
                    <a:pt x="26" y="5"/>
                  </a:lnTo>
                  <a:lnTo>
                    <a:pt x="44"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1" name="Freeform 18"/>
            <p:cNvSpPr>
              <a:spLocks/>
            </p:cNvSpPr>
            <p:nvPr userDrawn="1"/>
          </p:nvSpPr>
          <p:spPr bwMode="auto">
            <a:xfrm>
              <a:off x="6026821" y="4720394"/>
              <a:ext cx="104359" cy="420283"/>
            </a:xfrm>
            <a:custGeom>
              <a:avLst/>
              <a:gdLst>
                <a:gd name="T0" fmla="*/ 68 w 110"/>
                <a:gd name="T1" fmla="*/ 0 h 443"/>
                <a:gd name="T2" fmla="*/ 86 w 110"/>
                <a:gd name="T3" fmla="*/ 5 h 443"/>
                <a:gd name="T4" fmla="*/ 100 w 110"/>
                <a:gd name="T5" fmla="*/ 16 h 443"/>
                <a:gd name="T6" fmla="*/ 107 w 110"/>
                <a:gd name="T7" fmla="*/ 31 h 443"/>
                <a:gd name="T8" fmla="*/ 110 w 110"/>
                <a:gd name="T9" fmla="*/ 51 h 443"/>
                <a:gd name="T10" fmla="*/ 93 w 110"/>
                <a:gd name="T11" fmla="*/ 401 h 443"/>
                <a:gd name="T12" fmla="*/ 87 w 110"/>
                <a:gd name="T13" fmla="*/ 419 h 443"/>
                <a:gd name="T14" fmla="*/ 75 w 110"/>
                <a:gd name="T15" fmla="*/ 433 h 443"/>
                <a:gd name="T16" fmla="*/ 61 w 110"/>
                <a:gd name="T17" fmla="*/ 442 h 443"/>
                <a:gd name="T18" fmla="*/ 42 w 110"/>
                <a:gd name="T19" fmla="*/ 443 h 443"/>
                <a:gd name="T20" fmla="*/ 25 w 110"/>
                <a:gd name="T21" fmla="*/ 438 h 443"/>
                <a:gd name="T22" fmla="*/ 11 w 110"/>
                <a:gd name="T23" fmla="*/ 426 h 443"/>
                <a:gd name="T24" fmla="*/ 2 w 110"/>
                <a:gd name="T25" fmla="*/ 412 h 443"/>
                <a:gd name="T26" fmla="*/ 0 w 110"/>
                <a:gd name="T27" fmla="*/ 393 h 443"/>
                <a:gd name="T28" fmla="*/ 18 w 110"/>
                <a:gd name="T29" fmla="*/ 42 h 443"/>
                <a:gd name="T30" fmla="*/ 23 w 110"/>
                <a:gd name="T31" fmla="*/ 24 h 443"/>
                <a:gd name="T32" fmla="*/ 33 w 110"/>
                <a:gd name="T33" fmla="*/ 10 h 443"/>
                <a:gd name="T34" fmla="*/ 49 w 110"/>
                <a:gd name="T35" fmla="*/ 2 h 443"/>
                <a:gd name="T36" fmla="*/ 68 w 110"/>
                <a:gd name="T37" fmla="*/ 0 h 4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0" h="443">
                  <a:moveTo>
                    <a:pt x="68" y="0"/>
                  </a:moveTo>
                  <a:lnTo>
                    <a:pt x="86" y="5"/>
                  </a:lnTo>
                  <a:lnTo>
                    <a:pt x="100" y="16"/>
                  </a:lnTo>
                  <a:lnTo>
                    <a:pt x="107" y="31"/>
                  </a:lnTo>
                  <a:lnTo>
                    <a:pt x="110" y="51"/>
                  </a:lnTo>
                  <a:lnTo>
                    <a:pt x="93" y="401"/>
                  </a:lnTo>
                  <a:lnTo>
                    <a:pt x="87" y="419"/>
                  </a:lnTo>
                  <a:lnTo>
                    <a:pt x="75" y="433"/>
                  </a:lnTo>
                  <a:lnTo>
                    <a:pt x="61" y="442"/>
                  </a:lnTo>
                  <a:lnTo>
                    <a:pt x="42" y="443"/>
                  </a:lnTo>
                  <a:lnTo>
                    <a:pt x="25" y="438"/>
                  </a:lnTo>
                  <a:lnTo>
                    <a:pt x="11" y="426"/>
                  </a:lnTo>
                  <a:lnTo>
                    <a:pt x="2" y="412"/>
                  </a:lnTo>
                  <a:lnTo>
                    <a:pt x="0" y="393"/>
                  </a:lnTo>
                  <a:lnTo>
                    <a:pt x="18" y="42"/>
                  </a:lnTo>
                  <a:lnTo>
                    <a:pt x="23" y="24"/>
                  </a:lnTo>
                  <a:lnTo>
                    <a:pt x="33" y="10"/>
                  </a:lnTo>
                  <a:lnTo>
                    <a:pt x="49" y="2"/>
                  </a:lnTo>
                  <a:lnTo>
                    <a:pt x="68"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2" name="Freeform 19"/>
            <p:cNvSpPr>
              <a:spLocks/>
            </p:cNvSpPr>
            <p:nvPr userDrawn="1"/>
          </p:nvSpPr>
          <p:spPr bwMode="auto">
            <a:xfrm>
              <a:off x="6384489" y="4647343"/>
              <a:ext cx="162232" cy="497129"/>
            </a:xfrm>
            <a:custGeom>
              <a:avLst/>
              <a:gdLst>
                <a:gd name="T0" fmla="*/ 119 w 171"/>
                <a:gd name="T1" fmla="*/ 0 h 524"/>
                <a:gd name="T2" fmla="*/ 136 w 171"/>
                <a:gd name="T3" fmla="*/ 0 h 524"/>
                <a:gd name="T4" fmla="*/ 154 w 171"/>
                <a:gd name="T5" fmla="*/ 9 h 524"/>
                <a:gd name="T6" fmla="*/ 166 w 171"/>
                <a:gd name="T7" fmla="*/ 21 h 524"/>
                <a:gd name="T8" fmla="*/ 171 w 171"/>
                <a:gd name="T9" fmla="*/ 37 h 524"/>
                <a:gd name="T10" fmla="*/ 171 w 171"/>
                <a:gd name="T11" fmla="*/ 56 h 524"/>
                <a:gd name="T12" fmla="*/ 91 w 171"/>
                <a:gd name="T13" fmla="*/ 489 h 524"/>
                <a:gd name="T14" fmla="*/ 84 w 171"/>
                <a:gd name="T15" fmla="*/ 506 h 524"/>
                <a:gd name="T16" fmla="*/ 70 w 171"/>
                <a:gd name="T17" fmla="*/ 517 h 524"/>
                <a:gd name="T18" fmla="*/ 54 w 171"/>
                <a:gd name="T19" fmla="*/ 524 h 524"/>
                <a:gd name="T20" fmla="*/ 37 w 171"/>
                <a:gd name="T21" fmla="*/ 524 h 524"/>
                <a:gd name="T22" fmla="*/ 19 w 171"/>
                <a:gd name="T23" fmla="*/ 517 h 524"/>
                <a:gd name="T24" fmla="*/ 7 w 171"/>
                <a:gd name="T25" fmla="*/ 503 h 524"/>
                <a:gd name="T26" fmla="*/ 0 w 171"/>
                <a:gd name="T27" fmla="*/ 487 h 524"/>
                <a:gd name="T28" fmla="*/ 2 w 171"/>
                <a:gd name="T29" fmla="*/ 468 h 524"/>
                <a:gd name="T30" fmla="*/ 82 w 171"/>
                <a:gd name="T31" fmla="*/ 35 h 524"/>
                <a:gd name="T32" fmla="*/ 89 w 171"/>
                <a:gd name="T33" fmla="*/ 19 h 524"/>
                <a:gd name="T34" fmla="*/ 101 w 171"/>
                <a:gd name="T35" fmla="*/ 7 h 524"/>
                <a:gd name="T36" fmla="*/ 119 w 171"/>
                <a:gd name="T37" fmla="*/ 0 h 5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71" h="524">
                  <a:moveTo>
                    <a:pt x="119" y="0"/>
                  </a:moveTo>
                  <a:lnTo>
                    <a:pt x="136" y="0"/>
                  </a:lnTo>
                  <a:lnTo>
                    <a:pt x="154" y="9"/>
                  </a:lnTo>
                  <a:lnTo>
                    <a:pt x="166" y="21"/>
                  </a:lnTo>
                  <a:lnTo>
                    <a:pt x="171" y="37"/>
                  </a:lnTo>
                  <a:lnTo>
                    <a:pt x="171" y="56"/>
                  </a:lnTo>
                  <a:lnTo>
                    <a:pt x="91" y="489"/>
                  </a:lnTo>
                  <a:lnTo>
                    <a:pt x="84" y="506"/>
                  </a:lnTo>
                  <a:lnTo>
                    <a:pt x="70" y="517"/>
                  </a:lnTo>
                  <a:lnTo>
                    <a:pt x="54" y="524"/>
                  </a:lnTo>
                  <a:lnTo>
                    <a:pt x="37" y="524"/>
                  </a:lnTo>
                  <a:lnTo>
                    <a:pt x="19" y="517"/>
                  </a:lnTo>
                  <a:lnTo>
                    <a:pt x="7" y="503"/>
                  </a:lnTo>
                  <a:lnTo>
                    <a:pt x="0" y="487"/>
                  </a:lnTo>
                  <a:lnTo>
                    <a:pt x="2" y="468"/>
                  </a:lnTo>
                  <a:lnTo>
                    <a:pt x="82" y="35"/>
                  </a:lnTo>
                  <a:lnTo>
                    <a:pt x="89" y="19"/>
                  </a:lnTo>
                  <a:lnTo>
                    <a:pt x="101" y="7"/>
                  </a:lnTo>
                  <a:lnTo>
                    <a:pt x="119"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3" name="Freeform 20"/>
            <p:cNvSpPr>
              <a:spLocks/>
            </p:cNvSpPr>
            <p:nvPr userDrawn="1"/>
          </p:nvSpPr>
          <p:spPr bwMode="auto">
            <a:xfrm>
              <a:off x="6733618" y="4625522"/>
              <a:ext cx="241924" cy="568283"/>
            </a:xfrm>
            <a:custGeom>
              <a:avLst/>
              <a:gdLst>
                <a:gd name="T0" fmla="*/ 206 w 255"/>
                <a:gd name="T1" fmla="*/ 0 h 599"/>
                <a:gd name="T2" fmla="*/ 226 w 255"/>
                <a:gd name="T3" fmla="*/ 4 h 599"/>
                <a:gd name="T4" fmla="*/ 241 w 255"/>
                <a:gd name="T5" fmla="*/ 13 h 599"/>
                <a:gd name="T6" fmla="*/ 252 w 255"/>
                <a:gd name="T7" fmla="*/ 27 h 599"/>
                <a:gd name="T8" fmla="*/ 255 w 255"/>
                <a:gd name="T9" fmla="*/ 44 h 599"/>
                <a:gd name="T10" fmla="*/ 254 w 255"/>
                <a:gd name="T11" fmla="*/ 62 h 599"/>
                <a:gd name="T12" fmla="*/ 90 w 255"/>
                <a:gd name="T13" fmla="*/ 569 h 599"/>
                <a:gd name="T14" fmla="*/ 81 w 255"/>
                <a:gd name="T15" fmla="*/ 585 h 599"/>
                <a:gd name="T16" fmla="*/ 65 w 255"/>
                <a:gd name="T17" fmla="*/ 596 h 599"/>
                <a:gd name="T18" fmla="*/ 49 w 255"/>
                <a:gd name="T19" fmla="*/ 599 h 599"/>
                <a:gd name="T20" fmla="*/ 30 w 255"/>
                <a:gd name="T21" fmla="*/ 597 h 599"/>
                <a:gd name="T22" fmla="*/ 14 w 255"/>
                <a:gd name="T23" fmla="*/ 587 h 599"/>
                <a:gd name="T24" fmla="*/ 4 w 255"/>
                <a:gd name="T25" fmla="*/ 573 h 599"/>
                <a:gd name="T26" fmla="*/ 0 w 255"/>
                <a:gd name="T27" fmla="*/ 556 h 599"/>
                <a:gd name="T28" fmla="*/ 2 w 255"/>
                <a:gd name="T29" fmla="*/ 538 h 599"/>
                <a:gd name="T30" fmla="*/ 166 w 255"/>
                <a:gd name="T31" fmla="*/ 30 h 599"/>
                <a:gd name="T32" fmla="*/ 175 w 255"/>
                <a:gd name="T33" fmla="*/ 16 h 599"/>
                <a:gd name="T34" fmla="*/ 191 w 255"/>
                <a:gd name="T35" fmla="*/ 6 h 599"/>
                <a:gd name="T36" fmla="*/ 206 w 255"/>
                <a:gd name="T37" fmla="*/ 0 h 5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5" h="599">
                  <a:moveTo>
                    <a:pt x="206" y="0"/>
                  </a:moveTo>
                  <a:lnTo>
                    <a:pt x="226" y="4"/>
                  </a:lnTo>
                  <a:lnTo>
                    <a:pt x="241" y="13"/>
                  </a:lnTo>
                  <a:lnTo>
                    <a:pt x="252" y="27"/>
                  </a:lnTo>
                  <a:lnTo>
                    <a:pt x="255" y="44"/>
                  </a:lnTo>
                  <a:lnTo>
                    <a:pt x="254" y="62"/>
                  </a:lnTo>
                  <a:lnTo>
                    <a:pt x="90" y="569"/>
                  </a:lnTo>
                  <a:lnTo>
                    <a:pt x="81" y="585"/>
                  </a:lnTo>
                  <a:lnTo>
                    <a:pt x="65" y="596"/>
                  </a:lnTo>
                  <a:lnTo>
                    <a:pt x="49" y="599"/>
                  </a:lnTo>
                  <a:lnTo>
                    <a:pt x="30" y="597"/>
                  </a:lnTo>
                  <a:lnTo>
                    <a:pt x="14" y="587"/>
                  </a:lnTo>
                  <a:lnTo>
                    <a:pt x="4" y="573"/>
                  </a:lnTo>
                  <a:lnTo>
                    <a:pt x="0" y="556"/>
                  </a:lnTo>
                  <a:lnTo>
                    <a:pt x="2" y="538"/>
                  </a:lnTo>
                  <a:lnTo>
                    <a:pt x="166" y="30"/>
                  </a:lnTo>
                  <a:lnTo>
                    <a:pt x="175" y="16"/>
                  </a:lnTo>
                  <a:lnTo>
                    <a:pt x="191" y="6"/>
                  </a:lnTo>
                  <a:lnTo>
                    <a:pt x="206"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4" name="Freeform 21"/>
            <p:cNvSpPr>
              <a:spLocks/>
            </p:cNvSpPr>
            <p:nvPr userDrawn="1"/>
          </p:nvSpPr>
          <p:spPr bwMode="auto">
            <a:xfrm>
              <a:off x="7077055" y="4665368"/>
              <a:ext cx="333950" cy="621412"/>
            </a:xfrm>
            <a:custGeom>
              <a:avLst/>
              <a:gdLst>
                <a:gd name="T0" fmla="*/ 309 w 352"/>
                <a:gd name="T1" fmla="*/ 0 h 655"/>
                <a:gd name="T2" fmla="*/ 326 w 352"/>
                <a:gd name="T3" fmla="*/ 6 h 655"/>
                <a:gd name="T4" fmla="*/ 342 w 352"/>
                <a:gd name="T5" fmla="*/ 18 h 655"/>
                <a:gd name="T6" fmla="*/ 349 w 352"/>
                <a:gd name="T7" fmla="*/ 32 h 655"/>
                <a:gd name="T8" fmla="*/ 352 w 352"/>
                <a:gd name="T9" fmla="*/ 49 h 655"/>
                <a:gd name="T10" fmla="*/ 347 w 352"/>
                <a:gd name="T11" fmla="*/ 68 h 655"/>
                <a:gd name="T12" fmla="*/ 87 w 352"/>
                <a:gd name="T13" fmla="*/ 630 h 655"/>
                <a:gd name="T14" fmla="*/ 77 w 352"/>
                <a:gd name="T15" fmla="*/ 644 h 655"/>
                <a:gd name="T16" fmla="*/ 61 w 352"/>
                <a:gd name="T17" fmla="*/ 653 h 655"/>
                <a:gd name="T18" fmla="*/ 43 w 352"/>
                <a:gd name="T19" fmla="*/ 655 h 655"/>
                <a:gd name="T20" fmla="*/ 26 w 352"/>
                <a:gd name="T21" fmla="*/ 650 h 655"/>
                <a:gd name="T22" fmla="*/ 10 w 352"/>
                <a:gd name="T23" fmla="*/ 639 h 655"/>
                <a:gd name="T24" fmla="*/ 3 w 352"/>
                <a:gd name="T25" fmla="*/ 623 h 655"/>
                <a:gd name="T26" fmla="*/ 0 w 352"/>
                <a:gd name="T27" fmla="*/ 606 h 655"/>
                <a:gd name="T28" fmla="*/ 5 w 352"/>
                <a:gd name="T29" fmla="*/ 589 h 655"/>
                <a:gd name="T30" fmla="*/ 265 w 352"/>
                <a:gd name="T31" fmla="*/ 27 h 655"/>
                <a:gd name="T32" fmla="*/ 276 w 352"/>
                <a:gd name="T33" fmla="*/ 11 h 655"/>
                <a:gd name="T34" fmla="*/ 291 w 352"/>
                <a:gd name="T35" fmla="*/ 4 h 655"/>
                <a:gd name="T36" fmla="*/ 309 w 352"/>
                <a:gd name="T37" fmla="*/ 0 h 6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52" h="655">
                  <a:moveTo>
                    <a:pt x="309" y="0"/>
                  </a:moveTo>
                  <a:lnTo>
                    <a:pt x="326" y="6"/>
                  </a:lnTo>
                  <a:lnTo>
                    <a:pt x="342" y="18"/>
                  </a:lnTo>
                  <a:lnTo>
                    <a:pt x="349" y="32"/>
                  </a:lnTo>
                  <a:lnTo>
                    <a:pt x="352" y="49"/>
                  </a:lnTo>
                  <a:lnTo>
                    <a:pt x="347" y="68"/>
                  </a:lnTo>
                  <a:lnTo>
                    <a:pt x="87" y="630"/>
                  </a:lnTo>
                  <a:lnTo>
                    <a:pt x="77" y="644"/>
                  </a:lnTo>
                  <a:lnTo>
                    <a:pt x="61" y="653"/>
                  </a:lnTo>
                  <a:lnTo>
                    <a:pt x="43" y="655"/>
                  </a:lnTo>
                  <a:lnTo>
                    <a:pt x="26" y="650"/>
                  </a:lnTo>
                  <a:lnTo>
                    <a:pt x="10" y="639"/>
                  </a:lnTo>
                  <a:lnTo>
                    <a:pt x="3" y="623"/>
                  </a:lnTo>
                  <a:lnTo>
                    <a:pt x="0" y="606"/>
                  </a:lnTo>
                  <a:lnTo>
                    <a:pt x="5" y="589"/>
                  </a:lnTo>
                  <a:lnTo>
                    <a:pt x="265" y="27"/>
                  </a:lnTo>
                  <a:lnTo>
                    <a:pt x="276" y="11"/>
                  </a:lnTo>
                  <a:lnTo>
                    <a:pt x="291" y="4"/>
                  </a:lnTo>
                  <a:lnTo>
                    <a:pt x="309"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5" name="Freeform 22"/>
            <p:cNvSpPr>
              <a:spLocks/>
            </p:cNvSpPr>
            <p:nvPr userDrawn="1"/>
          </p:nvSpPr>
          <p:spPr bwMode="auto">
            <a:xfrm>
              <a:off x="7414800" y="4764984"/>
              <a:ext cx="430719" cy="659361"/>
            </a:xfrm>
            <a:custGeom>
              <a:avLst/>
              <a:gdLst>
                <a:gd name="T0" fmla="*/ 417 w 454"/>
                <a:gd name="T1" fmla="*/ 0 h 695"/>
                <a:gd name="T2" fmla="*/ 433 w 454"/>
                <a:gd name="T3" fmla="*/ 7 h 695"/>
                <a:gd name="T4" fmla="*/ 447 w 454"/>
                <a:gd name="T5" fmla="*/ 21 h 695"/>
                <a:gd name="T6" fmla="*/ 454 w 454"/>
                <a:gd name="T7" fmla="*/ 37 h 695"/>
                <a:gd name="T8" fmla="*/ 454 w 454"/>
                <a:gd name="T9" fmla="*/ 54 h 695"/>
                <a:gd name="T10" fmla="*/ 447 w 454"/>
                <a:gd name="T11" fmla="*/ 72 h 695"/>
                <a:gd name="T12" fmla="*/ 84 w 454"/>
                <a:gd name="T13" fmla="*/ 676 h 695"/>
                <a:gd name="T14" fmla="*/ 70 w 454"/>
                <a:gd name="T15" fmla="*/ 688 h 695"/>
                <a:gd name="T16" fmla="*/ 54 w 454"/>
                <a:gd name="T17" fmla="*/ 695 h 695"/>
                <a:gd name="T18" fmla="*/ 37 w 454"/>
                <a:gd name="T19" fmla="*/ 695 h 695"/>
                <a:gd name="T20" fmla="*/ 19 w 454"/>
                <a:gd name="T21" fmla="*/ 688 h 695"/>
                <a:gd name="T22" fmla="*/ 7 w 454"/>
                <a:gd name="T23" fmla="*/ 676 h 695"/>
                <a:gd name="T24" fmla="*/ 0 w 454"/>
                <a:gd name="T25" fmla="*/ 660 h 695"/>
                <a:gd name="T26" fmla="*/ 0 w 454"/>
                <a:gd name="T27" fmla="*/ 642 h 695"/>
                <a:gd name="T28" fmla="*/ 7 w 454"/>
                <a:gd name="T29" fmla="*/ 625 h 695"/>
                <a:gd name="T30" fmla="*/ 370 w 454"/>
                <a:gd name="T31" fmla="*/ 21 h 695"/>
                <a:gd name="T32" fmla="*/ 382 w 454"/>
                <a:gd name="T33" fmla="*/ 7 h 695"/>
                <a:gd name="T34" fmla="*/ 400 w 454"/>
                <a:gd name="T35" fmla="*/ 0 h 695"/>
                <a:gd name="T36" fmla="*/ 417 w 454"/>
                <a:gd name="T37" fmla="*/ 0 h 6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54" h="695">
                  <a:moveTo>
                    <a:pt x="417" y="0"/>
                  </a:moveTo>
                  <a:lnTo>
                    <a:pt x="433" y="7"/>
                  </a:lnTo>
                  <a:lnTo>
                    <a:pt x="447" y="21"/>
                  </a:lnTo>
                  <a:lnTo>
                    <a:pt x="454" y="37"/>
                  </a:lnTo>
                  <a:lnTo>
                    <a:pt x="454" y="54"/>
                  </a:lnTo>
                  <a:lnTo>
                    <a:pt x="447" y="72"/>
                  </a:lnTo>
                  <a:lnTo>
                    <a:pt x="84" y="676"/>
                  </a:lnTo>
                  <a:lnTo>
                    <a:pt x="70" y="688"/>
                  </a:lnTo>
                  <a:lnTo>
                    <a:pt x="54" y="695"/>
                  </a:lnTo>
                  <a:lnTo>
                    <a:pt x="37" y="695"/>
                  </a:lnTo>
                  <a:lnTo>
                    <a:pt x="19" y="688"/>
                  </a:lnTo>
                  <a:lnTo>
                    <a:pt x="7" y="676"/>
                  </a:lnTo>
                  <a:lnTo>
                    <a:pt x="0" y="660"/>
                  </a:lnTo>
                  <a:lnTo>
                    <a:pt x="0" y="642"/>
                  </a:lnTo>
                  <a:lnTo>
                    <a:pt x="7" y="625"/>
                  </a:lnTo>
                  <a:lnTo>
                    <a:pt x="370" y="21"/>
                  </a:lnTo>
                  <a:lnTo>
                    <a:pt x="382" y="7"/>
                  </a:lnTo>
                  <a:lnTo>
                    <a:pt x="400" y="0"/>
                  </a:lnTo>
                  <a:lnTo>
                    <a:pt x="417"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6" name="Freeform 23"/>
            <p:cNvSpPr>
              <a:spLocks/>
            </p:cNvSpPr>
            <p:nvPr userDrawn="1"/>
          </p:nvSpPr>
          <p:spPr bwMode="auto">
            <a:xfrm>
              <a:off x="7730724" y="4924369"/>
              <a:ext cx="543617" cy="680232"/>
            </a:xfrm>
            <a:custGeom>
              <a:avLst/>
              <a:gdLst>
                <a:gd name="T0" fmla="*/ 522 w 573"/>
                <a:gd name="T1" fmla="*/ 0 h 717"/>
                <a:gd name="T2" fmla="*/ 540 w 573"/>
                <a:gd name="T3" fmla="*/ 1 h 717"/>
                <a:gd name="T4" fmla="*/ 557 w 573"/>
                <a:gd name="T5" fmla="*/ 10 h 717"/>
                <a:gd name="T6" fmla="*/ 568 w 573"/>
                <a:gd name="T7" fmla="*/ 24 h 717"/>
                <a:gd name="T8" fmla="*/ 573 w 573"/>
                <a:gd name="T9" fmla="*/ 40 h 717"/>
                <a:gd name="T10" fmla="*/ 571 w 573"/>
                <a:gd name="T11" fmla="*/ 57 h 717"/>
                <a:gd name="T12" fmla="*/ 562 w 573"/>
                <a:gd name="T13" fmla="*/ 75 h 717"/>
                <a:gd name="T14" fmla="*/ 81 w 573"/>
                <a:gd name="T15" fmla="*/ 700 h 717"/>
                <a:gd name="T16" fmla="*/ 67 w 573"/>
                <a:gd name="T17" fmla="*/ 712 h 717"/>
                <a:gd name="T18" fmla="*/ 51 w 573"/>
                <a:gd name="T19" fmla="*/ 717 h 717"/>
                <a:gd name="T20" fmla="*/ 32 w 573"/>
                <a:gd name="T21" fmla="*/ 715 h 717"/>
                <a:gd name="T22" fmla="*/ 16 w 573"/>
                <a:gd name="T23" fmla="*/ 707 h 717"/>
                <a:gd name="T24" fmla="*/ 5 w 573"/>
                <a:gd name="T25" fmla="*/ 693 h 717"/>
                <a:gd name="T26" fmla="*/ 0 w 573"/>
                <a:gd name="T27" fmla="*/ 675 h 717"/>
                <a:gd name="T28" fmla="*/ 2 w 573"/>
                <a:gd name="T29" fmla="*/ 658 h 717"/>
                <a:gd name="T30" fmla="*/ 11 w 573"/>
                <a:gd name="T31" fmla="*/ 642 h 717"/>
                <a:gd name="T32" fmla="*/ 491 w 573"/>
                <a:gd name="T33" fmla="*/ 15 h 717"/>
                <a:gd name="T34" fmla="*/ 506 w 573"/>
                <a:gd name="T35" fmla="*/ 3 h 717"/>
                <a:gd name="T36" fmla="*/ 522 w 573"/>
                <a:gd name="T37" fmla="*/ 0 h 7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73" h="717">
                  <a:moveTo>
                    <a:pt x="522" y="0"/>
                  </a:moveTo>
                  <a:lnTo>
                    <a:pt x="540" y="1"/>
                  </a:lnTo>
                  <a:lnTo>
                    <a:pt x="557" y="10"/>
                  </a:lnTo>
                  <a:lnTo>
                    <a:pt x="568" y="24"/>
                  </a:lnTo>
                  <a:lnTo>
                    <a:pt x="573" y="40"/>
                  </a:lnTo>
                  <a:lnTo>
                    <a:pt x="571" y="57"/>
                  </a:lnTo>
                  <a:lnTo>
                    <a:pt x="562" y="75"/>
                  </a:lnTo>
                  <a:lnTo>
                    <a:pt x="81" y="700"/>
                  </a:lnTo>
                  <a:lnTo>
                    <a:pt x="67" y="712"/>
                  </a:lnTo>
                  <a:lnTo>
                    <a:pt x="51" y="717"/>
                  </a:lnTo>
                  <a:lnTo>
                    <a:pt x="32" y="715"/>
                  </a:lnTo>
                  <a:lnTo>
                    <a:pt x="16" y="707"/>
                  </a:lnTo>
                  <a:lnTo>
                    <a:pt x="5" y="693"/>
                  </a:lnTo>
                  <a:lnTo>
                    <a:pt x="0" y="675"/>
                  </a:lnTo>
                  <a:lnTo>
                    <a:pt x="2" y="658"/>
                  </a:lnTo>
                  <a:lnTo>
                    <a:pt x="11" y="642"/>
                  </a:lnTo>
                  <a:lnTo>
                    <a:pt x="491" y="15"/>
                  </a:lnTo>
                  <a:lnTo>
                    <a:pt x="506" y="3"/>
                  </a:lnTo>
                  <a:lnTo>
                    <a:pt x="522"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grpSp>
      <p:sp>
        <p:nvSpPr>
          <p:cNvPr id="2" name="Title 1"/>
          <p:cNvSpPr>
            <a:spLocks noGrp="1"/>
          </p:cNvSpPr>
          <p:nvPr>
            <p:ph type="ctrTitle" hasCustomPrompt="1"/>
          </p:nvPr>
        </p:nvSpPr>
        <p:spPr>
          <a:xfrm>
            <a:off x="496177" y="320634"/>
            <a:ext cx="6807148" cy="2543545"/>
          </a:xfrm>
        </p:spPr>
        <p:txBody>
          <a:bodyPr anchor="b"/>
          <a:lstStyle>
            <a:lvl1pPr>
              <a:lnSpc>
                <a:spcPct val="80000"/>
              </a:lnSpc>
              <a:defRPr sz="4400" baseline="0">
                <a:solidFill>
                  <a:schemeClr val="accent1"/>
                </a:solidFill>
                <a:latin typeface="Arial" panose="020B0604020202020204" pitchFamily="34" charset="0"/>
                <a:cs typeface="Arial" panose="020B0604020202020204" pitchFamily="34" charset="0"/>
              </a:defRPr>
            </a:lvl1pPr>
          </a:lstStyle>
          <a:p>
            <a:r>
              <a:rPr lang="en-US" dirty="0"/>
              <a:t>Click to edit master title style</a:t>
            </a:r>
          </a:p>
        </p:txBody>
      </p:sp>
      <p:sp>
        <p:nvSpPr>
          <p:cNvPr id="3" name="Subtitle 2"/>
          <p:cNvSpPr>
            <a:spLocks noGrp="1"/>
          </p:cNvSpPr>
          <p:nvPr>
            <p:ph type="subTitle" idx="1"/>
          </p:nvPr>
        </p:nvSpPr>
        <p:spPr>
          <a:xfrm>
            <a:off x="496176" y="2924299"/>
            <a:ext cx="6814614" cy="1752600"/>
          </a:xfrm>
        </p:spPr>
        <p:txBody>
          <a:bodyPr/>
          <a:lstStyle>
            <a:lvl1pPr marL="0" indent="0" algn="l">
              <a:buNone/>
              <a:defRPr b="1" baseline="0">
                <a:solidFill>
                  <a:schemeClr val="bg1"/>
                </a:solidFill>
                <a:latin typeface="Arial" panose="020B0604020202020204" pitchFamily="34" charset="0"/>
                <a:cs typeface="Arial" panose="020B0604020202020204"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Tree>
    <p:extLst>
      <p:ext uri="{BB962C8B-B14F-4D97-AF65-F5344CB8AC3E}">
        <p14:creationId xmlns:p14="http://schemas.microsoft.com/office/powerpoint/2010/main" val="3711384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1_Title Slide">
    <p:spTree>
      <p:nvGrpSpPr>
        <p:cNvPr id="1" name=""/>
        <p:cNvGrpSpPr/>
        <p:nvPr/>
      </p:nvGrpSpPr>
      <p:grpSpPr>
        <a:xfrm>
          <a:off x="0" y="0"/>
          <a:ext cx="0" cy="0"/>
          <a:chOff x="0" y="0"/>
          <a:chExt cx="0" cy="0"/>
        </a:xfrm>
      </p:grpSpPr>
      <p:pic>
        <p:nvPicPr>
          <p:cNvPr id="28" name="Picture 27"/>
          <p:cNvPicPr>
            <a:picLocks noChangeAspect="1"/>
          </p:cNvPicPr>
          <p:nvPr userDrawn="1"/>
        </p:nvPicPr>
        <p:blipFill rotWithShape="1">
          <a:blip r:embed="rId2" cstate="print">
            <a:extLst>
              <a:ext uri="{28A0092B-C50C-407E-A947-70E740481C1C}">
                <a14:useLocalDpi xmlns:a14="http://schemas.microsoft.com/office/drawing/2010/main" val="0"/>
              </a:ext>
            </a:extLst>
          </a:blip>
          <a:srcRect t="33086" b="1379"/>
          <a:stretch/>
        </p:blipFill>
        <p:spPr>
          <a:xfrm flipV="1">
            <a:off x="0" y="0"/>
            <a:ext cx="9144000" cy="5030078"/>
          </a:xfrm>
          <a:prstGeom prst="rect">
            <a:avLst/>
          </a:prstGeom>
        </p:spPr>
      </p:pic>
      <p:grpSp>
        <p:nvGrpSpPr>
          <p:cNvPr id="27" name="Group 26"/>
          <p:cNvGrpSpPr/>
          <p:nvPr userDrawn="1"/>
        </p:nvGrpSpPr>
        <p:grpSpPr>
          <a:xfrm>
            <a:off x="496176" y="5451818"/>
            <a:ext cx="3105481" cy="975083"/>
            <a:chOff x="2814452" y="4625522"/>
            <a:chExt cx="5459889" cy="1714337"/>
          </a:xfrm>
        </p:grpSpPr>
        <p:sp>
          <p:nvSpPr>
            <p:cNvPr id="9" name="Freeform 6"/>
            <p:cNvSpPr>
              <a:spLocks noEditPoints="1"/>
            </p:cNvSpPr>
            <p:nvPr userDrawn="1"/>
          </p:nvSpPr>
          <p:spPr bwMode="auto">
            <a:xfrm>
              <a:off x="2814452" y="5818063"/>
              <a:ext cx="523694" cy="508514"/>
            </a:xfrm>
            <a:custGeom>
              <a:avLst/>
              <a:gdLst>
                <a:gd name="T0" fmla="*/ 98 w 552"/>
                <a:gd name="T1" fmla="*/ 79 h 536"/>
                <a:gd name="T2" fmla="*/ 98 w 552"/>
                <a:gd name="T3" fmla="*/ 241 h 536"/>
                <a:gd name="T4" fmla="*/ 307 w 552"/>
                <a:gd name="T5" fmla="*/ 241 h 536"/>
                <a:gd name="T6" fmla="*/ 342 w 552"/>
                <a:gd name="T7" fmla="*/ 241 h 536"/>
                <a:gd name="T8" fmla="*/ 374 w 552"/>
                <a:gd name="T9" fmla="*/ 238 h 536"/>
                <a:gd name="T10" fmla="*/ 398 w 552"/>
                <a:gd name="T11" fmla="*/ 231 h 536"/>
                <a:gd name="T12" fmla="*/ 417 w 552"/>
                <a:gd name="T13" fmla="*/ 222 h 536"/>
                <a:gd name="T14" fmla="*/ 431 w 552"/>
                <a:gd name="T15" fmla="*/ 206 h 536"/>
                <a:gd name="T16" fmla="*/ 440 w 552"/>
                <a:gd name="T17" fmla="*/ 187 h 536"/>
                <a:gd name="T18" fmla="*/ 443 w 552"/>
                <a:gd name="T19" fmla="*/ 161 h 536"/>
                <a:gd name="T20" fmla="*/ 440 w 552"/>
                <a:gd name="T21" fmla="*/ 135 h 536"/>
                <a:gd name="T22" fmla="*/ 431 w 552"/>
                <a:gd name="T23" fmla="*/ 114 h 536"/>
                <a:gd name="T24" fmla="*/ 417 w 552"/>
                <a:gd name="T25" fmla="*/ 100 h 536"/>
                <a:gd name="T26" fmla="*/ 398 w 552"/>
                <a:gd name="T27" fmla="*/ 89 h 536"/>
                <a:gd name="T28" fmla="*/ 374 w 552"/>
                <a:gd name="T29" fmla="*/ 84 h 536"/>
                <a:gd name="T30" fmla="*/ 342 w 552"/>
                <a:gd name="T31" fmla="*/ 80 h 536"/>
                <a:gd name="T32" fmla="*/ 307 w 552"/>
                <a:gd name="T33" fmla="*/ 79 h 536"/>
                <a:gd name="T34" fmla="*/ 98 w 552"/>
                <a:gd name="T35" fmla="*/ 79 h 536"/>
                <a:gd name="T36" fmla="*/ 0 w 552"/>
                <a:gd name="T37" fmla="*/ 0 h 536"/>
                <a:gd name="T38" fmla="*/ 323 w 552"/>
                <a:gd name="T39" fmla="*/ 0 h 536"/>
                <a:gd name="T40" fmla="*/ 377 w 552"/>
                <a:gd name="T41" fmla="*/ 2 h 536"/>
                <a:gd name="T42" fmla="*/ 422 w 552"/>
                <a:gd name="T43" fmla="*/ 9 h 536"/>
                <a:gd name="T44" fmla="*/ 461 w 552"/>
                <a:gd name="T45" fmla="*/ 19 h 536"/>
                <a:gd name="T46" fmla="*/ 490 w 552"/>
                <a:gd name="T47" fmla="*/ 37 h 536"/>
                <a:gd name="T48" fmla="*/ 513 w 552"/>
                <a:gd name="T49" fmla="*/ 58 h 536"/>
                <a:gd name="T50" fmla="*/ 529 w 552"/>
                <a:gd name="T51" fmla="*/ 86 h 536"/>
                <a:gd name="T52" fmla="*/ 538 w 552"/>
                <a:gd name="T53" fmla="*/ 119 h 536"/>
                <a:gd name="T54" fmla="*/ 541 w 552"/>
                <a:gd name="T55" fmla="*/ 157 h 536"/>
                <a:gd name="T56" fmla="*/ 538 w 552"/>
                <a:gd name="T57" fmla="*/ 194 h 536"/>
                <a:gd name="T58" fmla="*/ 529 w 552"/>
                <a:gd name="T59" fmla="*/ 225 h 536"/>
                <a:gd name="T60" fmla="*/ 513 w 552"/>
                <a:gd name="T61" fmla="*/ 252 h 536"/>
                <a:gd name="T62" fmla="*/ 494 w 552"/>
                <a:gd name="T63" fmla="*/ 272 h 536"/>
                <a:gd name="T64" fmla="*/ 473 w 552"/>
                <a:gd name="T65" fmla="*/ 290 h 536"/>
                <a:gd name="T66" fmla="*/ 447 w 552"/>
                <a:gd name="T67" fmla="*/ 302 h 536"/>
                <a:gd name="T68" fmla="*/ 421 w 552"/>
                <a:gd name="T69" fmla="*/ 311 h 536"/>
                <a:gd name="T70" fmla="*/ 393 w 552"/>
                <a:gd name="T71" fmla="*/ 314 h 536"/>
                <a:gd name="T72" fmla="*/ 384 w 552"/>
                <a:gd name="T73" fmla="*/ 314 h 536"/>
                <a:gd name="T74" fmla="*/ 552 w 552"/>
                <a:gd name="T75" fmla="*/ 536 h 536"/>
                <a:gd name="T76" fmla="*/ 431 w 552"/>
                <a:gd name="T77" fmla="*/ 536 h 536"/>
                <a:gd name="T78" fmla="*/ 274 w 552"/>
                <a:gd name="T79" fmla="*/ 323 h 536"/>
                <a:gd name="T80" fmla="*/ 274 w 552"/>
                <a:gd name="T81" fmla="*/ 321 h 536"/>
                <a:gd name="T82" fmla="*/ 98 w 552"/>
                <a:gd name="T83" fmla="*/ 321 h 536"/>
                <a:gd name="T84" fmla="*/ 98 w 552"/>
                <a:gd name="T85" fmla="*/ 536 h 536"/>
                <a:gd name="T86" fmla="*/ 0 w 552"/>
                <a:gd name="T87" fmla="*/ 536 h 536"/>
                <a:gd name="T88" fmla="*/ 0 w 552"/>
                <a:gd name="T8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52" h="536">
                  <a:moveTo>
                    <a:pt x="98" y="79"/>
                  </a:moveTo>
                  <a:lnTo>
                    <a:pt x="98" y="241"/>
                  </a:lnTo>
                  <a:lnTo>
                    <a:pt x="307" y="241"/>
                  </a:lnTo>
                  <a:lnTo>
                    <a:pt x="342" y="241"/>
                  </a:lnTo>
                  <a:lnTo>
                    <a:pt x="374" y="238"/>
                  </a:lnTo>
                  <a:lnTo>
                    <a:pt x="398" y="231"/>
                  </a:lnTo>
                  <a:lnTo>
                    <a:pt x="417" y="222"/>
                  </a:lnTo>
                  <a:lnTo>
                    <a:pt x="431" y="206"/>
                  </a:lnTo>
                  <a:lnTo>
                    <a:pt x="440" y="187"/>
                  </a:lnTo>
                  <a:lnTo>
                    <a:pt x="443" y="161"/>
                  </a:lnTo>
                  <a:lnTo>
                    <a:pt x="440" y="135"/>
                  </a:lnTo>
                  <a:lnTo>
                    <a:pt x="431" y="114"/>
                  </a:lnTo>
                  <a:lnTo>
                    <a:pt x="417" y="100"/>
                  </a:lnTo>
                  <a:lnTo>
                    <a:pt x="398" y="89"/>
                  </a:lnTo>
                  <a:lnTo>
                    <a:pt x="374" y="84"/>
                  </a:lnTo>
                  <a:lnTo>
                    <a:pt x="342" y="80"/>
                  </a:lnTo>
                  <a:lnTo>
                    <a:pt x="307" y="79"/>
                  </a:lnTo>
                  <a:lnTo>
                    <a:pt x="98" y="79"/>
                  </a:lnTo>
                  <a:close/>
                  <a:moveTo>
                    <a:pt x="0" y="0"/>
                  </a:moveTo>
                  <a:lnTo>
                    <a:pt x="323" y="0"/>
                  </a:lnTo>
                  <a:lnTo>
                    <a:pt x="377" y="2"/>
                  </a:lnTo>
                  <a:lnTo>
                    <a:pt x="422" y="9"/>
                  </a:lnTo>
                  <a:lnTo>
                    <a:pt x="461" y="19"/>
                  </a:lnTo>
                  <a:lnTo>
                    <a:pt x="490" y="37"/>
                  </a:lnTo>
                  <a:lnTo>
                    <a:pt x="513" y="58"/>
                  </a:lnTo>
                  <a:lnTo>
                    <a:pt x="529" y="86"/>
                  </a:lnTo>
                  <a:lnTo>
                    <a:pt x="538" y="119"/>
                  </a:lnTo>
                  <a:lnTo>
                    <a:pt x="541" y="157"/>
                  </a:lnTo>
                  <a:lnTo>
                    <a:pt x="538" y="194"/>
                  </a:lnTo>
                  <a:lnTo>
                    <a:pt x="529" y="225"/>
                  </a:lnTo>
                  <a:lnTo>
                    <a:pt x="513" y="252"/>
                  </a:lnTo>
                  <a:lnTo>
                    <a:pt x="494" y="272"/>
                  </a:lnTo>
                  <a:lnTo>
                    <a:pt x="473" y="290"/>
                  </a:lnTo>
                  <a:lnTo>
                    <a:pt x="447" y="302"/>
                  </a:lnTo>
                  <a:lnTo>
                    <a:pt x="421" y="311"/>
                  </a:lnTo>
                  <a:lnTo>
                    <a:pt x="393" y="314"/>
                  </a:lnTo>
                  <a:lnTo>
                    <a:pt x="384" y="314"/>
                  </a:lnTo>
                  <a:lnTo>
                    <a:pt x="552" y="536"/>
                  </a:lnTo>
                  <a:lnTo>
                    <a:pt x="431" y="536"/>
                  </a:lnTo>
                  <a:lnTo>
                    <a:pt x="274" y="323"/>
                  </a:lnTo>
                  <a:lnTo>
                    <a:pt x="274" y="321"/>
                  </a:lnTo>
                  <a:lnTo>
                    <a:pt x="98" y="321"/>
                  </a:lnTo>
                  <a:lnTo>
                    <a:pt x="98" y="536"/>
                  </a:lnTo>
                  <a:lnTo>
                    <a:pt x="0" y="536"/>
                  </a:lnTo>
                  <a:lnTo>
                    <a:pt x="0"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 name="Freeform 7"/>
            <p:cNvSpPr>
              <a:spLocks/>
            </p:cNvSpPr>
            <p:nvPr userDrawn="1"/>
          </p:nvSpPr>
          <p:spPr bwMode="auto">
            <a:xfrm>
              <a:off x="3467172" y="5818063"/>
              <a:ext cx="462976" cy="508514"/>
            </a:xfrm>
            <a:custGeom>
              <a:avLst/>
              <a:gdLst>
                <a:gd name="T0" fmla="*/ 0 w 488"/>
                <a:gd name="T1" fmla="*/ 0 h 536"/>
                <a:gd name="T2" fmla="*/ 440 w 488"/>
                <a:gd name="T3" fmla="*/ 0 h 536"/>
                <a:gd name="T4" fmla="*/ 455 w 488"/>
                <a:gd name="T5" fmla="*/ 2 h 536"/>
                <a:gd name="T6" fmla="*/ 467 w 488"/>
                <a:gd name="T7" fmla="*/ 12 h 536"/>
                <a:gd name="T8" fmla="*/ 476 w 488"/>
                <a:gd name="T9" fmla="*/ 25 h 536"/>
                <a:gd name="T10" fmla="*/ 480 w 488"/>
                <a:gd name="T11" fmla="*/ 40 h 536"/>
                <a:gd name="T12" fmla="*/ 476 w 488"/>
                <a:gd name="T13" fmla="*/ 56 h 536"/>
                <a:gd name="T14" fmla="*/ 467 w 488"/>
                <a:gd name="T15" fmla="*/ 70 h 536"/>
                <a:gd name="T16" fmla="*/ 455 w 488"/>
                <a:gd name="T17" fmla="*/ 79 h 536"/>
                <a:gd name="T18" fmla="*/ 440 w 488"/>
                <a:gd name="T19" fmla="*/ 82 h 536"/>
                <a:gd name="T20" fmla="*/ 97 w 488"/>
                <a:gd name="T21" fmla="*/ 82 h 536"/>
                <a:gd name="T22" fmla="*/ 97 w 488"/>
                <a:gd name="T23" fmla="*/ 218 h 536"/>
                <a:gd name="T24" fmla="*/ 354 w 488"/>
                <a:gd name="T25" fmla="*/ 218 h 536"/>
                <a:gd name="T26" fmla="*/ 370 w 488"/>
                <a:gd name="T27" fmla="*/ 222 h 536"/>
                <a:gd name="T28" fmla="*/ 384 w 488"/>
                <a:gd name="T29" fmla="*/ 231 h 536"/>
                <a:gd name="T30" fmla="*/ 392 w 488"/>
                <a:gd name="T31" fmla="*/ 243 h 536"/>
                <a:gd name="T32" fmla="*/ 396 w 488"/>
                <a:gd name="T33" fmla="*/ 259 h 536"/>
                <a:gd name="T34" fmla="*/ 392 w 488"/>
                <a:gd name="T35" fmla="*/ 276 h 536"/>
                <a:gd name="T36" fmla="*/ 384 w 488"/>
                <a:gd name="T37" fmla="*/ 288 h 536"/>
                <a:gd name="T38" fmla="*/ 370 w 488"/>
                <a:gd name="T39" fmla="*/ 297 h 536"/>
                <a:gd name="T40" fmla="*/ 354 w 488"/>
                <a:gd name="T41" fmla="*/ 300 h 536"/>
                <a:gd name="T42" fmla="*/ 97 w 488"/>
                <a:gd name="T43" fmla="*/ 300 h 536"/>
                <a:gd name="T44" fmla="*/ 97 w 488"/>
                <a:gd name="T45" fmla="*/ 454 h 536"/>
                <a:gd name="T46" fmla="*/ 448 w 488"/>
                <a:gd name="T47" fmla="*/ 454 h 536"/>
                <a:gd name="T48" fmla="*/ 464 w 488"/>
                <a:gd name="T49" fmla="*/ 457 h 536"/>
                <a:gd name="T50" fmla="*/ 478 w 488"/>
                <a:gd name="T51" fmla="*/ 466 h 536"/>
                <a:gd name="T52" fmla="*/ 487 w 488"/>
                <a:gd name="T53" fmla="*/ 478 h 536"/>
                <a:gd name="T54" fmla="*/ 488 w 488"/>
                <a:gd name="T55" fmla="*/ 494 h 536"/>
                <a:gd name="T56" fmla="*/ 487 w 488"/>
                <a:gd name="T57" fmla="*/ 512 h 536"/>
                <a:gd name="T58" fmla="*/ 478 w 488"/>
                <a:gd name="T59" fmla="*/ 524 h 536"/>
                <a:gd name="T60" fmla="*/ 464 w 488"/>
                <a:gd name="T61" fmla="*/ 533 h 536"/>
                <a:gd name="T62" fmla="*/ 448 w 488"/>
                <a:gd name="T63" fmla="*/ 536 h 536"/>
                <a:gd name="T64" fmla="*/ 0 w 488"/>
                <a:gd name="T65" fmla="*/ 536 h 536"/>
                <a:gd name="T66" fmla="*/ 0 w 488"/>
                <a:gd name="T6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88" h="536">
                  <a:moveTo>
                    <a:pt x="0" y="0"/>
                  </a:moveTo>
                  <a:lnTo>
                    <a:pt x="440" y="0"/>
                  </a:lnTo>
                  <a:lnTo>
                    <a:pt x="455" y="2"/>
                  </a:lnTo>
                  <a:lnTo>
                    <a:pt x="467" y="12"/>
                  </a:lnTo>
                  <a:lnTo>
                    <a:pt x="476" y="25"/>
                  </a:lnTo>
                  <a:lnTo>
                    <a:pt x="480" y="40"/>
                  </a:lnTo>
                  <a:lnTo>
                    <a:pt x="476" y="56"/>
                  </a:lnTo>
                  <a:lnTo>
                    <a:pt x="467" y="70"/>
                  </a:lnTo>
                  <a:lnTo>
                    <a:pt x="455" y="79"/>
                  </a:lnTo>
                  <a:lnTo>
                    <a:pt x="440" y="82"/>
                  </a:lnTo>
                  <a:lnTo>
                    <a:pt x="97" y="82"/>
                  </a:lnTo>
                  <a:lnTo>
                    <a:pt x="97" y="218"/>
                  </a:lnTo>
                  <a:lnTo>
                    <a:pt x="354" y="218"/>
                  </a:lnTo>
                  <a:lnTo>
                    <a:pt x="370" y="222"/>
                  </a:lnTo>
                  <a:lnTo>
                    <a:pt x="384" y="231"/>
                  </a:lnTo>
                  <a:lnTo>
                    <a:pt x="392" y="243"/>
                  </a:lnTo>
                  <a:lnTo>
                    <a:pt x="396" y="259"/>
                  </a:lnTo>
                  <a:lnTo>
                    <a:pt x="392" y="276"/>
                  </a:lnTo>
                  <a:lnTo>
                    <a:pt x="384" y="288"/>
                  </a:lnTo>
                  <a:lnTo>
                    <a:pt x="370" y="297"/>
                  </a:lnTo>
                  <a:lnTo>
                    <a:pt x="354" y="300"/>
                  </a:lnTo>
                  <a:lnTo>
                    <a:pt x="97" y="300"/>
                  </a:lnTo>
                  <a:lnTo>
                    <a:pt x="97" y="454"/>
                  </a:lnTo>
                  <a:lnTo>
                    <a:pt x="448" y="454"/>
                  </a:lnTo>
                  <a:lnTo>
                    <a:pt x="464" y="457"/>
                  </a:lnTo>
                  <a:lnTo>
                    <a:pt x="478" y="466"/>
                  </a:lnTo>
                  <a:lnTo>
                    <a:pt x="487" y="478"/>
                  </a:lnTo>
                  <a:lnTo>
                    <a:pt x="488" y="494"/>
                  </a:lnTo>
                  <a:lnTo>
                    <a:pt x="487" y="512"/>
                  </a:lnTo>
                  <a:lnTo>
                    <a:pt x="478" y="524"/>
                  </a:lnTo>
                  <a:lnTo>
                    <a:pt x="464" y="533"/>
                  </a:lnTo>
                  <a:lnTo>
                    <a:pt x="448" y="536"/>
                  </a:lnTo>
                  <a:lnTo>
                    <a:pt x="0" y="536"/>
                  </a:lnTo>
                  <a:lnTo>
                    <a:pt x="0"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 name="Freeform 8"/>
            <p:cNvSpPr>
              <a:spLocks/>
            </p:cNvSpPr>
            <p:nvPr userDrawn="1"/>
          </p:nvSpPr>
          <p:spPr bwMode="auto">
            <a:xfrm>
              <a:off x="4041148" y="5818063"/>
              <a:ext cx="541720" cy="508514"/>
            </a:xfrm>
            <a:custGeom>
              <a:avLst/>
              <a:gdLst>
                <a:gd name="T0" fmla="*/ 48 w 571"/>
                <a:gd name="T1" fmla="*/ 0 h 536"/>
                <a:gd name="T2" fmla="*/ 65 w 571"/>
                <a:gd name="T3" fmla="*/ 4 h 536"/>
                <a:gd name="T4" fmla="*/ 79 w 571"/>
                <a:gd name="T5" fmla="*/ 12 h 536"/>
                <a:gd name="T6" fmla="*/ 89 w 571"/>
                <a:gd name="T7" fmla="*/ 26 h 536"/>
                <a:gd name="T8" fmla="*/ 280 w 571"/>
                <a:gd name="T9" fmla="*/ 431 h 536"/>
                <a:gd name="T10" fmla="*/ 285 w 571"/>
                <a:gd name="T11" fmla="*/ 440 h 536"/>
                <a:gd name="T12" fmla="*/ 484 w 571"/>
                <a:gd name="T13" fmla="*/ 26 h 536"/>
                <a:gd name="T14" fmla="*/ 494 w 571"/>
                <a:gd name="T15" fmla="*/ 12 h 536"/>
                <a:gd name="T16" fmla="*/ 508 w 571"/>
                <a:gd name="T17" fmla="*/ 2 h 536"/>
                <a:gd name="T18" fmla="*/ 526 w 571"/>
                <a:gd name="T19" fmla="*/ 0 h 536"/>
                <a:gd name="T20" fmla="*/ 541 w 571"/>
                <a:gd name="T21" fmla="*/ 2 h 536"/>
                <a:gd name="T22" fmla="*/ 554 w 571"/>
                <a:gd name="T23" fmla="*/ 9 h 536"/>
                <a:gd name="T24" fmla="*/ 564 w 571"/>
                <a:gd name="T25" fmla="*/ 21 h 536"/>
                <a:gd name="T26" fmla="*/ 571 w 571"/>
                <a:gd name="T27" fmla="*/ 35 h 536"/>
                <a:gd name="T28" fmla="*/ 571 w 571"/>
                <a:gd name="T29" fmla="*/ 51 h 536"/>
                <a:gd name="T30" fmla="*/ 568 w 571"/>
                <a:gd name="T31" fmla="*/ 67 h 536"/>
                <a:gd name="T32" fmla="*/ 337 w 571"/>
                <a:gd name="T33" fmla="*/ 536 h 536"/>
                <a:gd name="T34" fmla="*/ 233 w 571"/>
                <a:gd name="T35" fmla="*/ 536 h 536"/>
                <a:gd name="T36" fmla="*/ 6 w 571"/>
                <a:gd name="T37" fmla="*/ 67 h 536"/>
                <a:gd name="T38" fmla="*/ 0 w 571"/>
                <a:gd name="T39" fmla="*/ 51 h 536"/>
                <a:gd name="T40" fmla="*/ 2 w 571"/>
                <a:gd name="T41" fmla="*/ 35 h 536"/>
                <a:gd name="T42" fmla="*/ 7 w 571"/>
                <a:gd name="T43" fmla="*/ 21 h 536"/>
                <a:gd name="T44" fmla="*/ 18 w 571"/>
                <a:gd name="T45" fmla="*/ 9 h 536"/>
                <a:gd name="T46" fmla="*/ 32 w 571"/>
                <a:gd name="T47" fmla="*/ 2 h 536"/>
                <a:gd name="T48" fmla="*/ 48 w 571"/>
                <a:gd name="T4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571" h="536">
                  <a:moveTo>
                    <a:pt x="48" y="0"/>
                  </a:moveTo>
                  <a:lnTo>
                    <a:pt x="65" y="4"/>
                  </a:lnTo>
                  <a:lnTo>
                    <a:pt x="79" y="12"/>
                  </a:lnTo>
                  <a:lnTo>
                    <a:pt x="89" y="26"/>
                  </a:lnTo>
                  <a:lnTo>
                    <a:pt x="280" y="431"/>
                  </a:lnTo>
                  <a:lnTo>
                    <a:pt x="285" y="440"/>
                  </a:lnTo>
                  <a:lnTo>
                    <a:pt x="484" y="26"/>
                  </a:lnTo>
                  <a:lnTo>
                    <a:pt x="494" y="12"/>
                  </a:lnTo>
                  <a:lnTo>
                    <a:pt x="508" y="2"/>
                  </a:lnTo>
                  <a:lnTo>
                    <a:pt x="526" y="0"/>
                  </a:lnTo>
                  <a:lnTo>
                    <a:pt x="541" y="2"/>
                  </a:lnTo>
                  <a:lnTo>
                    <a:pt x="554" y="9"/>
                  </a:lnTo>
                  <a:lnTo>
                    <a:pt x="564" y="21"/>
                  </a:lnTo>
                  <a:lnTo>
                    <a:pt x="571" y="35"/>
                  </a:lnTo>
                  <a:lnTo>
                    <a:pt x="571" y="51"/>
                  </a:lnTo>
                  <a:lnTo>
                    <a:pt x="568" y="67"/>
                  </a:lnTo>
                  <a:lnTo>
                    <a:pt x="337" y="536"/>
                  </a:lnTo>
                  <a:lnTo>
                    <a:pt x="233" y="536"/>
                  </a:lnTo>
                  <a:lnTo>
                    <a:pt x="6" y="67"/>
                  </a:lnTo>
                  <a:lnTo>
                    <a:pt x="0" y="51"/>
                  </a:lnTo>
                  <a:lnTo>
                    <a:pt x="2" y="35"/>
                  </a:lnTo>
                  <a:lnTo>
                    <a:pt x="7" y="21"/>
                  </a:lnTo>
                  <a:lnTo>
                    <a:pt x="18" y="9"/>
                  </a:lnTo>
                  <a:lnTo>
                    <a:pt x="32" y="2"/>
                  </a:lnTo>
                  <a:lnTo>
                    <a:pt x="48"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2" name="Freeform 9"/>
            <p:cNvSpPr>
              <a:spLocks noEditPoints="1"/>
            </p:cNvSpPr>
            <p:nvPr userDrawn="1"/>
          </p:nvSpPr>
          <p:spPr bwMode="auto">
            <a:xfrm>
              <a:off x="4582868" y="5818063"/>
              <a:ext cx="608130" cy="508514"/>
            </a:xfrm>
            <a:custGeom>
              <a:avLst/>
              <a:gdLst>
                <a:gd name="T0" fmla="*/ 321 w 641"/>
                <a:gd name="T1" fmla="*/ 70 h 536"/>
                <a:gd name="T2" fmla="*/ 201 w 641"/>
                <a:gd name="T3" fmla="*/ 328 h 536"/>
                <a:gd name="T4" fmla="*/ 443 w 641"/>
                <a:gd name="T5" fmla="*/ 328 h 536"/>
                <a:gd name="T6" fmla="*/ 321 w 641"/>
                <a:gd name="T7" fmla="*/ 70 h 536"/>
                <a:gd name="T8" fmla="*/ 264 w 641"/>
                <a:gd name="T9" fmla="*/ 0 h 536"/>
                <a:gd name="T10" fmla="*/ 381 w 641"/>
                <a:gd name="T11" fmla="*/ 0 h 536"/>
                <a:gd name="T12" fmla="*/ 641 w 641"/>
                <a:gd name="T13" fmla="*/ 536 h 536"/>
                <a:gd name="T14" fmla="*/ 538 w 641"/>
                <a:gd name="T15" fmla="*/ 536 h 536"/>
                <a:gd name="T16" fmla="*/ 482 w 641"/>
                <a:gd name="T17" fmla="*/ 414 h 536"/>
                <a:gd name="T18" fmla="*/ 480 w 641"/>
                <a:gd name="T19" fmla="*/ 410 h 536"/>
                <a:gd name="T20" fmla="*/ 161 w 641"/>
                <a:gd name="T21" fmla="*/ 410 h 536"/>
                <a:gd name="T22" fmla="*/ 103 w 641"/>
                <a:gd name="T23" fmla="*/ 536 h 536"/>
                <a:gd name="T24" fmla="*/ 0 w 641"/>
                <a:gd name="T25" fmla="*/ 536 h 536"/>
                <a:gd name="T26" fmla="*/ 264 w 641"/>
                <a:gd name="T2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41" h="536">
                  <a:moveTo>
                    <a:pt x="321" y="70"/>
                  </a:moveTo>
                  <a:lnTo>
                    <a:pt x="201" y="328"/>
                  </a:lnTo>
                  <a:lnTo>
                    <a:pt x="443" y="328"/>
                  </a:lnTo>
                  <a:lnTo>
                    <a:pt x="321" y="70"/>
                  </a:lnTo>
                  <a:close/>
                  <a:moveTo>
                    <a:pt x="264" y="0"/>
                  </a:moveTo>
                  <a:lnTo>
                    <a:pt x="381" y="0"/>
                  </a:lnTo>
                  <a:lnTo>
                    <a:pt x="641" y="536"/>
                  </a:lnTo>
                  <a:lnTo>
                    <a:pt x="538" y="536"/>
                  </a:lnTo>
                  <a:lnTo>
                    <a:pt x="482" y="414"/>
                  </a:lnTo>
                  <a:lnTo>
                    <a:pt x="480" y="410"/>
                  </a:lnTo>
                  <a:lnTo>
                    <a:pt x="161" y="410"/>
                  </a:lnTo>
                  <a:lnTo>
                    <a:pt x="103" y="536"/>
                  </a:lnTo>
                  <a:lnTo>
                    <a:pt x="0" y="536"/>
                  </a:lnTo>
                  <a:lnTo>
                    <a:pt x="264"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3" name="Freeform 10"/>
            <p:cNvSpPr>
              <a:spLocks/>
            </p:cNvSpPr>
            <p:nvPr userDrawn="1"/>
          </p:nvSpPr>
          <p:spPr bwMode="auto">
            <a:xfrm>
              <a:off x="5169177" y="5818063"/>
              <a:ext cx="555002" cy="508514"/>
            </a:xfrm>
            <a:custGeom>
              <a:avLst/>
              <a:gdLst>
                <a:gd name="T0" fmla="*/ 42 w 585"/>
                <a:gd name="T1" fmla="*/ 0 h 536"/>
                <a:gd name="T2" fmla="*/ 545 w 585"/>
                <a:gd name="T3" fmla="*/ 0 h 536"/>
                <a:gd name="T4" fmla="*/ 560 w 585"/>
                <a:gd name="T5" fmla="*/ 2 h 536"/>
                <a:gd name="T6" fmla="*/ 574 w 585"/>
                <a:gd name="T7" fmla="*/ 12 h 536"/>
                <a:gd name="T8" fmla="*/ 583 w 585"/>
                <a:gd name="T9" fmla="*/ 25 h 536"/>
                <a:gd name="T10" fmla="*/ 585 w 585"/>
                <a:gd name="T11" fmla="*/ 40 h 536"/>
                <a:gd name="T12" fmla="*/ 583 w 585"/>
                <a:gd name="T13" fmla="*/ 56 h 536"/>
                <a:gd name="T14" fmla="*/ 574 w 585"/>
                <a:gd name="T15" fmla="*/ 70 h 536"/>
                <a:gd name="T16" fmla="*/ 560 w 585"/>
                <a:gd name="T17" fmla="*/ 79 h 536"/>
                <a:gd name="T18" fmla="*/ 545 w 585"/>
                <a:gd name="T19" fmla="*/ 82 h 536"/>
                <a:gd name="T20" fmla="*/ 342 w 585"/>
                <a:gd name="T21" fmla="*/ 82 h 536"/>
                <a:gd name="T22" fmla="*/ 342 w 585"/>
                <a:gd name="T23" fmla="*/ 536 h 536"/>
                <a:gd name="T24" fmla="*/ 244 w 585"/>
                <a:gd name="T25" fmla="*/ 536 h 536"/>
                <a:gd name="T26" fmla="*/ 244 w 585"/>
                <a:gd name="T27" fmla="*/ 82 h 536"/>
                <a:gd name="T28" fmla="*/ 42 w 585"/>
                <a:gd name="T29" fmla="*/ 82 h 536"/>
                <a:gd name="T30" fmla="*/ 26 w 585"/>
                <a:gd name="T31" fmla="*/ 79 h 536"/>
                <a:gd name="T32" fmla="*/ 12 w 585"/>
                <a:gd name="T33" fmla="*/ 70 h 536"/>
                <a:gd name="T34" fmla="*/ 4 w 585"/>
                <a:gd name="T35" fmla="*/ 56 h 536"/>
                <a:gd name="T36" fmla="*/ 0 w 585"/>
                <a:gd name="T37" fmla="*/ 40 h 536"/>
                <a:gd name="T38" fmla="*/ 4 w 585"/>
                <a:gd name="T39" fmla="*/ 25 h 536"/>
                <a:gd name="T40" fmla="*/ 12 w 585"/>
                <a:gd name="T41" fmla="*/ 12 h 536"/>
                <a:gd name="T42" fmla="*/ 26 w 585"/>
                <a:gd name="T43" fmla="*/ 2 h 536"/>
                <a:gd name="T44" fmla="*/ 42 w 585"/>
                <a:gd name="T45"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585" h="536">
                  <a:moveTo>
                    <a:pt x="42" y="0"/>
                  </a:moveTo>
                  <a:lnTo>
                    <a:pt x="545" y="0"/>
                  </a:lnTo>
                  <a:lnTo>
                    <a:pt x="560" y="2"/>
                  </a:lnTo>
                  <a:lnTo>
                    <a:pt x="574" y="12"/>
                  </a:lnTo>
                  <a:lnTo>
                    <a:pt x="583" y="25"/>
                  </a:lnTo>
                  <a:lnTo>
                    <a:pt x="585" y="40"/>
                  </a:lnTo>
                  <a:lnTo>
                    <a:pt x="583" y="56"/>
                  </a:lnTo>
                  <a:lnTo>
                    <a:pt x="574" y="70"/>
                  </a:lnTo>
                  <a:lnTo>
                    <a:pt x="560" y="79"/>
                  </a:lnTo>
                  <a:lnTo>
                    <a:pt x="545" y="82"/>
                  </a:lnTo>
                  <a:lnTo>
                    <a:pt x="342" y="82"/>
                  </a:lnTo>
                  <a:lnTo>
                    <a:pt x="342" y="536"/>
                  </a:lnTo>
                  <a:lnTo>
                    <a:pt x="244" y="536"/>
                  </a:lnTo>
                  <a:lnTo>
                    <a:pt x="244" y="82"/>
                  </a:lnTo>
                  <a:lnTo>
                    <a:pt x="42" y="82"/>
                  </a:lnTo>
                  <a:lnTo>
                    <a:pt x="26" y="79"/>
                  </a:lnTo>
                  <a:lnTo>
                    <a:pt x="12" y="70"/>
                  </a:lnTo>
                  <a:lnTo>
                    <a:pt x="4" y="56"/>
                  </a:lnTo>
                  <a:lnTo>
                    <a:pt x="0" y="40"/>
                  </a:lnTo>
                  <a:lnTo>
                    <a:pt x="4" y="25"/>
                  </a:lnTo>
                  <a:lnTo>
                    <a:pt x="12" y="12"/>
                  </a:lnTo>
                  <a:lnTo>
                    <a:pt x="26" y="2"/>
                  </a:lnTo>
                  <a:lnTo>
                    <a:pt x="42"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4" name="Freeform 11"/>
            <p:cNvSpPr>
              <a:spLocks/>
            </p:cNvSpPr>
            <p:nvPr userDrawn="1"/>
          </p:nvSpPr>
          <p:spPr bwMode="auto">
            <a:xfrm>
              <a:off x="5831384" y="5818063"/>
              <a:ext cx="541720" cy="521796"/>
            </a:xfrm>
            <a:custGeom>
              <a:avLst/>
              <a:gdLst>
                <a:gd name="T0" fmla="*/ 49 w 571"/>
                <a:gd name="T1" fmla="*/ 0 h 550"/>
                <a:gd name="T2" fmla="*/ 68 w 571"/>
                <a:gd name="T3" fmla="*/ 4 h 550"/>
                <a:gd name="T4" fmla="*/ 84 w 571"/>
                <a:gd name="T5" fmla="*/ 14 h 550"/>
                <a:gd name="T6" fmla="*/ 94 w 571"/>
                <a:gd name="T7" fmla="*/ 30 h 550"/>
                <a:gd name="T8" fmla="*/ 98 w 571"/>
                <a:gd name="T9" fmla="*/ 49 h 550"/>
                <a:gd name="T10" fmla="*/ 98 w 571"/>
                <a:gd name="T11" fmla="*/ 299 h 550"/>
                <a:gd name="T12" fmla="*/ 98 w 571"/>
                <a:gd name="T13" fmla="*/ 320 h 550"/>
                <a:gd name="T14" fmla="*/ 101 w 571"/>
                <a:gd name="T15" fmla="*/ 342 h 550"/>
                <a:gd name="T16" fmla="*/ 105 w 571"/>
                <a:gd name="T17" fmla="*/ 363 h 550"/>
                <a:gd name="T18" fmla="*/ 112 w 571"/>
                <a:gd name="T19" fmla="*/ 384 h 550"/>
                <a:gd name="T20" fmla="*/ 122 w 571"/>
                <a:gd name="T21" fmla="*/ 403 h 550"/>
                <a:gd name="T22" fmla="*/ 136 w 571"/>
                <a:gd name="T23" fmla="*/ 421 h 550"/>
                <a:gd name="T24" fmla="*/ 156 w 571"/>
                <a:gd name="T25" fmla="*/ 437 h 550"/>
                <a:gd name="T26" fmla="*/ 180 w 571"/>
                <a:gd name="T27" fmla="*/ 449 h 550"/>
                <a:gd name="T28" fmla="*/ 208 w 571"/>
                <a:gd name="T29" fmla="*/ 459 h 550"/>
                <a:gd name="T30" fmla="*/ 245 w 571"/>
                <a:gd name="T31" fmla="*/ 464 h 550"/>
                <a:gd name="T32" fmla="*/ 286 w 571"/>
                <a:gd name="T33" fmla="*/ 466 h 550"/>
                <a:gd name="T34" fmla="*/ 328 w 571"/>
                <a:gd name="T35" fmla="*/ 464 h 550"/>
                <a:gd name="T36" fmla="*/ 363 w 571"/>
                <a:gd name="T37" fmla="*/ 459 h 550"/>
                <a:gd name="T38" fmla="*/ 391 w 571"/>
                <a:gd name="T39" fmla="*/ 449 h 550"/>
                <a:gd name="T40" fmla="*/ 416 w 571"/>
                <a:gd name="T41" fmla="*/ 437 h 550"/>
                <a:gd name="T42" fmla="*/ 435 w 571"/>
                <a:gd name="T43" fmla="*/ 421 h 550"/>
                <a:gd name="T44" fmla="*/ 449 w 571"/>
                <a:gd name="T45" fmla="*/ 403 h 550"/>
                <a:gd name="T46" fmla="*/ 459 w 571"/>
                <a:gd name="T47" fmla="*/ 384 h 550"/>
                <a:gd name="T48" fmla="*/ 466 w 571"/>
                <a:gd name="T49" fmla="*/ 363 h 550"/>
                <a:gd name="T50" fmla="*/ 470 w 571"/>
                <a:gd name="T51" fmla="*/ 342 h 550"/>
                <a:gd name="T52" fmla="*/ 473 w 571"/>
                <a:gd name="T53" fmla="*/ 320 h 550"/>
                <a:gd name="T54" fmla="*/ 473 w 571"/>
                <a:gd name="T55" fmla="*/ 299 h 550"/>
                <a:gd name="T56" fmla="*/ 473 w 571"/>
                <a:gd name="T57" fmla="*/ 49 h 550"/>
                <a:gd name="T58" fmla="*/ 477 w 571"/>
                <a:gd name="T59" fmla="*/ 30 h 550"/>
                <a:gd name="T60" fmla="*/ 487 w 571"/>
                <a:gd name="T61" fmla="*/ 14 h 550"/>
                <a:gd name="T62" fmla="*/ 503 w 571"/>
                <a:gd name="T63" fmla="*/ 4 h 550"/>
                <a:gd name="T64" fmla="*/ 522 w 571"/>
                <a:gd name="T65" fmla="*/ 0 h 550"/>
                <a:gd name="T66" fmla="*/ 541 w 571"/>
                <a:gd name="T67" fmla="*/ 4 h 550"/>
                <a:gd name="T68" fmla="*/ 557 w 571"/>
                <a:gd name="T69" fmla="*/ 14 h 550"/>
                <a:gd name="T70" fmla="*/ 567 w 571"/>
                <a:gd name="T71" fmla="*/ 30 h 550"/>
                <a:gd name="T72" fmla="*/ 571 w 571"/>
                <a:gd name="T73" fmla="*/ 49 h 550"/>
                <a:gd name="T74" fmla="*/ 571 w 571"/>
                <a:gd name="T75" fmla="*/ 306 h 550"/>
                <a:gd name="T76" fmla="*/ 567 w 571"/>
                <a:gd name="T77" fmla="*/ 358 h 550"/>
                <a:gd name="T78" fmla="*/ 557 w 571"/>
                <a:gd name="T79" fmla="*/ 402 h 550"/>
                <a:gd name="T80" fmla="*/ 540 w 571"/>
                <a:gd name="T81" fmla="*/ 442 h 550"/>
                <a:gd name="T82" fmla="*/ 513 w 571"/>
                <a:gd name="T83" fmla="*/ 475 h 550"/>
                <a:gd name="T84" fmla="*/ 482 w 571"/>
                <a:gd name="T85" fmla="*/ 501 h 550"/>
                <a:gd name="T86" fmla="*/ 444 w 571"/>
                <a:gd name="T87" fmla="*/ 522 h 550"/>
                <a:gd name="T88" fmla="*/ 398 w 571"/>
                <a:gd name="T89" fmla="*/ 538 h 550"/>
                <a:gd name="T90" fmla="*/ 346 w 571"/>
                <a:gd name="T91" fmla="*/ 547 h 550"/>
                <a:gd name="T92" fmla="*/ 286 w 571"/>
                <a:gd name="T93" fmla="*/ 550 h 550"/>
                <a:gd name="T94" fmla="*/ 225 w 571"/>
                <a:gd name="T95" fmla="*/ 547 h 550"/>
                <a:gd name="T96" fmla="*/ 173 w 571"/>
                <a:gd name="T97" fmla="*/ 538 h 550"/>
                <a:gd name="T98" fmla="*/ 128 w 571"/>
                <a:gd name="T99" fmla="*/ 522 h 550"/>
                <a:gd name="T100" fmla="*/ 89 w 571"/>
                <a:gd name="T101" fmla="*/ 501 h 550"/>
                <a:gd name="T102" fmla="*/ 58 w 571"/>
                <a:gd name="T103" fmla="*/ 475 h 550"/>
                <a:gd name="T104" fmla="*/ 32 w 571"/>
                <a:gd name="T105" fmla="*/ 442 h 550"/>
                <a:gd name="T106" fmla="*/ 14 w 571"/>
                <a:gd name="T107" fmla="*/ 402 h 550"/>
                <a:gd name="T108" fmla="*/ 4 w 571"/>
                <a:gd name="T109" fmla="*/ 358 h 550"/>
                <a:gd name="T110" fmla="*/ 0 w 571"/>
                <a:gd name="T111" fmla="*/ 306 h 550"/>
                <a:gd name="T112" fmla="*/ 0 w 571"/>
                <a:gd name="T113" fmla="*/ 49 h 550"/>
                <a:gd name="T114" fmla="*/ 4 w 571"/>
                <a:gd name="T115" fmla="*/ 30 h 550"/>
                <a:gd name="T116" fmla="*/ 14 w 571"/>
                <a:gd name="T117" fmla="*/ 14 h 550"/>
                <a:gd name="T118" fmla="*/ 30 w 571"/>
                <a:gd name="T119" fmla="*/ 4 h 550"/>
                <a:gd name="T120" fmla="*/ 49 w 571"/>
                <a:gd name="T121" fmla="*/ 0 h 5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571" h="550">
                  <a:moveTo>
                    <a:pt x="49" y="0"/>
                  </a:moveTo>
                  <a:lnTo>
                    <a:pt x="68" y="4"/>
                  </a:lnTo>
                  <a:lnTo>
                    <a:pt x="84" y="14"/>
                  </a:lnTo>
                  <a:lnTo>
                    <a:pt x="94" y="30"/>
                  </a:lnTo>
                  <a:lnTo>
                    <a:pt x="98" y="49"/>
                  </a:lnTo>
                  <a:lnTo>
                    <a:pt x="98" y="299"/>
                  </a:lnTo>
                  <a:lnTo>
                    <a:pt x="98" y="320"/>
                  </a:lnTo>
                  <a:lnTo>
                    <a:pt x="101" y="342"/>
                  </a:lnTo>
                  <a:lnTo>
                    <a:pt x="105" y="363"/>
                  </a:lnTo>
                  <a:lnTo>
                    <a:pt x="112" y="384"/>
                  </a:lnTo>
                  <a:lnTo>
                    <a:pt x="122" y="403"/>
                  </a:lnTo>
                  <a:lnTo>
                    <a:pt x="136" y="421"/>
                  </a:lnTo>
                  <a:lnTo>
                    <a:pt x="156" y="437"/>
                  </a:lnTo>
                  <a:lnTo>
                    <a:pt x="180" y="449"/>
                  </a:lnTo>
                  <a:lnTo>
                    <a:pt x="208" y="459"/>
                  </a:lnTo>
                  <a:lnTo>
                    <a:pt x="245" y="464"/>
                  </a:lnTo>
                  <a:lnTo>
                    <a:pt x="286" y="466"/>
                  </a:lnTo>
                  <a:lnTo>
                    <a:pt x="328" y="464"/>
                  </a:lnTo>
                  <a:lnTo>
                    <a:pt x="363" y="459"/>
                  </a:lnTo>
                  <a:lnTo>
                    <a:pt x="391" y="449"/>
                  </a:lnTo>
                  <a:lnTo>
                    <a:pt x="416" y="437"/>
                  </a:lnTo>
                  <a:lnTo>
                    <a:pt x="435" y="421"/>
                  </a:lnTo>
                  <a:lnTo>
                    <a:pt x="449" y="403"/>
                  </a:lnTo>
                  <a:lnTo>
                    <a:pt x="459" y="384"/>
                  </a:lnTo>
                  <a:lnTo>
                    <a:pt x="466" y="363"/>
                  </a:lnTo>
                  <a:lnTo>
                    <a:pt x="470" y="342"/>
                  </a:lnTo>
                  <a:lnTo>
                    <a:pt x="473" y="320"/>
                  </a:lnTo>
                  <a:lnTo>
                    <a:pt x="473" y="299"/>
                  </a:lnTo>
                  <a:lnTo>
                    <a:pt x="473" y="49"/>
                  </a:lnTo>
                  <a:lnTo>
                    <a:pt x="477" y="30"/>
                  </a:lnTo>
                  <a:lnTo>
                    <a:pt x="487" y="14"/>
                  </a:lnTo>
                  <a:lnTo>
                    <a:pt x="503" y="4"/>
                  </a:lnTo>
                  <a:lnTo>
                    <a:pt x="522" y="0"/>
                  </a:lnTo>
                  <a:lnTo>
                    <a:pt x="541" y="4"/>
                  </a:lnTo>
                  <a:lnTo>
                    <a:pt x="557" y="14"/>
                  </a:lnTo>
                  <a:lnTo>
                    <a:pt x="567" y="30"/>
                  </a:lnTo>
                  <a:lnTo>
                    <a:pt x="571" y="49"/>
                  </a:lnTo>
                  <a:lnTo>
                    <a:pt x="571" y="306"/>
                  </a:lnTo>
                  <a:lnTo>
                    <a:pt x="567" y="358"/>
                  </a:lnTo>
                  <a:lnTo>
                    <a:pt x="557" y="402"/>
                  </a:lnTo>
                  <a:lnTo>
                    <a:pt x="540" y="442"/>
                  </a:lnTo>
                  <a:lnTo>
                    <a:pt x="513" y="475"/>
                  </a:lnTo>
                  <a:lnTo>
                    <a:pt x="482" y="501"/>
                  </a:lnTo>
                  <a:lnTo>
                    <a:pt x="444" y="522"/>
                  </a:lnTo>
                  <a:lnTo>
                    <a:pt x="398" y="538"/>
                  </a:lnTo>
                  <a:lnTo>
                    <a:pt x="346" y="547"/>
                  </a:lnTo>
                  <a:lnTo>
                    <a:pt x="286" y="550"/>
                  </a:lnTo>
                  <a:lnTo>
                    <a:pt x="225" y="547"/>
                  </a:lnTo>
                  <a:lnTo>
                    <a:pt x="173" y="538"/>
                  </a:lnTo>
                  <a:lnTo>
                    <a:pt x="128" y="522"/>
                  </a:lnTo>
                  <a:lnTo>
                    <a:pt x="89" y="501"/>
                  </a:lnTo>
                  <a:lnTo>
                    <a:pt x="58" y="475"/>
                  </a:lnTo>
                  <a:lnTo>
                    <a:pt x="32" y="442"/>
                  </a:lnTo>
                  <a:lnTo>
                    <a:pt x="14" y="402"/>
                  </a:lnTo>
                  <a:lnTo>
                    <a:pt x="4" y="358"/>
                  </a:lnTo>
                  <a:lnTo>
                    <a:pt x="0" y="306"/>
                  </a:lnTo>
                  <a:lnTo>
                    <a:pt x="0" y="49"/>
                  </a:lnTo>
                  <a:lnTo>
                    <a:pt x="4" y="30"/>
                  </a:lnTo>
                  <a:lnTo>
                    <a:pt x="14" y="14"/>
                  </a:lnTo>
                  <a:lnTo>
                    <a:pt x="30" y="4"/>
                  </a:lnTo>
                  <a:lnTo>
                    <a:pt x="49"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5" name="Freeform 12"/>
            <p:cNvSpPr>
              <a:spLocks noEditPoints="1"/>
            </p:cNvSpPr>
            <p:nvPr userDrawn="1"/>
          </p:nvSpPr>
          <p:spPr bwMode="auto">
            <a:xfrm>
              <a:off x="6530592" y="5818063"/>
              <a:ext cx="521796" cy="508514"/>
            </a:xfrm>
            <a:custGeom>
              <a:avLst/>
              <a:gdLst>
                <a:gd name="T0" fmla="*/ 96 w 550"/>
                <a:gd name="T1" fmla="*/ 79 h 536"/>
                <a:gd name="T2" fmla="*/ 96 w 550"/>
                <a:gd name="T3" fmla="*/ 241 h 536"/>
                <a:gd name="T4" fmla="*/ 307 w 550"/>
                <a:gd name="T5" fmla="*/ 241 h 536"/>
                <a:gd name="T6" fmla="*/ 342 w 550"/>
                <a:gd name="T7" fmla="*/ 241 h 536"/>
                <a:gd name="T8" fmla="*/ 372 w 550"/>
                <a:gd name="T9" fmla="*/ 238 h 536"/>
                <a:gd name="T10" fmla="*/ 398 w 550"/>
                <a:gd name="T11" fmla="*/ 231 h 536"/>
                <a:gd name="T12" fmla="*/ 417 w 550"/>
                <a:gd name="T13" fmla="*/ 222 h 536"/>
                <a:gd name="T14" fmla="*/ 431 w 550"/>
                <a:gd name="T15" fmla="*/ 206 h 536"/>
                <a:gd name="T16" fmla="*/ 440 w 550"/>
                <a:gd name="T17" fmla="*/ 187 h 536"/>
                <a:gd name="T18" fmla="*/ 443 w 550"/>
                <a:gd name="T19" fmla="*/ 161 h 536"/>
                <a:gd name="T20" fmla="*/ 440 w 550"/>
                <a:gd name="T21" fmla="*/ 135 h 536"/>
                <a:gd name="T22" fmla="*/ 431 w 550"/>
                <a:gd name="T23" fmla="*/ 114 h 536"/>
                <a:gd name="T24" fmla="*/ 417 w 550"/>
                <a:gd name="T25" fmla="*/ 100 h 536"/>
                <a:gd name="T26" fmla="*/ 398 w 550"/>
                <a:gd name="T27" fmla="*/ 89 h 536"/>
                <a:gd name="T28" fmla="*/ 372 w 550"/>
                <a:gd name="T29" fmla="*/ 84 h 536"/>
                <a:gd name="T30" fmla="*/ 342 w 550"/>
                <a:gd name="T31" fmla="*/ 80 h 536"/>
                <a:gd name="T32" fmla="*/ 307 w 550"/>
                <a:gd name="T33" fmla="*/ 79 h 536"/>
                <a:gd name="T34" fmla="*/ 96 w 550"/>
                <a:gd name="T35" fmla="*/ 79 h 536"/>
                <a:gd name="T36" fmla="*/ 0 w 550"/>
                <a:gd name="T37" fmla="*/ 0 h 536"/>
                <a:gd name="T38" fmla="*/ 323 w 550"/>
                <a:gd name="T39" fmla="*/ 0 h 536"/>
                <a:gd name="T40" fmla="*/ 377 w 550"/>
                <a:gd name="T41" fmla="*/ 2 h 536"/>
                <a:gd name="T42" fmla="*/ 422 w 550"/>
                <a:gd name="T43" fmla="*/ 9 h 536"/>
                <a:gd name="T44" fmla="*/ 459 w 550"/>
                <a:gd name="T45" fmla="*/ 19 h 536"/>
                <a:gd name="T46" fmla="*/ 489 w 550"/>
                <a:gd name="T47" fmla="*/ 37 h 536"/>
                <a:gd name="T48" fmla="*/ 511 w 550"/>
                <a:gd name="T49" fmla="*/ 58 h 536"/>
                <a:gd name="T50" fmla="*/ 527 w 550"/>
                <a:gd name="T51" fmla="*/ 86 h 536"/>
                <a:gd name="T52" fmla="*/ 537 w 550"/>
                <a:gd name="T53" fmla="*/ 119 h 536"/>
                <a:gd name="T54" fmla="*/ 539 w 550"/>
                <a:gd name="T55" fmla="*/ 157 h 536"/>
                <a:gd name="T56" fmla="*/ 537 w 550"/>
                <a:gd name="T57" fmla="*/ 194 h 536"/>
                <a:gd name="T58" fmla="*/ 527 w 550"/>
                <a:gd name="T59" fmla="*/ 225 h 536"/>
                <a:gd name="T60" fmla="*/ 513 w 550"/>
                <a:gd name="T61" fmla="*/ 252 h 536"/>
                <a:gd name="T62" fmla="*/ 494 w 550"/>
                <a:gd name="T63" fmla="*/ 272 h 536"/>
                <a:gd name="T64" fmla="*/ 471 w 550"/>
                <a:gd name="T65" fmla="*/ 290 h 536"/>
                <a:gd name="T66" fmla="*/ 447 w 550"/>
                <a:gd name="T67" fmla="*/ 302 h 536"/>
                <a:gd name="T68" fmla="*/ 419 w 550"/>
                <a:gd name="T69" fmla="*/ 311 h 536"/>
                <a:gd name="T70" fmla="*/ 393 w 550"/>
                <a:gd name="T71" fmla="*/ 314 h 536"/>
                <a:gd name="T72" fmla="*/ 384 w 550"/>
                <a:gd name="T73" fmla="*/ 314 h 536"/>
                <a:gd name="T74" fmla="*/ 550 w 550"/>
                <a:gd name="T75" fmla="*/ 536 h 536"/>
                <a:gd name="T76" fmla="*/ 431 w 550"/>
                <a:gd name="T77" fmla="*/ 536 h 536"/>
                <a:gd name="T78" fmla="*/ 274 w 550"/>
                <a:gd name="T79" fmla="*/ 323 h 536"/>
                <a:gd name="T80" fmla="*/ 272 w 550"/>
                <a:gd name="T81" fmla="*/ 321 h 536"/>
                <a:gd name="T82" fmla="*/ 96 w 550"/>
                <a:gd name="T83" fmla="*/ 321 h 536"/>
                <a:gd name="T84" fmla="*/ 96 w 550"/>
                <a:gd name="T85" fmla="*/ 536 h 536"/>
                <a:gd name="T86" fmla="*/ 0 w 550"/>
                <a:gd name="T87" fmla="*/ 536 h 536"/>
                <a:gd name="T88" fmla="*/ 0 w 550"/>
                <a:gd name="T8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50" h="536">
                  <a:moveTo>
                    <a:pt x="96" y="79"/>
                  </a:moveTo>
                  <a:lnTo>
                    <a:pt x="96" y="241"/>
                  </a:lnTo>
                  <a:lnTo>
                    <a:pt x="307" y="241"/>
                  </a:lnTo>
                  <a:lnTo>
                    <a:pt x="342" y="241"/>
                  </a:lnTo>
                  <a:lnTo>
                    <a:pt x="372" y="238"/>
                  </a:lnTo>
                  <a:lnTo>
                    <a:pt x="398" y="231"/>
                  </a:lnTo>
                  <a:lnTo>
                    <a:pt x="417" y="222"/>
                  </a:lnTo>
                  <a:lnTo>
                    <a:pt x="431" y="206"/>
                  </a:lnTo>
                  <a:lnTo>
                    <a:pt x="440" y="187"/>
                  </a:lnTo>
                  <a:lnTo>
                    <a:pt x="443" y="161"/>
                  </a:lnTo>
                  <a:lnTo>
                    <a:pt x="440" y="135"/>
                  </a:lnTo>
                  <a:lnTo>
                    <a:pt x="431" y="114"/>
                  </a:lnTo>
                  <a:lnTo>
                    <a:pt x="417" y="100"/>
                  </a:lnTo>
                  <a:lnTo>
                    <a:pt x="398" y="89"/>
                  </a:lnTo>
                  <a:lnTo>
                    <a:pt x="372" y="84"/>
                  </a:lnTo>
                  <a:lnTo>
                    <a:pt x="342" y="80"/>
                  </a:lnTo>
                  <a:lnTo>
                    <a:pt x="307" y="79"/>
                  </a:lnTo>
                  <a:lnTo>
                    <a:pt x="96" y="79"/>
                  </a:lnTo>
                  <a:close/>
                  <a:moveTo>
                    <a:pt x="0" y="0"/>
                  </a:moveTo>
                  <a:lnTo>
                    <a:pt x="323" y="0"/>
                  </a:lnTo>
                  <a:lnTo>
                    <a:pt x="377" y="2"/>
                  </a:lnTo>
                  <a:lnTo>
                    <a:pt x="422" y="9"/>
                  </a:lnTo>
                  <a:lnTo>
                    <a:pt x="459" y="19"/>
                  </a:lnTo>
                  <a:lnTo>
                    <a:pt x="489" y="37"/>
                  </a:lnTo>
                  <a:lnTo>
                    <a:pt x="511" y="58"/>
                  </a:lnTo>
                  <a:lnTo>
                    <a:pt x="527" y="86"/>
                  </a:lnTo>
                  <a:lnTo>
                    <a:pt x="537" y="119"/>
                  </a:lnTo>
                  <a:lnTo>
                    <a:pt x="539" y="157"/>
                  </a:lnTo>
                  <a:lnTo>
                    <a:pt x="537" y="194"/>
                  </a:lnTo>
                  <a:lnTo>
                    <a:pt x="527" y="225"/>
                  </a:lnTo>
                  <a:lnTo>
                    <a:pt x="513" y="252"/>
                  </a:lnTo>
                  <a:lnTo>
                    <a:pt x="494" y="272"/>
                  </a:lnTo>
                  <a:lnTo>
                    <a:pt x="471" y="290"/>
                  </a:lnTo>
                  <a:lnTo>
                    <a:pt x="447" y="302"/>
                  </a:lnTo>
                  <a:lnTo>
                    <a:pt x="419" y="311"/>
                  </a:lnTo>
                  <a:lnTo>
                    <a:pt x="393" y="314"/>
                  </a:lnTo>
                  <a:lnTo>
                    <a:pt x="384" y="314"/>
                  </a:lnTo>
                  <a:lnTo>
                    <a:pt x="550" y="536"/>
                  </a:lnTo>
                  <a:lnTo>
                    <a:pt x="431" y="536"/>
                  </a:lnTo>
                  <a:lnTo>
                    <a:pt x="274" y="323"/>
                  </a:lnTo>
                  <a:lnTo>
                    <a:pt x="272" y="321"/>
                  </a:lnTo>
                  <a:lnTo>
                    <a:pt x="96" y="321"/>
                  </a:lnTo>
                  <a:lnTo>
                    <a:pt x="96" y="536"/>
                  </a:lnTo>
                  <a:lnTo>
                    <a:pt x="0" y="536"/>
                  </a:lnTo>
                  <a:lnTo>
                    <a:pt x="0"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6" name="Freeform 13"/>
            <p:cNvSpPr>
              <a:spLocks/>
            </p:cNvSpPr>
            <p:nvPr userDrawn="1"/>
          </p:nvSpPr>
          <p:spPr bwMode="auto">
            <a:xfrm>
              <a:off x="7183312" y="5818063"/>
              <a:ext cx="462976" cy="508514"/>
            </a:xfrm>
            <a:custGeom>
              <a:avLst/>
              <a:gdLst>
                <a:gd name="T0" fmla="*/ 0 w 488"/>
                <a:gd name="T1" fmla="*/ 0 h 536"/>
                <a:gd name="T2" fmla="*/ 438 w 488"/>
                <a:gd name="T3" fmla="*/ 0 h 536"/>
                <a:gd name="T4" fmla="*/ 453 w 488"/>
                <a:gd name="T5" fmla="*/ 2 h 536"/>
                <a:gd name="T6" fmla="*/ 467 w 488"/>
                <a:gd name="T7" fmla="*/ 12 h 536"/>
                <a:gd name="T8" fmla="*/ 476 w 488"/>
                <a:gd name="T9" fmla="*/ 25 h 536"/>
                <a:gd name="T10" fmla="*/ 480 w 488"/>
                <a:gd name="T11" fmla="*/ 40 h 536"/>
                <a:gd name="T12" fmla="*/ 476 w 488"/>
                <a:gd name="T13" fmla="*/ 56 h 536"/>
                <a:gd name="T14" fmla="*/ 467 w 488"/>
                <a:gd name="T15" fmla="*/ 70 h 536"/>
                <a:gd name="T16" fmla="*/ 453 w 488"/>
                <a:gd name="T17" fmla="*/ 79 h 536"/>
                <a:gd name="T18" fmla="*/ 438 w 488"/>
                <a:gd name="T19" fmla="*/ 82 h 536"/>
                <a:gd name="T20" fmla="*/ 97 w 488"/>
                <a:gd name="T21" fmla="*/ 82 h 536"/>
                <a:gd name="T22" fmla="*/ 97 w 488"/>
                <a:gd name="T23" fmla="*/ 218 h 536"/>
                <a:gd name="T24" fmla="*/ 333 w 488"/>
                <a:gd name="T25" fmla="*/ 218 h 536"/>
                <a:gd name="T26" fmla="*/ 349 w 488"/>
                <a:gd name="T27" fmla="*/ 222 h 536"/>
                <a:gd name="T28" fmla="*/ 361 w 488"/>
                <a:gd name="T29" fmla="*/ 231 h 536"/>
                <a:gd name="T30" fmla="*/ 370 w 488"/>
                <a:gd name="T31" fmla="*/ 243 h 536"/>
                <a:gd name="T32" fmla="*/ 373 w 488"/>
                <a:gd name="T33" fmla="*/ 259 h 536"/>
                <a:gd name="T34" fmla="*/ 370 w 488"/>
                <a:gd name="T35" fmla="*/ 276 h 536"/>
                <a:gd name="T36" fmla="*/ 361 w 488"/>
                <a:gd name="T37" fmla="*/ 288 h 536"/>
                <a:gd name="T38" fmla="*/ 349 w 488"/>
                <a:gd name="T39" fmla="*/ 297 h 536"/>
                <a:gd name="T40" fmla="*/ 333 w 488"/>
                <a:gd name="T41" fmla="*/ 300 h 536"/>
                <a:gd name="T42" fmla="*/ 97 w 488"/>
                <a:gd name="T43" fmla="*/ 300 h 536"/>
                <a:gd name="T44" fmla="*/ 97 w 488"/>
                <a:gd name="T45" fmla="*/ 454 h 536"/>
                <a:gd name="T46" fmla="*/ 446 w 488"/>
                <a:gd name="T47" fmla="*/ 454 h 536"/>
                <a:gd name="T48" fmla="*/ 464 w 488"/>
                <a:gd name="T49" fmla="*/ 457 h 536"/>
                <a:gd name="T50" fmla="*/ 476 w 488"/>
                <a:gd name="T51" fmla="*/ 466 h 536"/>
                <a:gd name="T52" fmla="*/ 485 w 488"/>
                <a:gd name="T53" fmla="*/ 478 h 536"/>
                <a:gd name="T54" fmla="*/ 488 w 488"/>
                <a:gd name="T55" fmla="*/ 494 h 536"/>
                <a:gd name="T56" fmla="*/ 485 w 488"/>
                <a:gd name="T57" fmla="*/ 512 h 536"/>
                <a:gd name="T58" fmla="*/ 476 w 488"/>
                <a:gd name="T59" fmla="*/ 524 h 536"/>
                <a:gd name="T60" fmla="*/ 464 w 488"/>
                <a:gd name="T61" fmla="*/ 533 h 536"/>
                <a:gd name="T62" fmla="*/ 446 w 488"/>
                <a:gd name="T63" fmla="*/ 536 h 536"/>
                <a:gd name="T64" fmla="*/ 0 w 488"/>
                <a:gd name="T65" fmla="*/ 536 h 536"/>
                <a:gd name="T66" fmla="*/ 0 w 488"/>
                <a:gd name="T6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88" h="536">
                  <a:moveTo>
                    <a:pt x="0" y="0"/>
                  </a:moveTo>
                  <a:lnTo>
                    <a:pt x="438" y="0"/>
                  </a:lnTo>
                  <a:lnTo>
                    <a:pt x="453" y="2"/>
                  </a:lnTo>
                  <a:lnTo>
                    <a:pt x="467" y="12"/>
                  </a:lnTo>
                  <a:lnTo>
                    <a:pt x="476" y="25"/>
                  </a:lnTo>
                  <a:lnTo>
                    <a:pt x="480" y="40"/>
                  </a:lnTo>
                  <a:lnTo>
                    <a:pt x="476" y="56"/>
                  </a:lnTo>
                  <a:lnTo>
                    <a:pt x="467" y="70"/>
                  </a:lnTo>
                  <a:lnTo>
                    <a:pt x="453" y="79"/>
                  </a:lnTo>
                  <a:lnTo>
                    <a:pt x="438" y="82"/>
                  </a:lnTo>
                  <a:lnTo>
                    <a:pt x="97" y="82"/>
                  </a:lnTo>
                  <a:lnTo>
                    <a:pt x="97" y="218"/>
                  </a:lnTo>
                  <a:lnTo>
                    <a:pt x="333" y="218"/>
                  </a:lnTo>
                  <a:lnTo>
                    <a:pt x="349" y="222"/>
                  </a:lnTo>
                  <a:lnTo>
                    <a:pt x="361" y="231"/>
                  </a:lnTo>
                  <a:lnTo>
                    <a:pt x="370" y="243"/>
                  </a:lnTo>
                  <a:lnTo>
                    <a:pt x="373" y="259"/>
                  </a:lnTo>
                  <a:lnTo>
                    <a:pt x="370" y="276"/>
                  </a:lnTo>
                  <a:lnTo>
                    <a:pt x="361" y="288"/>
                  </a:lnTo>
                  <a:lnTo>
                    <a:pt x="349" y="297"/>
                  </a:lnTo>
                  <a:lnTo>
                    <a:pt x="333" y="300"/>
                  </a:lnTo>
                  <a:lnTo>
                    <a:pt x="97" y="300"/>
                  </a:lnTo>
                  <a:lnTo>
                    <a:pt x="97" y="454"/>
                  </a:lnTo>
                  <a:lnTo>
                    <a:pt x="446" y="454"/>
                  </a:lnTo>
                  <a:lnTo>
                    <a:pt x="464" y="457"/>
                  </a:lnTo>
                  <a:lnTo>
                    <a:pt x="476" y="466"/>
                  </a:lnTo>
                  <a:lnTo>
                    <a:pt x="485" y="478"/>
                  </a:lnTo>
                  <a:lnTo>
                    <a:pt x="488" y="494"/>
                  </a:lnTo>
                  <a:lnTo>
                    <a:pt x="485" y="512"/>
                  </a:lnTo>
                  <a:lnTo>
                    <a:pt x="476" y="524"/>
                  </a:lnTo>
                  <a:lnTo>
                    <a:pt x="464" y="533"/>
                  </a:lnTo>
                  <a:lnTo>
                    <a:pt x="446" y="536"/>
                  </a:lnTo>
                  <a:lnTo>
                    <a:pt x="0" y="536"/>
                  </a:lnTo>
                  <a:lnTo>
                    <a:pt x="0"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7" name="Freeform 14"/>
            <p:cNvSpPr>
              <a:spLocks/>
            </p:cNvSpPr>
            <p:nvPr userDrawn="1"/>
          </p:nvSpPr>
          <p:spPr bwMode="auto">
            <a:xfrm>
              <a:off x="4647381" y="5515421"/>
              <a:ext cx="91077" cy="87282"/>
            </a:xfrm>
            <a:custGeom>
              <a:avLst/>
              <a:gdLst>
                <a:gd name="T0" fmla="*/ 51 w 96"/>
                <a:gd name="T1" fmla="*/ 0 h 92"/>
                <a:gd name="T2" fmla="*/ 53 w 96"/>
                <a:gd name="T3" fmla="*/ 0 h 92"/>
                <a:gd name="T4" fmla="*/ 70 w 96"/>
                <a:gd name="T5" fmla="*/ 5 h 92"/>
                <a:gd name="T6" fmla="*/ 84 w 96"/>
                <a:gd name="T7" fmla="*/ 15 h 92"/>
                <a:gd name="T8" fmla="*/ 93 w 96"/>
                <a:gd name="T9" fmla="*/ 31 h 92"/>
                <a:gd name="T10" fmla="*/ 96 w 96"/>
                <a:gd name="T11" fmla="*/ 49 h 92"/>
                <a:gd name="T12" fmla="*/ 91 w 96"/>
                <a:gd name="T13" fmla="*/ 66 h 92"/>
                <a:gd name="T14" fmla="*/ 81 w 96"/>
                <a:gd name="T15" fmla="*/ 80 h 92"/>
                <a:gd name="T16" fmla="*/ 65 w 96"/>
                <a:gd name="T17" fmla="*/ 91 h 92"/>
                <a:gd name="T18" fmla="*/ 47 w 96"/>
                <a:gd name="T19" fmla="*/ 92 h 92"/>
                <a:gd name="T20" fmla="*/ 44 w 96"/>
                <a:gd name="T21" fmla="*/ 92 h 92"/>
                <a:gd name="T22" fmla="*/ 26 w 96"/>
                <a:gd name="T23" fmla="*/ 87 h 92"/>
                <a:gd name="T24" fmla="*/ 12 w 96"/>
                <a:gd name="T25" fmla="*/ 77 h 92"/>
                <a:gd name="T26" fmla="*/ 4 w 96"/>
                <a:gd name="T27" fmla="*/ 61 h 92"/>
                <a:gd name="T28" fmla="*/ 0 w 96"/>
                <a:gd name="T29" fmla="*/ 43 h 92"/>
                <a:gd name="T30" fmla="*/ 5 w 96"/>
                <a:gd name="T31" fmla="*/ 26 h 92"/>
                <a:gd name="T32" fmla="*/ 16 w 96"/>
                <a:gd name="T33" fmla="*/ 12 h 92"/>
                <a:gd name="T34" fmla="*/ 32 w 96"/>
                <a:gd name="T35" fmla="*/ 2 h 92"/>
                <a:gd name="T36" fmla="*/ 51 w 96"/>
                <a:gd name="T37" fmla="*/ 0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6" h="92">
                  <a:moveTo>
                    <a:pt x="51" y="0"/>
                  </a:moveTo>
                  <a:lnTo>
                    <a:pt x="53" y="0"/>
                  </a:lnTo>
                  <a:lnTo>
                    <a:pt x="70" y="5"/>
                  </a:lnTo>
                  <a:lnTo>
                    <a:pt x="84" y="15"/>
                  </a:lnTo>
                  <a:lnTo>
                    <a:pt x="93" y="31"/>
                  </a:lnTo>
                  <a:lnTo>
                    <a:pt x="96" y="49"/>
                  </a:lnTo>
                  <a:lnTo>
                    <a:pt x="91" y="66"/>
                  </a:lnTo>
                  <a:lnTo>
                    <a:pt x="81" y="80"/>
                  </a:lnTo>
                  <a:lnTo>
                    <a:pt x="65" y="91"/>
                  </a:lnTo>
                  <a:lnTo>
                    <a:pt x="47" y="92"/>
                  </a:lnTo>
                  <a:lnTo>
                    <a:pt x="44" y="92"/>
                  </a:lnTo>
                  <a:lnTo>
                    <a:pt x="26" y="87"/>
                  </a:lnTo>
                  <a:lnTo>
                    <a:pt x="12" y="77"/>
                  </a:lnTo>
                  <a:lnTo>
                    <a:pt x="4" y="61"/>
                  </a:lnTo>
                  <a:lnTo>
                    <a:pt x="0" y="43"/>
                  </a:lnTo>
                  <a:lnTo>
                    <a:pt x="5" y="26"/>
                  </a:lnTo>
                  <a:lnTo>
                    <a:pt x="16" y="12"/>
                  </a:lnTo>
                  <a:lnTo>
                    <a:pt x="32" y="2"/>
                  </a:lnTo>
                  <a:lnTo>
                    <a:pt x="51"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8" name="Freeform 15"/>
            <p:cNvSpPr>
              <a:spLocks/>
            </p:cNvSpPr>
            <p:nvPr userDrawn="1"/>
          </p:nvSpPr>
          <p:spPr bwMode="auto">
            <a:xfrm>
              <a:off x="4937689" y="5235549"/>
              <a:ext cx="130923" cy="157487"/>
            </a:xfrm>
            <a:custGeom>
              <a:avLst/>
              <a:gdLst>
                <a:gd name="T0" fmla="*/ 40 w 138"/>
                <a:gd name="T1" fmla="*/ 0 h 166"/>
                <a:gd name="T2" fmla="*/ 57 w 138"/>
                <a:gd name="T3" fmla="*/ 2 h 166"/>
                <a:gd name="T4" fmla="*/ 73 w 138"/>
                <a:gd name="T5" fmla="*/ 9 h 166"/>
                <a:gd name="T6" fmla="*/ 85 w 138"/>
                <a:gd name="T7" fmla="*/ 22 h 166"/>
                <a:gd name="T8" fmla="*/ 132 w 138"/>
                <a:gd name="T9" fmla="*/ 96 h 166"/>
                <a:gd name="T10" fmla="*/ 138 w 138"/>
                <a:gd name="T11" fmla="*/ 113 h 166"/>
                <a:gd name="T12" fmla="*/ 138 w 138"/>
                <a:gd name="T13" fmla="*/ 131 h 166"/>
                <a:gd name="T14" fmla="*/ 129 w 138"/>
                <a:gd name="T15" fmla="*/ 146 h 166"/>
                <a:gd name="T16" fmla="*/ 115 w 138"/>
                <a:gd name="T17" fmla="*/ 159 h 166"/>
                <a:gd name="T18" fmla="*/ 99 w 138"/>
                <a:gd name="T19" fmla="*/ 166 h 166"/>
                <a:gd name="T20" fmla="*/ 80 w 138"/>
                <a:gd name="T21" fmla="*/ 164 h 166"/>
                <a:gd name="T22" fmla="*/ 64 w 138"/>
                <a:gd name="T23" fmla="*/ 157 h 166"/>
                <a:gd name="T24" fmla="*/ 52 w 138"/>
                <a:gd name="T25" fmla="*/ 143 h 166"/>
                <a:gd name="T26" fmla="*/ 5 w 138"/>
                <a:gd name="T27" fmla="*/ 70 h 166"/>
                <a:gd name="T28" fmla="*/ 0 w 138"/>
                <a:gd name="T29" fmla="*/ 52 h 166"/>
                <a:gd name="T30" fmla="*/ 0 w 138"/>
                <a:gd name="T31" fmla="*/ 35 h 166"/>
                <a:gd name="T32" fmla="*/ 8 w 138"/>
                <a:gd name="T33" fmla="*/ 17 h 166"/>
                <a:gd name="T34" fmla="*/ 22 w 138"/>
                <a:gd name="T35" fmla="*/ 7 h 166"/>
                <a:gd name="T36" fmla="*/ 40 w 138"/>
                <a:gd name="T37" fmla="*/ 0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38" h="166">
                  <a:moveTo>
                    <a:pt x="40" y="0"/>
                  </a:moveTo>
                  <a:lnTo>
                    <a:pt x="57" y="2"/>
                  </a:lnTo>
                  <a:lnTo>
                    <a:pt x="73" y="9"/>
                  </a:lnTo>
                  <a:lnTo>
                    <a:pt x="85" y="22"/>
                  </a:lnTo>
                  <a:lnTo>
                    <a:pt x="132" y="96"/>
                  </a:lnTo>
                  <a:lnTo>
                    <a:pt x="138" y="113"/>
                  </a:lnTo>
                  <a:lnTo>
                    <a:pt x="138" y="131"/>
                  </a:lnTo>
                  <a:lnTo>
                    <a:pt x="129" y="146"/>
                  </a:lnTo>
                  <a:lnTo>
                    <a:pt x="115" y="159"/>
                  </a:lnTo>
                  <a:lnTo>
                    <a:pt x="99" y="166"/>
                  </a:lnTo>
                  <a:lnTo>
                    <a:pt x="80" y="164"/>
                  </a:lnTo>
                  <a:lnTo>
                    <a:pt x="64" y="157"/>
                  </a:lnTo>
                  <a:lnTo>
                    <a:pt x="52" y="143"/>
                  </a:lnTo>
                  <a:lnTo>
                    <a:pt x="5" y="70"/>
                  </a:lnTo>
                  <a:lnTo>
                    <a:pt x="0" y="52"/>
                  </a:lnTo>
                  <a:lnTo>
                    <a:pt x="0" y="35"/>
                  </a:lnTo>
                  <a:lnTo>
                    <a:pt x="8" y="17"/>
                  </a:lnTo>
                  <a:lnTo>
                    <a:pt x="22" y="7"/>
                  </a:lnTo>
                  <a:lnTo>
                    <a:pt x="40"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9" name="Freeform 16"/>
            <p:cNvSpPr>
              <a:spLocks/>
            </p:cNvSpPr>
            <p:nvPr userDrawn="1"/>
          </p:nvSpPr>
          <p:spPr bwMode="auto">
            <a:xfrm>
              <a:off x="5278280" y="5018292"/>
              <a:ext cx="132821" cy="243821"/>
            </a:xfrm>
            <a:custGeom>
              <a:avLst/>
              <a:gdLst>
                <a:gd name="T0" fmla="*/ 53 w 140"/>
                <a:gd name="T1" fmla="*/ 0 h 257"/>
                <a:gd name="T2" fmla="*/ 68 w 140"/>
                <a:gd name="T3" fmla="*/ 7 h 257"/>
                <a:gd name="T4" fmla="*/ 82 w 140"/>
                <a:gd name="T5" fmla="*/ 19 h 257"/>
                <a:gd name="T6" fmla="*/ 89 w 140"/>
                <a:gd name="T7" fmla="*/ 35 h 257"/>
                <a:gd name="T8" fmla="*/ 140 w 140"/>
                <a:gd name="T9" fmla="*/ 199 h 257"/>
                <a:gd name="T10" fmla="*/ 140 w 140"/>
                <a:gd name="T11" fmla="*/ 218 h 257"/>
                <a:gd name="T12" fmla="*/ 135 w 140"/>
                <a:gd name="T13" fmla="*/ 234 h 257"/>
                <a:gd name="T14" fmla="*/ 122 w 140"/>
                <a:gd name="T15" fmla="*/ 248 h 257"/>
                <a:gd name="T16" fmla="*/ 105 w 140"/>
                <a:gd name="T17" fmla="*/ 255 h 257"/>
                <a:gd name="T18" fmla="*/ 88 w 140"/>
                <a:gd name="T19" fmla="*/ 257 h 257"/>
                <a:gd name="T20" fmla="*/ 70 w 140"/>
                <a:gd name="T21" fmla="*/ 250 h 257"/>
                <a:gd name="T22" fmla="*/ 58 w 140"/>
                <a:gd name="T23" fmla="*/ 239 h 257"/>
                <a:gd name="T24" fmla="*/ 49 w 140"/>
                <a:gd name="T25" fmla="*/ 222 h 257"/>
                <a:gd name="T26" fmla="*/ 0 w 140"/>
                <a:gd name="T27" fmla="*/ 58 h 257"/>
                <a:gd name="T28" fmla="*/ 0 w 140"/>
                <a:gd name="T29" fmla="*/ 40 h 257"/>
                <a:gd name="T30" fmla="*/ 5 w 140"/>
                <a:gd name="T31" fmla="*/ 23 h 257"/>
                <a:gd name="T32" fmla="*/ 18 w 140"/>
                <a:gd name="T33" fmla="*/ 11 h 257"/>
                <a:gd name="T34" fmla="*/ 33 w 140"/>
                <a:gd name="T35" fmla="*/ 2 h 257"/>
                <a:gd name="T36" fmla="*/ 53 w 140"/>
                <a:gd name="T37" fmla="*/ 0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40" h="257">
                  <a:moveTo>
                    <a:pt x="53" y="0"/>
                  </a:moveTo>
                  <a:lnTo>
                    <a:pt x="68" y="7"/>
                  </a:lnTo>
                  <a:lnTo>
                    <a:pt x="82" y="19"/>
                  </a:lnTo>
                  <a:lnTo>
                    <a:pt x="89" y="35"/>
                  </a:lnTo>
                  <a:lnTo>
                    <a:pt x="140" y="199"/>
                  </a:lnTo>
                  <a:lnTo>
                    <a:pt x="140" y="218"/>
                  </a:lnTo>
                  <a:lnTo>
                    <a:pt x="135" y="234"/>
                  </a:lnTo>
                  <a:lnTo>
                    <a:pt x="122" y="248"/>
                  </a:lnTo>
                  <a:lnTo>
                    <a:pt x="105" y="255"/>
                  </a:lnTo>
                  <a:lnTo>
                    <a:pt x="88" y="257"/>
                  </a:lnTo>
                  <a:lnTo>
                    <a:pt x="70" y="250"/>
                  </a:lnTo>
                  <a:lnTo>
                    <a:pt x="58" y="239"/>
                  </a:lnTo>
                  <a:lnTo>
                    <a:pt x="49" y="222"/>
                  </a:lnTo>
                  <a:lnTo>
                    <a:pt x="0" y="58"/>
                  </a:lnTo>
                  <a:lnTo>
                    <a:pt x="0" y="40"/>
                  </a:lnTo>
                  <a:lnTo>
                    <a:pt x="5" y="23"/>
                  </a:lnTo>
                  <a:lnTo>
                    <a:pt x="18" y="11"/>
                  </a:lnTo>
                  <a:lnTo>
                    <a:pt x="33" y="2"/>
                  </a:lnTo>
                  <a:lnTo>
                    <a:pt x="53"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0" name="Freeform 17"/>
            <p:cNvSpPr>
              <a:spLocks/>
            </p:cNvSpPr>
            <p:nvPr userDrawn="1"/>
          </p:nvSpPr>
          <p:spPr bwMode="auto">
            <a:xfrm>
              <a:off x="5649230" y="4842779"/>
              <a:ext cx="112898" cy="335847"/>
            </a:xfrm>
            <a:custGeom>
              <a:avLst/>
              <a:gdLst>
                <a:gd name="T0" fmla="*/ 44 w 119"/>
                <a:gd name="T1" fmla="*/ 0 h 354"/>
                <a:gd name="T2" fmla="*/ 63 w 119"/>
                <a:gd name="T3" fmla="*/ 4 h 354"/>
                <a:gd name="T4" fmla="*/ 77 w 119"/>
                <a:gd name="T5" fmla="*/ 12 h 354"/>
                <a:gd name="T6" fmla="*/ 87 w 119"/>
                <a:gd name="T7" fmla="*/ 26 h 354"/>
                <a:gd name="T8" fmla="*/ 93 w 119"/>
                <a:gd name="T9" fmla="*/ 44 h 354"/>
                <a:gd name="T10" fmla="*/ 119 w 119"/>
                <a:gd name="T11" fmla="*/ 306 h 354"/>
                <a:gd name="T12" fmla="*/ 115 w 119"/>
                <a:gd name="T13" fmla="*/ 323 h 354"/>
                <a:gd name="T14" fmla="*/ 107 w 119"/>
                <a:gd name="T15" fmla="*/ 339 h 354"/>
                <a:gd name="T16" fmla="*/ 93 w 119"/>
                <a:gd name="T17" fmla="*/ 349 h 354"/>
                <a:gd name="T18" fmla="*/ 75 w 119"/>
                <a:gd name="T19" fmla="*/ 354 h 354"/>
                <a:gd name="T20" fmla="*/ 58 w 119"/>
                <a:gd name="T21" fmla="*/ 351 h 354"/>
                <a:gd name="T22" fmla="*/ 42 w 119"/>
                <a:gd name="T23" fmla="*/ 342 h 354"/>
                <a:gd name="T24" fmla="*/ 32 w 119"/>
                <a:gd name="T25" fmla="*/ 328 h 354"/>
                <a:gd name="T26" fmla="*/ 26 w 119"/>
                <a:gd name="T27" fmla="*/ 311 h 354"/>
                <a:gd name="T28" fmla="*/ 0 w 119"/>
                <a:gd name="T29" fmla="*/ 49 h 354"/>
                <a:gd name="T30" fmla="*/ 4 w 119"/>
                <a:gd name="T31" fmla="*/ 32 h 354"/>
                <a:gd name="T32" fmla="*/ 12 w 119"/>
                <a:gd name="T33" fmla="*/ 16 h 354"/>
                <a:gd name="T34" fmla="*/ 26 w 119"/>
                <a:gd name="T35" fmla="*/ 5 h 354"/>
                <a:gd name="T36" fmla="*/ 44 w 119"/>
                <a:gd name="T37" fmla="*/ 0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9" h="354">
                  <a:moveTo>
                    <a:pt x="44" y="0"/>
                  </a:moveTo>
                  <a:lnTo>
                    <a:pt x="63" y="4"/>
                  </a:lnTo>
                  <a:lnTo>
                    <a:pt x="77" y="12"/>
                  </a:lnTo>
                  <a:lnTo>
                    <a:pt x="87" y="26"/>
                  </a:lnTo>
                  <a:lnTo>
                    <a:pt x="93" y="44"/>
                  </a:lnTo>
                  <a:lnTo>
                    <a:pt x="119" y="306"/>
                  </a:lnTo>
                  <a:lnTo>
                    <a:pt x="115" y="323"/>
                  </a:lnTo>
                  <a:lnTo>
                    <a:pt x="107" y="339"/>
                  </a:lnTo>
                  <a:lnTo>
                    <a:pt x="93" y="349"/>
                  </a:lnTo>
                  <a:lnTo>
                    <a:pt x="75" y="354"/>
                  </a:lnTo>
                  <a:lnTo>
                    <a:pt x="58" y="351"/>
                  </a:lnTo>
                  <a:lnTo>
                    <a:pt x="42" y="342"/>
                  </a:lnTo>
                  <a:lnTo>
                    <a:pt x="32" y="328"/>
                  </a:lnTo>
                  <a:lnTo>
                    <a:pt x="26" y="311"/>
                  </a:lnTo>
                  <a:lnTo>
                    <a:pt x="0" y="49"/>
                  </a:lnTo>
                  <a:lnTo>
                    <a:pt x="4" y="32"/>
                  </a:lnTo>
                  <a:lnTo>
                    <a:pt x="12" y="16"/>
                  </a:lnTo>
                  <a:lnTo>
                    <a:pt x="26" y="5"/>
                  </a:lnTo>
                  <a:lnTo>
                    <a:pt x="44"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1" name="Freeform 18"/>
            <p:cNvSpPr>
              <a:spLocks/>
            </p:cNvSpPr>
            <p:nvPr userDrawn="1"/>
          </p:nvSpPr>
          <p:spPr bwMode="auto">
            <a:xfrm>
              <a:off x="6026821" y="4720394"/>
              <a:ext cx="104359" cy="420283"/>
            </a:xfrm>
            <a:custGeom>
              <a:avLst/>
              <a:gdLst>
                <a:gd name="T0" fmla="*/ 68 w 110"/>
                <a:gd name="T1" fmla="*/ 0 h 443"/>
                <a:gd name="T2" fmla="*/ 86 w 110"/>
                <a:gd name="T3" fmla="*/ 5 h 443"/>
                <a:gd name="T4" fmla="*/ 100 w 110"/>
                <a:gd name="T5" fmla="*/ 16 h 443"/>
                <a:gd name="T6" fmla="*/ 107 w 110"/>
                <a:gd name="T7" fmla="*/ 31 h 443"/>
                <a:gd name="T8" fmla="*/ 110 w 110"/>
                <a:gd name="T9" fmla="*/ 51 h 443"/>
                <a:gd name="T10" fmla="*/ 93 w 110"/>
                <a:gd name="T11" fmla="*/ 401 h 443"/>
                <a:gd name="T12" fmla="*/ 87 w 110"/>
                <a:gd name="T13" fmla="*/ 419 h 443"/>
                <a:gd name="T14" fmla="*/ 75 w 110"/>
                <a:gd name="T15" fmla="*/ 433 h 443"/>
                <a:gd name="T16" fmla="*/ 61 w 110"/>
                <a:gd name="T17" fmla="*/ 442 h 443"/>
                <a:gd name="T18" fmla="*/ 42 w 110"/>
                <a:gd name="T19" fmla="*/ 443 h 443"/>
                <a:gd name="T20" fmla="*/ 25 w 110"/>
                <a:gd name="T21" fmla="*/ 438 h 443"/>
                <a:gd name="T22" fmla="*/ 11 w 110"/>
                <a:gd name="T23" fmla="*/ 426 h 443"/>
                <a:gd name="T24" fmla="*/ 2 w 110"/>
                <a:gd name="T25" fmla="*/ 412 h 443"/>
                <a:gd name="T26" fmla="*/ 0 w 110"/>
                <a:gd name="T27" fmla="*/ 393 h 443"/>
                <a:gd name="T28" fmla="*/ 18 w 110"/>
                <a:gd name="T29" fmla="*/ 42 h 443"/>
                <a:gd name="T30" fmla="*/ 23 w 110"/>
                <a:gd name="T31" fmla="*/ 24 h 443"/>
                <a:gd name="T32" fmla="*/ 33 w 110"/>
                <a:gd name="T33" fmla="*/ 10 h 443"/>
                <a:gd name="T34" fmla="*/ 49 w 110"/>
                <a:gd name="T35" fmla="*/ 2 h 443"/>
                <a:gd name="T36" fmla="*/ 68 w 110"/>
                <a:gd name="T37" fmla="*/ 0 h 4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0" h="443">
                  <a:moveTo>
                    <a:pt x="68" y="0"/>
                  </a:moveTo>
                  <a:lnTo>
                    <a:pt x="86" y="5"/>
                  </a:lnTo>
                  <a:lnTo>
                    <a:pt x="100" y="16"/>
                  </a:lnTo>
                  <a:lnTo>
                    <a:pt x="107" y="31"/>
                  </a:lnTo>
                  <a:lnTo>
                    <a:pt x="110" y="51"/>
                  </a:lnTo>
                  <a:lnTo>
                    <a:pt x="93" y="401"/>
                  </a:lnTo>
                  <a:lnTo>
                    <a:pt x="87" y="419"/>
                  </a:lnTo>
                  <a:lnTo>
                    <a:pt x="75" y="433"/>
                  </a:lnTo>
                  <a:lnTo>
                    <a:pt x="61" y="442"/>
                  </a:lnTo>
                  <a:lnTo>
                    <a:pt x="42" y="443"/>
                  </a:lnTo>
                  <a:lnTo>
                    <a:pt x="25" y="438"/>
                  </a:lnTo>
                  <a:lnTo>
                    <a:pt x="11" y="426"/>
                  </a:lnTo>
                  <a:lnTo>
                    <a:pt x="2" y="412"/>
                  </a:lnTo>
                  <a:lnTo>
                    <a:pt x="0" y="393"/>
                  </a:lnTo>
                  <a:lnTo>
                    <a:pt x="18" y="42"/>
                  </a:lnTo>
                  <a:lnTo>
                    <a:pt x="23" y="24"/>
                  </a:lnTo>
                  <a:lnTo>
                    <a:pt x="33" y="10"/>
                  </a:lnTo>
                  <a:lnTo>
                    <a:pt x="49" y="2"/>
                  </a:lnTo>
                  <a:lnTo>
                    <a:pt x="68"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2" name="Freeform 19"/>
            <p:cNvSpPr>
              <a:spLocks/>
            </p:cNvSpPr>
            <p:nvPr userDrawn="1"/>
          </p:nvSpPr>
          <p:spPr bwMode="auto">
            <a:xfrm>
              <a:off x="6384489" y="4647343"/>
              <a:ext cx="162232" cy="497129"/>
            </a:xfrm>
            <a:custGeom>
              <a:avLst/>
              <a:gdLst>
                <a:gd name="T0" fmla="*/ 119 w 171"/>
                <a:gd name="T1" fmla="*/ 0 h 524"/>
                <a:gd name="T2" fmla="*/ 136 w 171"/>
                <a:gd name="T3" fmla="*/ 0 h 524"/>
                <a:gd name="T4" fmla="*/ 154 w 171"/>
                <a:gd name="T5" fmla="*/ 9 h 524"/>
                <a:gd name="T6" fmla="*/ 166 w 171"/>
                <a:gd name="T7" fmla="*/ 21 h 524"/>
                <a:gd name="T8" fmla="*/ 171 w 171"/>
                <a:gd name="T9" fmla="*/ 37 h 524"/>
                <a:gd name="T10" fmla="*/ 171 w 171"/>
                <a:gd name="T11" fmla="*/ 56 h 524"/>
                <a:gd name="T12" fmla="*/ 91 w 171"/>
                <a:gd name="T13" fmla="*/ 489 h 524"/>
                <a:gd name="T14" fmla="*/ 84 w 171"/>
                <a:gd name="T15" fmla="*/ 506 h 524"/>
                <a:gd name="T16" fmla="*/ 70 w 171"/>
                <a:gd name="T17" fmla="*/ 517 h 524"/>
                <a:gd name="T18" fmla="*/ 54 w 171"/>
                <a:gd name="T19" fmla="*/ 524 h 524"/>
                <a:gd name="T20" fmla="*/ 37 w 171"/>
                <a:gd name="T21" fmla="*/ 524 h 524"/>
                <a:gd name="T22" fmla="*/ 19 w 171"/>
                <a:gd name="T23" fmla="*/ 517 h 524"/>
                <a:gd name="T24" fmla="*/ 7 w 171"/>
                <a:gd name="T25" fmla="*/ 503 h 524"/>
                <a:gd name="T26" fmla="*/ 0 w 171"/>
                <a:gd name="T27" fmla="*/ 487 h 524"/>
                <a:gd name="T28" fmla="*/ 2 w 171"/>
                <a:gd name="T29" fmla="*/ 468 h 524"/>
                <a:gd name="T30" fmla="*/ 82 w 171"/>
                <a:gd name="T31" fmla="*/ 35 h 524"/>
                <a:gd name="T32" fmla="*/ 89 w 171"/>
                <a:gd name="T33" fmla="*/ 19 h 524"/>
                <a:gd name="T34" fmla="*/ 101 w 171"/>
                <a:gd name="T35" fmla="*/ 7 h 524"/>
                <a:gd name="T36" fmla="*/ 119 w 171"/>
                <a:gd name="T37" fmla="*/ 0 h 5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71" h="524">
                  <a:moveTo>
                    <a:pt x="119" y="0"/>
                  </a:moveTo>
                  <a:lnTo>
                    <a:pt x="136" y="0"/>
                  </a:lnTo>
                  <a:lnTo>
                    <a:pt x="154" y="9"/>
                  </a:lnTo>
                  <a:lnTo>
                    <a:pt x="166" y="21"/>
                  </a:lnTo>
                  <a:lnTo>
                    <a:pt x="171" y="37"/>
                  </a:lnTo>
                  <a:lnTo>
                    <a:pt x="171" y="56"/>
                  </a:lnTo>
                  <a:lnTo>
                    <a:pt x="91" y="489"/>
                  </a:lnTo>
                  <a:lnTo>
                    <a:pt x="84" y="506"/>
                  </a:lnTo>
                  <a:lnTo>
                    <a:pt x="70" y="517"/>
                  </a:lnTo>
                  <a:lnTo>
                    <a:pt x="54" y="524"/>
                  </a:lnTo>
                  <a:lnTo>
                    <a:pt x="37" y="524"/>
                  </a:lnTo>
                  <a:lnTo>
                    <a:pt x="19" y="517"/>
                  </a:lnTo>
                  <a:lnTo>
                    <a:pt x="7" y="503"/>
                  </a:lnTo>
                  <a:lnTo>
                    <a:pt x="0" y="487"/>
                  </a:lnTo>
                  <a:lnTo>
                    <a:pt x="2" y="468"/>
                  </a:lnTo>
                  <a:lnTo>
                    <a:pt x="82" y="35"/>
                  </a:lnTo>
                  <a:lnTo>
                    <a:pt x="89" y="19"/>
                  </a:lnTo>
                  <a:lnTo>
                    <a:pt x="101" y="7"/>
                  </a:lnTo>
                  <a:lnTo>
                    <a:pt x="119"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3" name="Freeform 20"/>
            <p:cNvSpPr>
              <a:spLocks/>
            </p:cNvSpPr>
            <p:nvPr userDrawn="1"/>
          </p:nvSpPr>
          <p:spPr bwMode="auto">
            <a:xfrm>
              <a:off x="6733618" y="4625522"/>
              <a:ext cx="241924" cy="568283"/>
            </a:xfrm>
            <a:custGeom>
              <a:avLst/>
              <a:gdLst>
                <a:gd name="T0" fmla="*/ 206 w 255"/>
                <a:gd name="T1" fmla="*/ 0 h 599"/>
                <a:gd name="T2" fmla="*/ 226 w 255"/>
                <a:gd name="T3" fmla="*/ 4 h 599"/>
                <a:gd name="T4" fmla="*/ 241 w 255"/>
                <a:gd name="T5" fmla="*/ 13 h 599"/>
                <a:gd name="T6" fmla="*/ 252 w 255"/>
                <a:gd name="T7" fmla="*/ 27 h 599"/>
                <a:gd name="T8" fmla="*/ 255 w 255"/>
                <a:gd name="T9" fmla="*/ 44 h 599"/>
                <a:gd name="T10" fmla="*/ 254 w 255"/>
                <a:gd name="T11" fmla="*/ 62 h 599"/>
                <a:gd name="T12" fmla="*/ 90 w 255"/>
                <a:gd name="T13" fmla="*/ 569 h 599"/>
                <a:gd name="T14" fmla="*/ 81 w 255"/>
                <a:gd name="T15" fmla="*/ 585 h 599"/>
                <a:gd name="T16" fmla="*/ 65 w 255"/>
                <a:gd name="T17" fmla="*/ 596 h 599"/>
                <a:gd name="T18" fmla="*/ 49 w 255"/>
                <a:gd name="T19" fmla="*/ 599 h 599"/>
                <a:gd name="T20" fmla="*/ 30 w 255"/>
                <a:gd name="T21" fmla="*/ 597 h 599"/>
                <a:gd name="T22" fmla="*/ 14 w 255"/>
                <a:gd name="T23" fmla="*/ 587 h 599"/>
                <a:gd name="T24" fmla="*/ 4 w 255"/>
                <a:gd name="T25" fmla="*/ 573 h 599"/>
                <a:gd name="T26" fmla="*/ 0 w 255"/>
                <a:gd name="T27" fmla="*/ 556 h 599"/>
                <a:gd name="T28" fmla="*/ 2 w 255"/>
                <a:gd name="T29" fmla="*/ 538 h 599"/>
                <a:gd name="T30" fmla="*/ 166 w 255"/>
                <a:gd name="T31" fmla="*/ 30 h 599"/>
                <a:gd name="T32" fmla="*/ 175 w 255"/>
                <a:gd name="T33" fmla="*/ 16 h 599"/>
                <a:gd name="T34" fmla="*/ 191 w 255"/>
                <a:gd name="T35" fmla="*/ 6 h 599"/>
                <a:gd name="T36" fmla="*/ 206 w 255"/>
                <a:gd name="T37" fmla="*/ 0 h 5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5" h="599">
                  <a:moveTo>
                    <a:pt x="206" y="0"/>
                  </a:moveTo>
                  <a:lnTo>
                    <a:pt x="226" y="4"/>
                  </a:lnTo>
                  <a:lnTo>
                    <a:pt x="241" y="13"/>
                  </a:lnTo>
                  <a:lnTo>
                    <a:pt x="252" y="27"/>
                  </a:lnTo>
                  <a:lnTo>
                    <a:pt x="255" y="44"/>
                  </a:lnTo>
                  <a:lnTo>
                    <a:pt x="254" y="62"/>
                  </a:lnTo>
                  <a:lnTo>
                    <a:pt x="90" y="569"/>
                  </a:lnTo>
                  <a:lnTo>
                    <a:pt x="81" y="585"/>
                  </a:lnTo>
                  <a:lnTo>
                    <a:pt x="65" y="596"/>
                  </a:lnTo>
                  <a:lnTo>
                    <a:pt x="49" y="599"/>
                  </a:lnTo>
                  <a:lnTo>
                    <a:pt x="30" y="597"/>
                  </a:lnTo>
                  <a:lnTo>
                    <a:pt x="14" y="587"/>
                  </a:lnTo>
                  <a:lnTo>
                    <a:pt x="4" y="573"/>
                  </a:lnTo>
                  <a:lnTo>
                    <a:pt x="0" y="556"/>
                  </a:lnTo>
                  <a:lnTo>
                    <a:pt x="2" y="538"/>
                  </a:lnTo>
                  <a:lnTo>
                    <a:pt x="166" y="30"/>
                  </a:lnTo>
                  <a:lnTo>
                    <a:pt x="175" y="16"/>
                  </a:lnTo>
                  <a:lnTo>
                    <a:pt x="191" y="6"/>
                  </a:lnTo>
                  <a:lnTo>
                    <a:pt x="206"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4" name="Freeform 21"/>
            <p:cNvSpPr>
              <a:spLocks/>
            </p:cNvSpPr>
            <p:nvPr userDrawn="1"/>
          </p:nvSpPr>
          <p:spPr bwMode="auto">
            <a:xfrm>
              <a:off x="7077055" y="4665368"/>
              <a:ext cx="333950" cy="621412"/>
            </a:xfrm>
            <a:custGeom>
              <a:avLst/>
              <a:gdLst>
                <a:gd name="T0" fmla="*/ 309 w 352"/>
                <a:gd name="T1" fmla="*/ 0 h 655"/>
                <a:gd name="T2" fmla="*/ 326 w 352"/>
                <a:gd name="T3" fmla="*/ 6 h 655"/>
                <a:gd name="T4" fmla="*/ 342 w 352"/>
                <a:gd name="T5" fmla="*/ 18 h 655"/>
                <a:gd name="T6" fmla="*/ 349 w 352"/>
                <a:gd name="T7" fmla="*/ 32 h 655"/>
                <a:gd name="T8" fmla="*/ 352 w 352"/>
                <a:gd name="T9" fmla="*/ 49 h 655"/>
                <a:gd name="T10" fmla="*/ 347 w 352"/>
                <a:gd name="T11" fmla="*/ 68 h 655"/>
                <a:gd name="T12" fmla="*/ 87 w 352"/>
                <a:gd name="T13" fmla="*/ 630 h 655"/>
                <a:gd name="T14" fmla="*/ 77 w 352"/>
                <a:gd name="T15" fmla="*/ 644 h 655"/>
                <a:gd name="T16" fmla="*/ 61 w 352"/>
                <a:gd name="T17" fmla="*/ 653 h 655"/>
                <a:gd name="T18" fmla="*/ 43 w 352"/>
                <a:gd name="T19" fmla="*/ 655 h 655"/>
                <a:gd name="T20" fmla="*/ 26 w 352"/>
                <a:gd name="T21" fmla="*/ 650 h 655"/>
                <a:gd name="T22" fmla="*/ 10 w 352"/>
                <a:gd name="T23" fmla="*/ 639 h 655"/>
                <a:gd name="T24" fmla="*/ 3 w 352"/>
                <a:gd name="T25" fmla="*/ 623 h 655"/>
                <a:gd name="T26" fmla="*/ 0 w 352"/>
                <a:gd name="T27" fmla="*/ 606 h 655"/>
                <a:gd name="T28" fmla="*/ 5 w 352"/>
                <a:gd name="T29" fmla="*/ 589 h 655"/>
                <a:gd name="T30" fmla="*/ 265 w 352"/>
                <a:gd name="T31" fmla="*/ 27 h 655"/>
                <a:gd name="T32" fmla="*/ 276 w 352"/>
                <a:gd name="T33" fmla="*/ 11 h 655"/>
                <a:gd name="T34" fmla="*/ 291 w 352"/>
                <a:gd name="T35" fmla="*/ 4 h 655"/>
                <a:gd name="T36" fmla="*/ 309 w 352"/>
                <a:gd name="T37" fmla="*/ 0 h 6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52" h="655">
                  <a:moveTo>
                    <a:pt x="309" y="0"/>
                  </a:moveTo>
                  <a:lnTo>
                    <a:pt x="326" y="6"/>
                  </a:lnTo>
                  <a:lnTo>
                    <a:pt x="342" y="18"/>
                  </a:lnTo>
                  <a:lnTo>
                    <a:pt x="349" y="32"/>
                  </a:lnTo>
                  <a:lnTo>
                    <a:pt x="352" y="49"/>
                  </a:lnTo>
                  <a:lnTo>
                    <a:pt x="347" y="68"/>
                  </a:lnTo>
                  <a:lnTo>
                    <a:pt x="87" y="630"/>
                  </a:lnTo>
                  <a:lnTo>
                    <a:pt x="77" y="644"/>
                  </a:lnTo>
                  <a:lnTo>
                    <a:pt x="61" y="653"/>
                  </a:lnTo>
                  <a:lnTo>
                    <a:pt x="43" y="655"/>
                  </a:lnTo>
                  <a:lnTo>
                    <a:pt x="26" y="650"/>
                  </a:lnTo>
                  <a:lnTo>
                    <a:pt x="10" y="639"/>
                  </a:lnTo>
                  <a:lnTo>
                    <a:pt x="3" y="623"/>
                  </a:lnTo>
                  <a:lnTo>
                    <a:pt x="0" y="606"/>
                  </a:lnTo>
                  <a:lnTo>
                    <a:pt x="5" y="589"/>
                  </a:lnTo>
                  <a:lnTo>
                    <a:pt x="265" y="27"/>
                  </a:lnTo>
                  <a:lnTo>
                    <a:pt x="276" y="11"/>
                  </a:lnTo>
                  <a:lnTo>
                    <a:pt x="291" y="4"/>
                  </a:lnTo>
                  <a:lnTo>
                    <a:pt x="309"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5" name="Freeform 22"/>
            <p:cNvSpPr>
              <a:spLocks/>
            </p:cNvSpPr>
            <p:nvPr userDrawn="1"/>
          </p:nvSpPr>
          <p:spPr bwMode="auto">
            <a:xfrm>
              <a:off x="7414800" y="4764984"/>
              <a:ext cx="430719" cy="659361"/>
            </a:xfrm>
            <a:custGeom>
              <a:avLst/>
              <a:gdLst>
                <a:gd name="T0" fmla="*/ 417 w 454"/>
                <a:gd name="T1" fmla="*/ 0 h 695"/>
                <a:gd name="T2" fmla="*/ 433 w 454"/>
                <a:gd name="T3" fmla="*/ 7 h 695"/>
                <a:gd name="T4" fmla="*/ 447 w 454"/>
                <a:gd name="T5" fmla="*/ 21 h 695"/>
                <a:gd name="T6" fmla="*/ 454 w 454"/>
                <a:gd name="T7" fmla="*/ 37 h 695"/>
                <a:gd name="T8" fmla="*/ 454 w 454"/>
                <a:gd name="T9" fmla="*/ 54 h 695"/>
                <a:gd name="T10" fmla="*/ 447 w 454"/>
                <a:gd name="T11" fmla="*/ 72 h 695"/>
                <a:gd name="T12" fmla="*/ 84 w 454"/>
                <a:gd name="T13" fmla="*/ 676 h 695"/>
                <a:gd name="T14" fmla="*/ 70 w 454"/>
                <a:gd name="T15" fmla="*/ 688 h 695"/>
                <a:gd name="T16" fmla="*/ 54 w 454"/>
                <a:gd name="T17" fmla="*/ 695 h 695"/>
                <a:gd name="T18" fmla="*/ 37 w 454"/>
                <a:gd name="T19" fmla="*/ 695 h 695"/>
                <a:gd name="T20" fmla="*/ 19 w 454"/>
                <a:gd name="T21" fmla="*/ 688 h 695"/>
                <a:gd name="T22" fmla="*/ 7 w 454"/>
                <a:gd name="T23" fmla="*/ 676 h 695"/>
                <a:gd name="T24" fmla="*/ 0 w 454"/>
                <a:gd name="T25" fmla="*/ 660 h 695"/>
                <a:gd name="T26" fmla="*/ 0 w 454"/>
                <a:gd name="T27" fmla="*/ 642 h 695"/>
                <a:gd name="T28" fmla="*/ 7 w 454"/>
                <a:gd name="T29" fmla="*/ 625 h 695"/>
                <a:gd name="T30" fmla="*/ 370 w 454"/>
                <a:gd name="T31" fmla="*/ 21 h 695"/>
                <a:gd name="T32" fmla="*/ 382 w 454"/>
                <a:gd name="T33" fmla="*/ 7 h 695"/>
                <a:gd name="T34" fmla="*/ 400 w 454"/>
                <a:gd name="T35" fmla="*/ 0 h 695"/>
                <a:gd name="T36" fmla="*/ 417 w 454"/>
                <a:gd name="T37" fmla="*/ 0 h 6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54" h="695">
                  <a:moveTo>
                    <a:pt x="417" y="0"/>
                  </a:moveTo>
                  <a:lnTo>
                    <a:pt x="433" y="7"/>
                  </a:lnTo>
                  <a:lnTo>
                    <a:pt x="447" y="21"/>
                  </a:lnTo>
                  <a:lnTo>
                    <a:pt x="454" y="37"/>
                  </a:lnTo>
                  <a:lnTo>
                    <a:pt x="454" y="54"/>
                  </a:lnTo>
                  <a:lnTo>
                    <a:pt x="447" y="72"/>
                  </a:lnTo>
                  <a:lnTo>
                    <a:pt x="84" y="676"/>
                  </a:lnTo>
                  <a:lnTo>
                    <a:pt x="70" y="688"/>
                  </a:lnTo>
                  <a:lnTo>
                    <a:pt x="54" y="695"/>
                  </a:lnTo>
                  <a:lnTo>
                    <a:pt x="37" y="695"/>
                  </a:lnTo>
                  <a:lnTo>
                    <a:pt x="19" y="688"/>
                  </a:lnTo>
                  <a:lnTo>
                    <a:pt x="7" y="676"/>
                  </a:lnTo>
                  <a:lnTo>
                    <a:pt x="0" y="660"/>
                  </a:lnTo>
                  <a:lnTo>
                    <a:pt x="0" y="642"/>
                  </a:lnTo>
                  <a:lnTo>
                    <a:pt x="7" y="625"/>
                  </a:lnTo>
                  <a:lnTo>
                    <a:pt x="370" y="21"/>
                  </a:lnTo>
                  <a:lnTo>
                    <a:pt x="382" y="7"/>
                  </a:lnTo>
                  <a:lnTo>
                    <a:pt x="400" y="0"/>
                  </a:lnTo>
                  <a:lnTo>
                    <a:pt x="417"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6" name="Freeform 23"/>
            <p:cNvSpPr>
              <a:spLocks/>
            </p:cNvSpPr>
            <p:nvPr userDrawn="1"/>
          </p:nvSpPr>
          <p:spPr bwMode="auto">
            <a:xfrm>
              <a:off x="7730724" y="4924369"/>
              <a:ext cx="543617" cy="680232"/>
            </a:xfrm>
            <a:custGeom>
              <a:avLst/>
              <a:gdLst>
                <a:gd name="T0" fmla="*/ 522 w 573"/>
                <a:gd name="T1" fmla="*/ 0 h 717"/>
                <a:gd name="T2" fmla="*/ 540 w 573"/>
                <a:gd name="T3" fmla="*/ 1 h 717"/>
                <a:gd name="T4" fmla="*/ 557 w 573"/>
                <a:gd name="T5" fmla="*/ 10 h 717"/>
                <a:gd name="T6" fmla="*/ 568 w 573"/>
                <a:gd name="T7" fmla="*/ 24 h 717"/>
                <a:gd name="T8" fmla="*/ 573 w 573"/>
                <a:gd name="T9" fmla="*/ 40 h 717"/>
                <a:gd name="T10" fmla="*/ 571 w 573"/>
                <a:gd name="T11" fmla="*/ 57 h 717"/>
                <a:gd name="T12" fmla="*/ 562 w 573"/>
                <a:gd name="T13" fmla="*/ 75 h 717"/>
                <a:gd name="T14" fmla="*/ 81 w 573"/>
                <a:gd name="T15" fmla="*/ 700 h 717"/>
                <a:gd name="T16" fmla="*/ 67 w 573"/>
                <a:gd name="T17" fmla="*/ 712 h 717"/>
                <a:gd name="T18" fmla="*/ 51 w 573"/>
                <a:gd name="T19" fmla="*/ 717 h 717"/>
                <a:gd name="T20" fmla="*/ 32 w 573"/>
                <a:gd name="T21" fmla="*/ 715 h 717"/>
                <a:gd name="T22" fmla="*/ 16 w 573"/>
                <a:gd name="T23" fmla="*/ 707 h 717"/>
                <a:gd name="T24" fmla="*/ 5 w 573"/>
                <a:gd name="T25" fmla="*/ 693 h 717"/>
                <a:gd name="T26" fmla="*/ 0 w 573"/>
                <a:gd name="T27" fmla="*/ 675 h 717"/>
                <a:gd name="T28" fmla="*/ 2 w 573"/>
                <a:gd name="T29" fmla="*/ 658 h 717"/>
                <a:gd name="T30" fmla="*/ 11 w 573"/>
                <a:gd name="T31" fmla="*/ 642 h 717"/>
                <a:gd name="T32" fmla="*/ 491 w 573"/>
                <a:gd name="T33" fmla="*/ 15 h 717"/>
                <a:gd name="T34" fmla="*/ 506 w 573"/>
                <a:gd name="T35" fmla="*/ 3 h 717"/>
                <a:gd name="T36" fmla="*/ 522 w 573"/>
                <a:gd name="T37" fmla="*/ 0 h 7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73" h="717">
                  <a:moveTo>
                    <a:pt x="522" y="0"/>
                  </a:moveTo>
                  <a:lnTo>
                    <a:pt x="540" y="1"/>
                  </a:lnTo>
                  <a:lnTo>
                    <a:pt x="557" y="10"/>
                  </a:lnTo>
                  <a:lnTo>
                    <a:pt x="568" y="24"/>
                  </a:lnTo>
                  <a:lnTo>
                    <a:pt x="573" y="40"/>
                  </a:lnTo>
                  <a:lnTo>
                    <a:pt x="571" y="57"/>
                  </a:lnTo>
                  <a:lnTo>
                    <a:pt x="562" y="75"/>
                  </a:lnTo>
                  <a:lnTo>
                    <a:pt x="81" y="700"/>
                  </a:lnTo>
                  <a:lnTo>
                    <a:pt x="67" y="712"/>
                  </a:lnTo>
                  <a:lnTo>
                    <a:pt x="51" y="717"/>
                  </a:lnTo>
                  <a:lnTo>
                    <a:pt x="32" y="715"/>
                  </a:lnTo>
                  <a:lnTo>
                    <a:pt x="16" y="707"/>
                  </a:lnTo>
                  <a:lnTo>
                    <a:pt x="5" y="693"/>
                  </a:lnTo>
                  <a:lnTo>
                    <a:pt x="0" y="675"/>
                  </a:lnTo>
                  <a:lnTo>
                    <a:pt x="2" y="658"/>
                  </a:lnTo>
                  <a:lnTo>
                    <a:pt x="11" y="642"/>
                  </a:lnTo>
                  <a:lnTo>
                    <a:pt x="491" y="15"/>
                  </a:lnTo>
                  <a:lnTo>
                    <a:pt x="506" y="3"/>
                  </a:lnTo>
                  <a:lnTo>
                    <a:pt x="522"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grpSp>
      <p:sp>
        <p:nvSpPr>
          <p:cNvPr id="2" name="Title 1"/>
          <p:cNvSpPr>
            <a:spLocks noGrp="1"/>
          </p:cNvSpPr>
          <p:nvPr>
            <p:ph type="ctrTitle" hasCustomPrompt="1"/>
          </p:nvPr>
        </p:nvSpPr>
        <p:spPr>
          <a:xfrm>
            <a:off x="496177" y="320634"/>
            <a:ext cx="6807148" cy="2543545"/>
          </a:xfrm>
        </p:spPr>
        <p:txBody>
          <a:bodyPr anchor="b"/>
          <a:lstStyle>
            <a:lvl1pPr>
              <a:lnSpc>
                <a:spcPct val="80000"/>
              </a:lnSpc>
              <a:defRPr sz="4400" baseline="0">
                <a:solidFill>
                  <a:schemeClr val="bg1"/>
                </a:solidFill>
                <a:latin typeface="Arial" panose="020B0604020202020204" pitchFamily="34" charset="0"/>
                <a:cs typeface="Arial" panose="020B0604020202020204" pitchFamily="34" charset="0"/>
              </a:defRPr>
            </a:lvl1pPr>
          </a:lstStyle>
          <a:p>
            <a:r>
              <a:rPr lang="en-US" dirty="0"/>
              <a:t>Click to edit master</a:t>
            </a:r>
          </a:p>
        </p:txBody>
      </p:sp>
      <p:sp>
        <p:nvSpPr>
          <p:cNvPr id="3" name="Subtitle 2"/>
          <p:cNvSpPr>
            <a:spLocks noGrp="1"/>
          </p:cNvSpPr>
          <p:nvPr>
            <p:ph type="subTitle" idx="1"/>
          </p:nvPr>
        </p:nvSpPr>
        <p:spPr>
          <a:xfrm>
            <a:off x="496176" y="2924299"/>
            <a:ext cx="6814614" cy="1752600"/>
          </a:xfrm>
        </p:spPr>
        <p:txBody>
          <a:bodyPr/>
          <a:lstStyle>
            <a:lvl1pPr marL="0" indent="0" algn="l">
              <a:buNone/>
              <a:defRPr baseline="0">
                <a:solidFill>
                  <a:schemeClr val="tx2"/>
                </a:solidFill>
                <a:latin typeface="Arial" panose="020B0604020202020204" pitchFamily="34" charset="0"/>
                <a:cs typeface="Arial" panose="020B0604020202020204"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Tree>
    <p:extLst>
      <p:ext uri="{BB962C8B-B14F-4D97-AF65-F5344CB8AC3E}">
        <p14:creationId xmlns:p14="http://schemas.microsoft.com/office/powerpoint/2010/main" val="3216159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p:spTree>
      <p:nvGrpSpPr>
        <p:cNvPr id="1" name=""/>
        <p:cNvGrpSpPr/>
        <p:nvPr/>
      </p:nvGrpSpPr>
      <p:grpSpPr>
        <a:xfrm>
          <a:off x="0" y="0"/>
          <a:ext cx="0" cy="0"/>
          <a:chOff x="0" y="0"/>
          <a:chExt cx="0" cy="0"/>
        </a:xfrm>
      </p:grpSpPr>
      <p:sp>
        <p:nvSpPr>
          <p:cNvPr id="5" name="Rectangle 4"/>
          <p:cNvSpPr/>
          <p:nvPr userDrawn="1"/>
        </p:nvSpPr>
        <p:spPr>
          <a:xfrm>
            <a:off x="0" y="0"/>
            <a:ext cx="9144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6" name="Picture 5"/>
          <p:cNvPicPr>
            <a:picLocks noChangeAspect="1"/>
          </p:cNvPicPr>
          <p:nvPr userDrawn="1"/>
        </p:nvPicPr>
        <p:blipFill rotWithShape="1">
          <a:blip r:embed="rId2" cstate="print">
            <a:extLst>
              <a:ext uri="{28A0092B-C50C-407E-A947-70E740481C1C}">
                <a14:useLocalDpi xmlns:a14="http://schemas.microsoft.com/office/drawing/2010/main" val="0"/>
              </a:ext>
            </a:extLst>
          </a:blip>
          <a:srcRect t="67499" b="6701"/>
          <a:stretch/>
        </p:blipFill>
        <p:spPr>
          <a:xfrm flipV="1">
            <a:off x="0" y="1740436"/>
            <a:ext cx="9144000" cy="1502227"/>
          </a:xfrm>
          <a:prstGeom prst="rect">
            <a:avLst/>
          </a:prstGeom>
        </p:spPr>
      </p:pic>
      <p:pic>
        <p:nvPicPr>
          <p:cNvPr id="7" name="Picture 6"/>
          <p:cNvPicPr>
            <a:picLocks noChangeAspect="1"/>
          </p:cNvPicPr>
          <p:nvPr userDrawn="1"/>
        </p:nvPicPr>
        <p:blipFill rotWithShape="1">
          <a:blip r:embed="rId3">
            <a:extLst>
              <a:ext uri="{28A0092B-C50C-407E-A947-70E740481C1C}">
                <a14:useLocalDpi xmlns:a14="http://schemas.microsoft.com/office/drawing/2010/main" val="0"/>
              </a:ext>
            </a:extLst>
          </a:blip>
          <a:srcRect t="24620" b="16130"/>
          <a:stretch/>
        </p:blipFill>
        <p:spPr>
          <a:xfrm flipH="1">
            <a:off x="2766" y="3242663"/>
            <a:ext cx="9144000" cy="3615334"/>
          </a:xfrm>
          <a:prstGeom prst="rect">
            <a:avLst/>
          </a:prstGeom>
        </p:spPr>
      </p:pic>
      <p:sp>
        <p:nvSpPr>
          <p:cNvPr id="9" name="Rectangle 8"/>
          <p:cNvSpPr/>
          <p:nvPr userDrawn="1"/>
        </p:nvSpPr>
        <p:spPr>
          <a:xfrm>
            <a:off x="-3" y="0"/>
            <a:ext cx="9143999" cy="1740437"/>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p:cNvGrpSpPr/>
          <p:nvPr userDrawn="1"/>
        </p:nvGrpSpPr>
        <p:grpSpPr>
          <a:xfrm>
            <a:off x="496176" y="382676"/>
            <a:ext cx="3105481" cy="975083"/>
            <a:chOff x="2814452" y="4625522"/>
            <a:chExt cx="5459889" cy="1714337"/>
          </a:xfrm>
        </p:grpSpPr>
        <p:sp>
          <p:nvSpPr>
            <p:cNvPr id="11" name="Freeform 6"/>
            <p:cNvSpPr>
              <a:spLocks noEditPoints="1"/>
            </p:cNvSpPr>
            <p:nvPr userDrawn="1"/>
          </p:nvSpPr>
          <p:spPr bwMode="auto">
            <a:xfrm>
              <a:off x="2814452" y="5818063"/>
              <a:ext cx="523694" cy="508514"/>
            </a:xfrm>
            <a:custGeom>
              <a:avLst/>
              <a:gdLst>
                <a:gd name="T0" fmla="*/ 98 w 552"/>
                <a:gd name="T1" fmla="*/ 79 h 536"/>
                <a:gd name="T2" fmla="*/ 98 w 552"/>
                <a:gd name="T3" fmla="*/ 241 h 536"/>
                <a:gd name="T4" fmla="*/ 307 w 552"/>
                <a:gd name="T5" fmla="*/ 241 h 536"/>
                <a:gd name="T6" fmla="*/ 342 w 552"/>
                <a:gd name="T7" fmla="*/ 241 h 536"/>
                <a:gd name="T8" fmla="*/ 374 w 552"/>
                <a:gd name="T9" fmla="*/ 238 h 536"/>
                <a:gd name="T10" fmla="*/ 398 w 552"/>
                <a:gd name="T11" fmla="*/ 231 h 536"/>
                <a:gd name="T12" fmla="*/ 417 w 552"/>
                <a:gd name="T13" fmla="*/ 222 h 536"/>
                <a:gd name="T14" fmla="*/ 431 w 552"/>
                <a:gd name="T15" fmla="*/ 206 h 536"/>
                <a:gd name="T16" fmla="*/ 440 w 552"/>
                <a:gd name="T17" fmla="*/ 187 h 536"/>
                <a:gd name="T18" fmla="*/ 443 w 552"/>
                <a:gd name="T19" fmla="*/ 161 h 536"/>
                <a:gd name="T20" fmla="*/ 440 w 552"/>
                <a:gd name="T21" fmla="*/ 135 h 536"/>
                <a:gd name="T22" fmla="*/ 431 w 552"/>
                <a:gd name="T23" fmla="*/ 114 h 536"/>
                <a:gd name="T24" fmla="*/ 417 w 552"/>
                <a:gd name="T25" fmla="*/ 100 h 536"/>
                <a:gd name="T26" fmla="*/ 398 w 552"/>
                <a:gd name="T27" fmla="*/ 89 h 536"/>
                <a:gd name="T28" fmla="*/ 374 w 552"/>
                <a:gd name="T29" fmla="*/ 84 h 536"/>
                <a:gd name="T30" fmla="*/ 342 w 552"/>
                <a:gd name="T31" fmla="*/ 80 h 536"/>
                <a:gd name="T32" fmla="*/ 307 w 552"/>
                <a:gd name="T33" fmla="*/ 79 h 536"/>
                <a:gd name="T34" fmla="*/ 98 w 552"/>
                <a:gd name="T35" fmla="*/ 79 h 536"/>
                <a:gd name="T36" fmla="*/ 0 w 552"/>
                <a:gd name="T37" fmla="*/ 0 h 536"/>
                <a:gd name="T38" fmla="*/ 323 w 552"/>
                <a:gd name="T39" fmla="*/ 0 h 536"/>
                <a:gd name="T40" fmla="*/ 377 w 552"/>
                <a:gd name="T41" fmla="*/ 2 h 536"/>
                <a:gd name="T42" fmla="*/ 422 w 552"/>
                <a:gd name="T43" fmla="*/ 9 h 536"/>
                <a:gd name="T44" fmla="*/ 461 w 552"/>
                <a:gd name="T45" fmla="*/ 19 h 536"/>
                <a:gd name="T46" fmla="*/ 490 w 552"/>
                <a:gd name="T47" fmla="*/ 37 h 536"/>
                <a:gd name="T48" fmla="*/ 513 w 552"/>
                <a:gd name="T49" fmla="*/ 58 h 536"/>
                <a:gd name="T50" fmla="*/ 529 w 552"/>
                <a:gd name="T51" fmla="*/ 86 h 536"/>
                <a:gd name="T52" fmla="*/ 538 w 552"/>
                <a:gd name="T53" fmla="*/ 119 h 536"/>
                <a:gd name="T54" fmla="*/ 541 w 552"/>
                <a:gd name="T55" fmla="*/ 157 h 536"/>
                <a:gd name="T56" fmla="*/ 538 w 552"/>
                <a:gd name="T57" fmla="*/ 194 h 536"/>
                <a:gd name="T58" fmla="*/ 529 w 552"/>
                <a:gd name="T59" fmla="*/ 225 h 536"/>
                <a:gd name="T60" fmla="*/ 513 w 552"/>
                <a:gd name="T61" fmla="*/ 252 h 536"/>
                <a:gd name="T62" fmla="*/ 494 w 552"/>
                <a:gd name="T63" fmla="*/ 272 h 536"/>
                <a:gd name="T64" fmla="*/ 473 w 552"/>
                <a:gd name="T65" fmla="*/ 290 h 536"/>
                <a:gd name="T66" fmla="*/ 447 w 552"/>
                <a:gd name="T67" fmla="*/ 302 h 536"/>
                <a:gd name="T68" fmla="*/ 421 w 552"/>
                <a:gd name="T69" fmla="*/ 311 h 536"/>
                <a:gd name="T70" fmla="*/ 393 w 552"/>
                <a:gd name="T71" fmla="*/ 314 h 536"/>
                <a:gd name="T72" fmla="*/ 384 w 552"/>
                <a:gd name="T73" fmla="*/ 314 h 536"/>
                <a:gd name="T74" fmla="*/ 552 w 552"/>
                <a:gd name="T75" fmla="*/ 536 h 536"/>
                <a:gd name="T76" fmla="*/ 431 w 552"/>
                <a:gd name="T77" fmla="*/ 536 h 536"/>
                <a:gd name="T78" fmla="*/ 274 w 552"/>
                <a:gd name="T79" fmla="*/ 323 h 536"/>
                <a:gd name="T80" fmla="*/ 274 w 552"/>
                <a:gd name="T81" fmla="*/ 321 h 536"/>
                <a:gd name="T82" fmla="*/ 98 w 552"/>
                <a:gd name="T83" fmla="*/ 321 h 536"/>
                <a:gd name="T84" fmla="*/ 98 w 552"/>
                <a:gd name="T85" fmla="*/ 536 h 536"/>
                <a:gd name="T86" fmla="*/ 0 w 552"/>
                <a:gd name="T87" fmla="*/ 536 h 536"/>
                <a:gd name="T88" fmla="*/ 0 w 552"/>
                <a:gd name="T8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52" h="536">
                  <a:moveTo>
                    <a:pt x="98" y="79"/>
                  </a:moveTo>
                  <a:lnTo>
                    <a:pt x="98" y="241"/>
                  </a:lnTo>
                  <a:lnTo>
                    <a:pt x="307" y="241"/>
                  </a:lnTo>
                  <a:lnTo>
                    <a:pt x="342" y="241"/>
                  </a:lnTo>
                  <a:lnTo>
                    <a:pt x="374" y="238"/>
                  </a:lnTo>
                  <a:lnTo>
                    <a:pt x="398" y="231"/>
                  </a:lnTo>
                  <a:lnTo>
                    <a:pt x="417" y="222"/>
                  </a:lnTo>
                  <a:lnTo>
                    <a:pt x="431" y="206"/>
                  </a:lnTo>
                  <a:lnTo>
                    <a:pt x="440" y="187"/>
                  </a:lnTo>
                  <a:lnTo>
                    <a:pt x="443" y="161"/>
                  </a:lnTo>
                  <a:lnTo>
                    <a:pt x="440" y="135"/>
                  </a:lnTo>
                  <a:lnTo>
                    <a:pt x="431" y="114"/>
                  </a:lnTo>
                  <a:lnTo>
                    <a:pt x="417" y="100"/>
                  </a:lnTo>
                  <a:lnTo>
                    <a:pt x="398" y="89"/>
                  </a:lnTo>
                  <a:lnTo>
                    <a:pt x="374" y="84"/>
                  </a:lnTo>
                  <a:lnTo>
                    <a:pt x="342" y="80"/>
                  </a:lnTo>
                  <a:lnTo>
                    <a:pt x="307" y="79"/>
                  </a:lnTo>
                  <a:lnTo>
                    <a:pt x="98" y="79"/>
                  </a:lnTo>
                  <a:close/>
                  <a:moveTo>
                    <a:pt x="0" y="0"/>
                  </a:moveTo>
                  <a:lnTo>
                    <a:pt x="323" y="0"/>
                  </a:lnTo>
                  <a:lnTo>
                    <a:pt x="377" y="2"/>
                  </a:lnTo>
                  <a:lnTo>
                    <a:pt x="422" y="9"/>
                  </a:lnTo>
                  <a:lnTo>
                    <a:pt x="461" y="19"/>
                  </a:lnTo>
                  <a:lnTo>
                    <a:pt x="490" y="37"/>
                  </a:lnTo>
                  <a:lnTo>
                    <a:pt x="513" y="58"/>
                  </a:lnTo>
                  <a:lnTo>
                    <a:pt x="529" y="86"/>
                  </a:lnTo>
                  <a:lnTo>
                    <a:pt x="538" y="119"/>
                  </a:lnTo>
                  <a:lnTo>
                    <a:pt x="541" y="157"/>
                  </a:lnTo>
                  <a:lnTo>
                    <a:pt x="538" y="194"/>
                  </a:lnTo>
                  <a:lnTo>
                    <a:pt x="529" y="225"/>
                  </a:lnTo>
                  <a:lnTo>
                    <a:pt x="513" y="252"/>
                  </a:lnTo>
                  <a:lnTo>
                    <a:pt x="494" y="272"/>
                  </a:lnTo>
                  <a:lnTo>
                    <a:pt x="473" y="290"/>
                  </a:lnTo>
                  <a:lnTo>
                    <a:pt x="447" y="302"/>
                  </a:lnTo>
                  <a:lnTo>
                    <a:pt x="421" y="311"/>
                  </a:lnTo>
                  <a:lnTo>
                    <a:pt x="393" y="314"/>
                  </a:lnTo>
                  <a:lnTo>
                    <a:pt x="384" y="314"/>
                  </a:lnTo>
                  <a:lnTo>
                    <a:pt x="552" y="536"/>
                  </a:lnTo>
                  <a:lnTo>
                    <a:pt x="431" y="536"/>
                  </a:lnTo>
                  <a:lnTo>
                    <a:pt x="274" y="323"/>
                  </a:lnTo>
                  <a:lnTo>
                    <a:pt x="274" y="321"/>
                  </a:lnTo>
                  <a:lnTo>
                    <a:pt x="98" y="321"/>
                  </a:lnTo>
                  <a:lnTo>
                    <a:pt x="98" y="536"/>
                  </a:lnTo>
                  <a:lnTo>
                    <a:pt x="0" y="536"/>
                  </a:lnTo>
                  <a:lnTo>
                    <a:pt x="0"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467172" y="5818063"/>
              <a:ext cx="462976" cy="508514"/>
            </a:xfrm>
            <a:custGeom>
              <a:avLst/>
              <a:gdLst>
                <a:gd name="T0" fmla="*/ 0 w 488"/>
                <a:gd name="T1" fmla="*/ 0 h 536"/>
                <a:gd name="T2" fmla="*/ 440 w 488"/>
                <a:gd name="T3" fmla="*/ 0 h 536"/>
                <a:gd name="T4" fmla="*/ 455 w 488"/>
                <a:gd name="T5" fmla="*/ 2 h 536"/>
                <a:gd name="T6" fmla="*/ 467 w 488"/>
                <a:gd name="T7" fmla="*/ 12 h 536"/>
                <a:gd name="T8" fmla="*/ 476 w 488"/>
                <a:gd name="T9" fmla="*/ 25 h 536"/>
                <a:gd name="T10" fmla="*/ 480 w 488"/>
                <a:gd name="T11" fmla="*/ 40 h 536"/>
                <a:gd name="T12" fmla="*/ 476 w 488"/>
                <a:gd name="T13" fmla="*/ 56 h 536"/>
                <a:gd name="T14" fmla="*/ 467 w 488"/>
                <a:gd name="T15" fmla="*/ 70 h 536"/>
                <a:gd name="T16" fmla="*/ 455 w 488"/>
                <a:gd name="T17" fmla="*/ 79 h 536"/>
                <a:gd name="T18" fmla="*/ 440 w 488"/>
                <a:gd name="T19" fmla="*/ 82 h 536"/>
                <a:gd name="T20" fmla="*/ 97 w 488"/>
                <a:gd name="T21" fmla="*/ 82 h 536"/>
                <a:gd name="T22" fmla="*/ 97 w 488"/>
                <a:gd name="T23" fmla="*/ 218 h 536"/>
                <a:gd name="T24" fmla="*/ 354 w 488"/>
                <a:gd name="T25" fmla="*/ 218 h 536"/>
                <a:gd name="T26" fmla="*/ 370 w 488"/>
                <a:gd name="T27" fmla="*/ 222 h 536"/>
                <a:gd name="T28" fmla="*/ 384 w 488"/>
                <a:gd name="T29" fmla="*/ 231 h 536"/>
                <a:gd name="T30" fmla="*/ 392 w 488"/>
                <a:gd name="T31" fmla="*/ 243 h 536"/>
                <a:gd name="T32" fmla="*/ 396 w 488"/>
                <a:gd name="T33" fmla="*/ 259 h 536"/>
                <a:gd name="T34" fmla="*/ 392 w 488"/>
                <a:gd name="T35" fmla="*/ 276 h 536"/>
                <a:gd name="T36" fmla="*/ 384 w 488"/>
                <a:gd name="T37" fmla="*/ 288 h 536"/>
                <a:gd name="T38" fmla="*/ 370 w 488"/>
                <a:gd name="T39" fmla="*/ 297 h 536"/>
                <a:gd name="T40" fmla="*/ 354 w 488"/>
                <a:gd name="T41" fmla="*/ 300 h 536"/>
                <a:gd name="T42" fmla="*/ 97 w 488"/>
                <a:gd name="T43" fmla="*/ 300 h 536"/>
                <a:gd name="T44" fmla="*/ 97 w 488"/>
                <a:gd name="T45" fmla="*/ 454 h 536"/>
                <a:gd name="T46" fmla="*/ 448 w 488"/>
                <a:gd name="T47" fmla="*/ 454 h 536"/>
                <a:gd name="T48" fmla="*/ 464 w 488"/>
                <a:gd name="T49" fmla="*/ 457 h 536"/>
                <a:gd name="T50" fmla="*/ 478 w 488"/>
                <a:gd name="T51" fmla="*/ 466 h 536"/>
                <a:gd name="T52" fmla="*/ 487 w 488"/>
                <a:gd name="T53" fmla="*/ 478 h 536"/>
                <a:gd name="T54" fmla="*/ 488 w 488"/>
                <a:gd name="T55" fmla="*/ 494 h 536"/>
                <a:gd name="T56" fmla="*/ 487 w 488"/>
                <a:gd name="T57" fmla="*/ 512 h 536"/>
                <a:gd name="T58" fmla="*/ 478 w 488"/>
                <a:gd name="T59" fmla="*/ 524 h 536"/>
                <a:gd name="T60" fmla="*/ 464 w 488"/>
                <a:gd name="T61" fmla="*/ 533 h 536"/>
                <a:gd name="T62" fmla="*/ 448 w 488"/>
                <a:gd name="T63" fmla="*/ 536 h 536"/>
                <a:gd name="T64" fmla="*/ 0 w 488"/>
                <a:gd name="T65" fmla="*/ 536 h 536"/>
                <a:gd name="T66" fmla="*/ 0 w 488"/>
                <a:gd name="T6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88" h="536">
                  <a:moveTo>
                    <a:pt x="0" y="0"/>
                  </a:moveTo>
                  <a:lnTo>
                    <a:pt x="440" y="0"/>
                  </a:lnTo>
                  <a:lnTo>
                    <a:pt x="455" y="2"/>
                  </a:lnTo>
                  <a:lnTo>
                    <a:pt x="467" y="12"/>
                  </a:lnTo>
                  <a:lnTo>
                    <a:pt x="476" y="25"/>
                  </a:lnTo>
                  <a:lnTo>
                    <a:pt x="480" y="40"/>
                  </a:lnTo>
                  <a:lnTo>
                    <a:pt x="476" y="56"/>
                  </a:lnTo>
                  <a:lnTo>
                    <a:pt x="467" y="70"/>
                  </a:lnTo>
                  <a:lnTo>
                    <a:pt x="455" y="79"/>
                  </a:lnTo>
                  <a:lnTo>
                    <a:pt x="440" y="82"/>
                  </a:lnTo>
                  <a:lnTo>
                    <a:pt x="97" y="82"/>
                  </a:lnTo>
                  <a:lnTo>
                    <a:pt x="97" y="218"/>
                  </a:lnTo>
                  <a:lnTo>
                    <a:pt x="354" y="218"/>
                  </a:lnTo>
                  <a:lnTo>
                    <a:pt x="370" y="222"/>
                  </a:lnTo>
                  <a:lnTo>
                    <a:pt x="384" y="231"/>
                  </a:lnTo>
                  <a:lnTo>
                    <a:pt x="392" y="243"/>
                  </a:lnTo>
                  <a:lnTo>
                    <a:pt x="396" y="259"/>
                  </a:lnTo>
                  <a:lnTo>
                    <a:pt x="392" y="276"/>
                  </a:lnTo>
                  <a:lnTo>
                    <a:pt x="384" y="288"/>
                  </a:lnTo>
                  <a:lnTo>
                    <a:pt x="370" y="297"/>
                  </a:lnTo>
                  <a:lnTo>
                    <a:pt x="354" y="300"/>
                  </a:lnTo>
                  <a:lnTo>
                    <a:pt x="97" y="300"/>
                  </a:lnTo>
                  <a:lnTo>
                    <a:pt x="97" y="454"/>
                  </a:lnTo>
                  <a:lnTo>
                    <a:pt x="448" y="454"/>
                  </a:lnTo>
                  <a:lnTo>
                    <a:pt x="464" y="457"/>
                  </a:lnTo>
                  <a:lnTo>
                    <a:pt x="478" y="466"/>
                  </a:lnTo>
                  <a:lnTo>
                    <a:pt x="487" y="478"/>
                  </a:lnTo>
                  <a:lnTo>
                    <a:pt x="488" y="494"/>
                  </a:lnTo>
                  <a:lnTo>
                    <a:pt x="487" y="512"/>
                  </a:lnTo>
                  <a:lnTo>
                    <a:pt x="478" y="524"/>
                  </a:lnTo>
                  <a:lnTo>
                    <a:pt x="464" y="533"/>
                  </a:lnTo>
                  <a:lnTo>
                    <a:pt x="448" y="536"/>
                  </a:lnTo>
                  <a:lnTo>
                    <a:pt x="0" y="536"/>
                  </a:lnTo>
                  <a:lnTo>
                    <a:pt x="0"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p:cNvSpPr>
            <p:nvPr userDrawn="1"/>
          </p:nvSpPr>
          <p:spPr bwMode="auto">
            <a:xfrm>
              <a:off x="4041148" y="5818063"/>
              <a:ext cx="541720" cy="508514"/>
            </a:xfrm>
            <a:custGeom>
              <a:avLst/>
              <a:gdLst>
                <a:gd name="T0" fmla="*/ 48 w 571"/>
                <a:gd name="T1" fmla="*/ 0 h 536"/>
                <a:gd name="T2" fmla="*/ 65 w 571"/>
                <a:gd name="T3" fmla="*/ 4 h 536"/>
                <a:gd name="T4" fmla="*/ 79 w 571"/>
                <a:gd name="T5" fmla="*/ 12 h 536"/>
                <a:gd name="T6" fmla="*/ 89 w 571"/>
                <a:gd name="T7" fmla="*/ 26 h 536"/>
                <a:gd name="T8" fmla="*/ 280 w 571"/>
                <a:gd name="T9" fmla="*/ 431 h 536"/>
                <a:gd name="T10" fmla="*/ 285 w 571"/>
                <a:gd name="T11" fmla="*/ 440 h 536"/>
                <a:gd name="T12" fmla="*/ 484 w 571"/>
                <a:gd name="T13" fmla="*/ 26 h 536"/>
                <a:gd name="T14" fmla="*/ 494 w 571"/>
                <a:gd name="T15" fmla="*/ 12 h 536"/>
                <a:gd name="T16" fmla="*/ 508 w 571"/>
                <a:gd name="T17" fmla="*/ 2 h 536"/>
                <a:gd name="T18" fmla="*/ 526 w 571"/>
                <a:gd name="T19" fmla="*/ 0 h 536"/>
                <a:gd name="T20" fmla="*/ 541 w 571"/>
                <a:gd name="T21" fmla="*/ 2 h 536"/>
                <a:gd name="T22" fmla="*/ 554 w 571"/>
                <a:gd name="T23" fmla="*/ 9 h 536"/>
                <a:gd name="T24" fmla="*/ 564 w 571"/>
                <a:gd name="T25" fmla="*/ 21 h 536"/>
                <a:gd name="T26" fmla="*/ 571 w 571"/>
                <a:gd name="T27" fmla="*/ 35 h 536"/>
                <a:gd name="T28" fmla="*/ 571 w 571"/>
                <a:gd name="T29" fmla="*/ 51 h 536"/>
                <a:gd name="T30" fmla="*/ 568 w 571"/>
                <a:gd name="T31" fmla="*/ 67 h 536"/>
                <a:gd name="T32" fmla="*/ 337 w 571"/>
                <a:gd name="T33" fmla="*/ 536 h 536"/>
                <a:gd name="T34" fmla="*/ 233 w 571"/>
                <a:gd name="T35" fmla="*/ 536 h 536"/>
                <a:gd name="T36" fmla="*/ 6 w 571"/>
                <a:gd name="T37" fmla="*/ 67 h 536"/>
                <a:gd name="T38" fmla="*/ 0 w 571"/>
                <a:gd name="T39" fmla="*/ 51 h 536"/>
                <a:gd name="T40" fmla="*/ 2 w 571"/>
                <a:gd name="T41" fmla="*/ 35 h 536"/>
                <a:gd name="T42" fmla="*/ 7 w 571"/>
                <a:gd name="T43" fmla="*/ 21 h 536"/>
                <a:gd name="T44" fmla="*/ 18 w 571"/>
                <a:gd name="T45" fmla="*/ 9 h 536"/>
                <a:gd name="T46" fmla="*/ 32 w 571"/>
                <a:gd name="T47" fmla="*/ 2 h 536"/>
                <a:gd name="T48" fmla="*/ 48 w 571"/>
                <a:gd name="T4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571" h="536">
                  <a:moveTo>
                    <a:pt x="48" y="0"/>
                  </a:moveTo>
                  <a:lnTo>
                    <a:pt x="65" y="4"/>
                  </a:lnTo>
                  <a:lnTo>
                    <a:pt x="79" y="12"/>
                  </a:lnTo>
                  <a:lnTo>
                    <a:pt x="89" y="26"/>
                  </a:lnTo>
                  <a:lnTo>
                    <a:pt x="280" y="431"/>
                  </a:lnTo>
                  <a:lnTo>
                    <a:pt x="285" y="440"/>
                  </a:lnTo>
                  <a:lnTo>
                    <a:pt x="484" y="26"/>
                  </a:lnTo>
                  <a:lnTo>
                    <a:pt x="494" y="12"/>
                  </a:lnTo>
                  <a:lnTo>
                    <a:pt x="508" y="2"/>
                  </a:lnTo>
                  <a:lnTo>
                    <a:pt x="526" y="0"/>
                  </a:lnTo>
                  <a:lnTo>
                    <a:pt x="541" y="2"/>
                  </a:lnTo>
                  <a:lnTo>
                    <a:pt x="554" y="9"/>
                  </a:lnTo>
                  <a:lnTo>
                    <a:pt x="564" y="21"/>
                  </a:lnTo>
                  <a:lnTo>
                    <a:pt x="571" y="35"/>
                  </a:lnTo>
                  <a:lnTo>
                    <a:pt x="571" y="51"/>
                  </a:lnTo>
                  <a:lnTo>
                    <a:pt x="568" y="67"/>
                  </a:lnTo>
                  <a:lnTo>
                    <a:pt x="337" y="536"/>
                  </a:lnTo>
                  <a:lnTo>
                    <a:pt x="233" y="536"/>
                  </a:lnTo>
                  <a:lnTo>
                    <a:pt x="6" y="67"/>
                  </a:lnTo>
                  <a:lnTo>
                    <a:pt x="0" y="51"/>
                  </a:lnTo>
                  <a:lnTo>
                    <a:pt x="2" y="35"/>
                  </a:lnTo>
                  <a:lnTo>
                    <a:pt x="7" y="21"/>
                  </a:lnTo>
                  <a:lnTo>
                    <a:pt x="18" y="9"/>
                  </a:lnTo>
                  <a:lnTo>
                    <a:pt x="32" y="2"/>
                  </a:lnTo>
                  <a:lnTo>
                    <a:pt x="48"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noEditPoints="1"/>
            </p:cNvSpPr>
            <p:nvPr userDrawn="1"/>
          </p:nvSpPr>
          <p:spPr bwMode="auto">
            <a:xfrm>
              <a:off x="4582868" y="5818063"/>
              <a:ext cx="608130" cy="508514"/>
            </a:xfrm>
            <a:custGeom>
              <a:avLst/>
              <a:gdLst>
                <a:gd name="T0" fmla="*/ 321 w 641"/>
                <a:gd name="T1" fmla="*/ 70 h 536"/>
                <a:gd name="T2" fmla="*/ 201 w 641"/>
                <a:gd name="T3" fmla="*/ 328 h 536"/>
                <a:gd name="T4" fmla="*/ 443 w 641"/>
                <a:gd name="T5" fmla="*/ 328 h 536"/>
                <a:gd name="T6" fmla="*/ 321 w 641"/>
                <a:gd name="T7" fmla="*/ 70 h 536"/>
                <a:gd name="T8" fmla="*/ 264 w 641"/>
                <a:gd name="T9" fmla="*/ 0 h 536"/>
                <a:gd name="T10" fmla="*/ 381 w 641"/>
                <a:gd name="T11" fmla="*/ 0 h 536"/>
                <a:gd name="T12" fmla="*/ 641 w 641"/>
                <a:gd name="T13" fmla="*/ 536 h 536"/>
                <a:gd name="T14" fmla="*/ 538 w 641"/>
                <a:gd name="T15" fmla="*/ 536 h 536"/>
                <a:gd name="T16" fmla="*/ 482 w 641"/>
                <a:gd name="T17" fmla="*/ 414 h 536"/>
                <a:gd name="T18" fmla="*/ 480 w 641"/>
                <a:gd name="T19" fmla="*/ 410 h 536"/>
                <a:gd name="T20" fmla="*/ 161 w 641"/>
                <a:gd name="T21" fmla="*/ 410 h 536"/>
                <a:gd name="T22" fmla="*/ 103 w 641"/>
                <a:gd name="T23" fmla="*/ 536 h 536"/>
                <a:gd name="T24" fmla="*/ 0 w 641"/>
                <a:gd name="T25" fmla="*/ 536 h 536"/>
                <a:gd name="T26" fmla="*/ 264 w 641"/>
                <a:gd name="T2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41" h="536">
                  <a:moveTo>
                    <a:pt x="321" y="70"/>
                  </a:moveTo>
                  <a:lnTo>
                    <a:pt x="201" y="328"/>
                  </a:lnTo>
                  <a:lnTo>
                    <a:pt x="443" y="328"/>
                  </a:lnTo>
                  <a:lnTo>
                    <a:pt x="321" y="70"/>
                  </a:lnTo>
                  <a:close/>
                  <a:moveTo>
                    <a:pt x="264" y="0"/>
                  </a:moveTo>
                  <a:lnTo>
                    <a:pt x="381" y="0"/>
                  </a:lnTo>
                  <a:lnTo>
                    <a:pt x="641" y="536"/>
                  </a:lnTo>
                  <a:lnTo>
                    <a:pt x="538" y="536"/>
                  </a:lnTo>
                  <a:lnTo>
                    <a:pt x="482" y="414"/>
                  </a:lnTo>
                  <a:lnTo>
                    <a:pt x="480" y="410"/>
                  </a:lnTo>
                  <a:lnTo>
                    <a:pt x="161" y="410"/>
                  </a:lnTo>
                  <a:lnTo>
                    <a:pt x="103" y="536"/>
                  </a:lnTo>
                  <a:lnTo>
                    <a:pt x="0" y="536"/>
                  </a:lnTo>
                  <a:lnTo>
                    <a:pt x="264"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5169177" y="5818063"/>
              <a:ext cx="555002" cy="508514"/>
            </a:xfrm>
            <a:custGeom>
              <a:avLst/>
              <a:gdLst>
                <a:gd name="T0" fmla="*/ 42 w 585"/>
                <a:gd name="T1" fmla="*/ 0 h 536"/>
                <a:gd name="T2" fmla="*/ 545 w 585"/>
                <a:gd name="T3" fmla="*/ 0 h 536"/>
                <a:gd name="T4" fmla="*/ 560 w 585"/>
                <a:gd name="T5" fmla="*/ 2 h 536"/>
                <a:gd name="T6" fmla="*/ 574 w 585"/>
                <a:gd name="T7" fmla="*/ 12 h 536"/>
                <a:gd name="T8" fmla="*/ 583 w 585"/>
                <a:gd name="T9" fmla="*/ 25 h 536"/>
                <a:gd name="T10" fmla="*/ 585 w 585"/>
                <a:gd name="T11" fmla="*/ 40 h 536"/>
                <a:gd name="T12" fmla="*/ 583 w 585"/>
                <a:gd name="T13" fmla="*/ 56 h 536"/>
                <a:gd name="T14" fmla="*/ 574 w 585"/>
                <a:gd name="T15" fmla="*/ 70 h 536"/>
                <a:gd name="T16" fmla="*/ 560 w 585"/>
                <a:gd name="T17" fmla="*/ 79 h 536"/>
                <a:gd name="T18" fmla="*/ 545 w 585"/>
                <a:gd name="T19" fmla="*/ 82 h 536"/>
                <a:gd name="T20" fmla="*/ 342 w 585"/>
                <a:gd name="T21" fmla="*/ 82 h 536"/>
                <a:gd name="T22" fmla="*/ 342 w 585"/>
                <a:gd name="T23" fmla="*/ 536 h 536"/>
                <a:gd name="T24" fmla="*/ 244 w 585"/>
                <a:gd name="T25" fmla="*/ 536 h 536"/>
                <a:gd name="T26" fmla="*/ 244 w 585"/>
                <a:gd name="T27" fmla="*/ 82 h 536"/>
                <a:gd name="T28" fmla="*/ 42 w 585"/>
                <a:gd name="T29" fmla="*/ 82 h 536"/>
                <a:gd name="T30" fmla="*/ 26 w 585"/>
                <a:gd name="T31" fmla="*/ 79 h 536"/>
                <a:gd name="T32" fmla="*/ 12 w 585"/>
                <a:gd name="T33" fmla="*/ 70 h 536"/>
                <a:gd name="T34" fmla="*/ 4 w 585"/>
                <a:gd name="T35" fmla="*/ 56 h 536"/>
                <a:gd name="T36" fmla="*/ 0 w 585"/>
                <a:gd name="T37" fmla="*/ 40 h 536"/>
                <a:gd name="T38" fmla="*/ 4 w 585"/>
                <a:gd name="T39" fmla="*/ 25 h 536"/>
                <a:gd name="T40" fmla="*/ 12 w 585"/>
                <a:gd name="T41" fmla="*/ 12 h 536"/>
                <a:gd name="T42" fmla="*/ 26 w 585"/>
                <a:gd name="T43" fmla="*/ 2 h 536"/>
                <a:gd name="T44" fmla="*/ 42 w 585"/>
                <a:gd name="T45"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585" h="536">
                  <a:moveTo>
                    <a:pt x="42" y="0"/>
                  </a:moveTo>
                  <a:lnTo>
                    <a:pt x="545" y="0"/>
                  </a:lnTo>
                  <a:lnTo>
                    <a:pt x="560" y="2"/>
                  </a:lnTo>
                  <a:lnTo>
                    <a:pt x="574" y="12"/>
                  </a:lnTo>
                  <a:lnTo>
                    <a:pt x="583" y="25"/>
                  </a:lnTo>
                  <a:lnTo>
                    <a:pt x="585" y="40"/>
                  </a:lnTo>
                  <a:lnTo>
                    <a:pt x="583" y="56"/>
                  </a:lnTo>
                  <a:lnTo>
                    <a:pt x="574" y="70"/>
                  </a:lnTo>
                  <a:lnTo>
                    <a:pt x="560" y="79"/>
                  </a:lnTo>
                  <a:lnTo>
                    <a:pt x="545" y="82"/>
                  </a:lnTo>
                  <a:lnTo>
                    <a:pt x="342" y="82"/>
                  </a:lnTo>
                  <a:lnTo>
                    <a:pt x="342" y="536"/>
                  </a:lnTo>
                  <a:lnTo>
                    <a:pt x="244" y="536"/>
                  </a:lnTo>
                  <a:lnTo>
                    <a:pt x="244" y="82"/>
                  </a:lnTo>
                  <a:lnTo>
                    <a:pt x="42" y="82"/>
                  </a:lnTo>
                  <a:lnTo>
                    <a:pt x="26" y="79"/>
                  </a:lnTo>
                  <a:lnTo>
                    <a:pt x="12" y="70"/>
                  </a:lnTo>
                  <a:lnTo>
                    <a:pt x="4" y="56"/>
                  </a:lnTo>
                  <a:lnTo>
                    <a:pt x="0" y="40"/>
                  </a:lnTo>
                  <a:lnTo>
                    <a:pt x="4" y="25"/>
                  </a:lnTo>
                  <a:lnTo>
                    <a:pt x="12" y="12"/>
                  </a:lnTo>
                  <a:lnTo>
                    <a:pt x="26" y="2"/>
                  </a:lnTo>
                  <a:lnTo>
                    <a:pt x="42"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6" name="Freeform 11"/>
            <p:cNvSpPr>
              <a:spLocks/>
            </p:cNvSpPr>
            <p:nvPr userDrawn="1"/>
          </p:nvSpPr>
          <p:spPr bwMode="auto">
            <a:xfrm>
              <a:off x="5831384" y="5818063"/>
              <a:ext cx="541720" cy="521796"/>
            </a:xfrm>
            <a:custGeom>
              <a:avLst/>
              <a:gdLst>
                <a:gd name="T0" fmla="*/ 49 w 571"/>
                <a:gd name="T1" fmla="*/ 0 h 550"/>
                <a:gd name="T2" fmla="*/ 68 w 571"/>
                <a:gd name="T3" fmla="*/ 4 h 550"/>
                <a:gd name="T4" fmla="*/ 84 w 571"/>
                <a:gd name="T5" fmla="*/ 14 h 550"/>
                <a:gd name="T6" fmla="*/ 94 w 571"/>
                <a:gd name="T7" fmla="*/ 30 h 550"/>
                <a:gd name="T8" fmla="*/ 98 w 571"/>
                <a:gd name="T9" fmla="*/ 49 h 550"/>
                <a:gd name="T10" fmla="*/ 98 w 571"/>
                <a:gd name="T11" fmla="*/ 299 h 550"/>
                <a:gd name="T12" fmla="*/ 98 w 571"/>
                <a:gd name="T13" fmla="*/ 320 h 550"/>
                <a:gd name="T14" fmla="*/ 101 w 571"/>
                <a:gd name="T15" fmla="*/ 342 h 550"/>
                <a:gd name="T16" fmla="*/ 105 w 571"/>
                <a:gd name="T17" fmla="*/ 363 h 550"/>
                <a:gd name="T18" fmla="*/ 112 w 571"/>
                <a:gd name="T19" fmla="*/ 384 h 550"/>
                <a:gd name="T20" fmla="*/ 122 w 571"/>
                <a:gd name="T21" fmla="*/ 403 h 550"/>
                <a:gd name="T22" fmla="*/ 136 w 571"/>
                <a:gd name="T23" fmla="*/ 421 h 550"/>
                <a:gd name="T24" fmla="*/ 156 w 571"/>
                <a:gd name="T25" fmla="*/ 437 h 550"/>
                <a:gd name="T26" fmla="*/ 180 w 571"/>
                <a:gd name="T27" fmla="*/ 449 h 550"/>
                <a:gd name="T28" fmla="*/ 208 w 571"/>
                <a:gd name="T29" fmla="*/ 459 h 550"/>
                <a:gd name="T30" fmla="*/ 245 w 571"/>
                <a:gd name="T31" fmla="*/ 464 h 550"/>
                <a:gd name="T32" fmla="*/ 286 w 571"/>
                <a:gd name="T33" fmla="*/ 466 h 550"/>
                <a:gd name="T34" fmla="*/ 328 w 571"/>
                <a:gd name="T35" fmla="*/ 464 h 550"/>
                <a:gd name="T36" fmla="*/ 363 w 571"/>
                <a:gd name="T37" fmla="*/ 459 h 550"/>
                <a:gd name="T38" fmla="*/ 391 w 571"/>
                <a:gd name="T39" fmla="*/ 449 h 550"/>
                <a:gd name="T40" fmla="*/ 416 w 571"/>
                <a:gd name="T41" fmla="*/ 437 h 550"/>
                <a:gd name="T42" fmla="*/ 435 w 571"/>
                <a:gd name="T43" fmla="*/ 421 h 550"/>
                <a:gd name="T44" fmla="*/ 449 w 571"/>
                <a:gd name="T45" fmla="*/ 403 h 550"/>
                <a:gd name="T46" fmla="*/ 459 w 571"/>
                <a:gd name="T47" fmla="*/ 384 h 550"/>
                <a:gd name="T48" fmla="*/ 466 w 571"/>
                <a:gd name="T49" fmla="*/ 363 h 550"/>
                <a:gd name="T50" fmla="*/ 470 w 571"/>
                <a:gd name="T51" fmla="*/ 342 h 550"/>
                <a:gd name="T52" fmla="*/ 473 w 571"/>
                <a:gd name="T53" fmla="*/ 320 h 550"/>
                <a:gd name="T54" fmla="*/ 473 w 571"/>
                <a:gd name="T55" fmla="*/ 299 h 550"/>
                <a:gd name="T56" fmla="*/ 473 w 571"/>
                <a:gd name="T57" fmla="*/ 49 h 550"/>
                <a:gd name="T58" fmla="*/ 477 w 571"/>
                <a:gd name="T59" fmla="*/ 30 h 550"/>
                <a:gd name="T60" fmla="*/ 487 w 571"/>
                <a:gd name="T61" fmla="*/ 14 h 550"/>
                <a:gd name="T62" fmla="*/ 503 w 571"/>
                <a:gd name="T63" fmla="*/ 4 h 550"/>
                <a:gd name="T64" fmla="*/ 522 w 571"/>
                <a:gd name="T65" fmla="*/ 0 h 550"/>
                <a:gd name="T66" fmla="*/ 541 w 571"/>
                <a:gd name="T67" fmla="*/ 4 h 550"/>
                <a:gd name="T68" fmla="*/ 557 w 571"/>
                <a:gd name="T69" fmla="*/ 14 h 550"/>
                <a:gd name="T70" fmla="*/ 567 w 571"/>
                <a:gd name="T71" fmla="*/ 30 h 550"/>
                <a:gd name="T72" fmla="*/ 571 w 571"/>
                <a:gd name="T73" fmla="*/ 49 h 550"/>
                <a:gd name="T74" fmla="*/ 571 w 571"/>
                <a:gd name="T75" fmla="*/ 306 h 550"/>
                <a:gd name="T76" fmla="*/ 567 w 571"/>
                <a:gd name="T77" fmla="*/ 358 h 550"/>
                <a:gd name="T78" fmla="*/ 557 w 571"/>
                <a:gd name="T79" fmla="*/ 402 h 550"/>
                <a:gd name="T80" fmla="*/ 540 w 571"/>
                <a:gd name="T81" fmla="*/ 442 h 550"/>
                <a:gd name="T82" fmla="*/ 513 w 571"/>
                <a:gd name="T83" fmla="*/ 475 h 550"/>
                <a:gd name="T84" fmla="*/ 482 w 571"/>
                <a:gd name="T85" fmla="*/ 501 h 550"/>
                <a:gd name="T86" fmla="*/ 444 w 571"/>
                <a:gd name="T87" fmla="*/ 522 h 550"/>
                <a:gd name="T88" fmla="*/ 398 w 571"/>
                <a:gd name="T89" fmla="*/ 538 h 550"/>
                <a:gd name="T90" fmla="*/ 346 w 571"/>
                <a:gd name="T91" fmla="*/ 547 h 550"/>
                <a:gd name="T92" fmla="*/ 286 w 571"/>
                <a:gd name="T93" fmla="*/ 550 h 550"/>
                <a:gd name="T94" fmla="*/ 225 w 571"/>
                <a:gd name="T95" fmla="*/ 547 h 550"/>
                <a:gd name="T96" fmla="*/ 173 w 571"/>
                <a:gd name="T97" fmla="*/ 538 h 550"/>
                <a:gd name="T98" fmla="*/ 128 w 571"/>
                <a:gd name="T99" fmla="*/ 522 h 550"/>
                <a:gd name="T100" fmla="*/ 89 w 571"/>
                <a:gd name="T101" fmla="*/ 501 h 550"/>
                <a:gd name="T102" fmla="*/ 58 w 571"/>
                <a:gd name="T103" fmla="*/ 475 h 550"/>
                <a:gd name="T104" fmla="*/ 32 w 571"/>
                <a:gd name="T105" fmla="*/ 442 h 550"/>
                <a:gd name="T106" fmla="*/ 14 w 571"/>
                <a:gd name="T107" fmla="*/ 402 h 550"/>
                <a:gd name="T108" fmla="*/ 4 w 571"/>
                <a:gd name="T109" fmla="*/ 358 h 550"/>
                <a:gd name="T110" fmla="*/ 0 w 571"/>
                <a:gd name="T111" fmla="*/ 306 h 550"/>
                <a:gd name="T112" fmla="*/ 0 w 571"/>
                <a:gd name="T113" fmla="*/ 49 h 550"/>
                <a:gd name="T114" fmla="*/ 4 w 571"/>
                <a:gd name="T115" fmla="*/ 30 h 550"/>
                <a:gd name="T116" fmla="*/ 14 w 571"/>
                <a:gd name="T117" fmla="*/ 14 h 550"/>
                <a:gd name="T118" fmla="*/ 30 w 571"/>
                <a:gd name="T119" fmla="*/ 4 h 550"/>
                <a:gd name="T120" fmla="*/ 49 w 571"/>
                <a:gd name="T121" fmla="*/ 0 h 5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571" h="550">
                  <a:moveTo>
                    <a:pt x="49" y="0"/>
                  </a:moveTo>
                  <a:lnTo>
                    <a:pt x="68" y="4"/>
                  </a:lnTo>
                  <a:lnTo>
                    <a:pt x="84" y="14"/>
                  </a:lnTo>
                  <a:lnTo>
                    <a:pt x="94" y="30"/>
                  </a:lnTo>
                  <a:lnTo>
                    <a:pt x="98" y="49"/>
                  </a:lnTo>
                  <a:lnTo>
                    <a:pt x="98" y="299"/>
                  </a:lnTo>
                  <a:lnTo>
                    <a:pt x="98" y="320"/>
                  </a:lnTo>
                  <a:lnTo>
                    <a:pt x="101" y="342"/>
                  </a:lnTo>
                  <a:lnTo>
                    <a:pt x="105" y="363"/>
                  </a:lnTo>
                  <a:lnTo>
                    <a:pt x="112" y="384"/>
                  </a:lnTo>
                  <a:lnTo>
                    <a:pt x="122" y="403"/>
                  </a:lnTo>
                  <a:lnTo>
                    <a:pt x="136" y="421"/>
                  </a:lnTo>
                  <a:lnTo>
                    <a:pt x="156" y="437"/>
                  </a:lnTo>
                  <a:lnTo>
                    <a:pt x="180" y="449"/>
                  </a:lnTo>
                  <a:lnTo>
                    <a:pt x="208" y="459"/>
                  </a:lnTo>
                  <a:lnTo>
                    <a:pt x="245" y="464"/>
                  </a:lnTo>
                  <a:lnTo>
                    <a:pt x="286" y="466"/>
                  </a:lnTo>
                  <a:lnTo>
                    <a:pt x="328" y="464"/>
                  </a:lnTo>
                  <a:lnTo>
                    <a:pt x="363" y="459"/>
                  </a:lnTo>
                  <a:lnTo>
                    <a:pt x="391" y="449"/>
                  </a:lnTo>
                  <a:lnTo>
                    <a:pt x="416" y="437"/>
                  </a:lnTo>
                  <a:lnTo>
                    <a:pt x="435" y="421"/>
                  </a:lnTo>
                  <a:lnTo>
                    <a:pt x="449" y="403"/>
                  </a:lnTo>
                  <a:lnTo>
                    <a:pt x="459" y="384"/>
                  </a:lnTo>
                  <a:lnTo>
                    <a:pt x="466" y="363"/>
                  </a:lnTo>
                  <a:lnTo>
                    <a:pt x="470" y="342"/>
                  </a:lnTo>
                  <a:lnTo>
                    <a:pt x="473" y="320"/>
                  </a:lnTo>
                  <a:lnTo>
                    <a:pt x="473" y="299"/>
                  </a:lnTo>
                  <a:lnTo>
                    <a:pt x="473" y="49"/>
                  </a:lnTo>
                  <a:lnTo>
                    <a:pt x="477" y="30"/>
                  </a:lnTo>
                  <a:lnTo>
                    <a:pt x="487" y="14"/>
                  </a:lnTo>
                  <a:lnTo>
                    <a:pt x="503" y="4"/>
                  </a:lnTo>
                  <a:lnTo>
                    <a:pt x="522" y="0"/>
                  </a:lnTo>
                  <a:lnTo>
                    <a:pt x="541" y="4"/>
                  </a:lnTo>
                  <a:lnTo>
                    <a:pt x="557" y="14"/>
                  </a:lnTo>
                  <a:lnTo>
                    <a:pt x="567" y="30"/>
                  </a:lnTo>
                  <a:lnTo>
                    <a:pt x="571" y="49"/>
                  </a:lnTo>
                  <a:lnTo>
                    <a:pt x="571" y="306"/>
                  </a:lnTo>
                  <a:lnTo>
                    <a:pt x="567" y="358"/>
                  </a:lnTo>
                  <a:lnTo>
                    <a:pt x="557" y="402"/>
                  </a:lnTo>
                  <a:lnTo>
                    <a:pt x="540" y="442"/>
                  </a:lnTo>
                  <a:lnTo>
                    <a:pt x="513" y="475"/>
                  </a:lnTo>
                  <a:lnTo>
                    <a:pt x="482" y="501"/>
                  </a:lnTo>
                  <a:lnTo>
                    <a:pt x="444" y="522"/>
                  </a:lnTo>
                  <a:lnTo>
                    <a:pt x="398" y="538"/>
                  </a:lnTo>
                  <a:lnTo>
                    <a:pt x="346" y="547"/>
                  </a:lnTo>
                  <a:lnTo>
                    <a:pt x="286" y="550"/>
                  </a:lnTo>
                  <a:lnTo>
                    <a:pt x="225" y="547"/>
                  </a:lnTo>
                  <a:lnTo>
                    <a:pt x="173" y="538"/>
                  </a:lnTo>
                  <a:lnTo>
                    <a:pt x="128" y="522"/>
                  </a:lnTo>
                  <a:lnTo>
                    <a:pt x="89" y="501"/>
                  </a:lnTo>
                  <a:lnTo>
                    <a:pt x="58" y="475"/>
                  </a:lnTo>
                  <a:lnTo>
                    <a:pt x="32" y="442"/>
                  </a:lnTo>
                  <a:lnTo>
                    <a:pt x="14" y="402"/>
                  </a:lnTo>
                  <a:lnTo>
                    <a:pt x="4" y="358"/>
                  </a:lnTo>
                  <a:lnTo>
                    <a:pt x="0" y="306"/>
                  </a:lnTo>
                  <a:lnTo>
                    <a:pt x="0" y="49"/>
                  </a:lnTo>
                  <a:lnTo>
                    <a:pt x="4" y="30"/>
                  </a:lnTo>
                  <a:lnTo>
                    <a:pt x="14" y="14"/>
                  </a:lnTo>
                  <a:lnTo>
                    <a:pt x="30" y="4"/>
                  </a:lnTo>
                  <a:lnTo>
                    <a:pt x="49"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7" name="Freeform 12"/>
            <p:cNvSpPr>
              <a:spLocks noEditPoints="1"/>
            </p:cNvSpPr>
            <p:nvPr userDrawn="1"/>
          </p:nvSpPr>
          <p:spPr bwMode="auto">
            <a:xfrm>
              <a:off x="6530592" y="5818063"/>
              <a:ext cx="521796" cy="508514"/>
            </a:xfrm>
            <a:custGeom>
              <a:avLst/>
              <a:gdLst>
                <a:gd name="T0" fmla="*/ 96 w 550"/>
                <a:gd name="T1" fmla="*/ 79 h 536"/>
                <a:gd name="T2" fmla="*/ 96 w 550"/>
                <a:gd name="T3" fmla="*/ 241 h 536"/>
                <a:gd name="T4" fmla="*/ 307 w 550"/>
                <a:gd name="T5" fmla="*/ 241 h 536"/>
                <a:gd name="T6" fmla="*/ 342 w 550"/>
                <a:gd name="T7" fmla="*/ 241 h 536"/>
                <a:gd name="T8" fmla="*/ 372 w 550"/>
                <a:gd name="T9" fmla="*/ 238 h 536"/>
                <a:gd name="T10" fmla="*/ 398 w 550"/>
                <a:gd name="T11" fmla="*/ 231 h 536"/>
                <a:gd name="T12" fmla="*/ 417 w 550"/>
                <a:gd name="T13" fmla="*/ 222 h 536"/>
                <a:gd name="T14" fmla="*/ 431 w 550"/>
                <a:gd name="T15" fmla="*/ 206 h 536"/>
                <a:gd name="T16" fmla="*/ 440 w 550"/>
                <a:gd name="T17" fmla="*/ 187 h 536"/>
                <a:gd name="T18" fmla="*/ 443 w 550"/>
                <a:gd name="T19" fmla="*/ 161 h 536"/>
                <a:gd name="T20" fmla="*/ 440 w 550"/>
                <a:gd name="T21" fmla="*/ 135 h 536"/>
                <a:gd name="T22" fmla="*/ 431 w 550"/>
                <a:gd name="T23" fmla="*/ 114 h 536"/>
                <a:gd name="T24" fmla="*/ 417 w 550"/>
                <a:gd name="T25" fmla="*/ 100 h 536"/>
                <a:gd name="T26" fmla="*/ 398 w 550"/>
                <a:gd name="T27" fmla="*/ 89 h 536"/>
                <a:gd name="T28" fmla="*/ 372 w 550"/>
                <a:gd name="T29" fmla="*/ 84 h 536"/>
                <a:gd name="T30" fmla="*/ 342 w 550"/>
                <a:gd name="T31" fmla="*/ 80 h 536"/>
                <a:gd name="T32" fmla="*/ 307 w 550"/>
                <a:gd name="T33" fmla="*/ 79 h 536"/>
                <a:gd name="T34" fmla="*/ 96 w 550"/>
                <a:gd name="T35" fmla="*/ 79 h 536"/>
                <a:gd name="T36" fmla="*/ 0 w 550"/>
                <a:gd name="T37" fmla="*/ 0 h 536"/>
                <a:gd name="T38" fmla="*/ 323 w 550"/>
                <a:gd name="T39" fmla="*/ 0 h 536"/>
                <a:gd name="T40" fmla="*/ 377 w 550"/>
                <a:gd name="T41" fmla="*/ 2 h 536"/>
                <a:gd name="T42" fmla="*/ 422 w 550"/>
                <a:gd name="T43" fmla="*/ 9 h 536"/>
                <a:gd name="T44" fmla="*/ 459 w 550"/>
                <a:gd name="T45" fmla="*/ 19 h 536"/>
                <a:gd name="T46" fmla="*/ 489 w 550"/>
                <a:gd name="T47" fmla="*/ 37 h 536"/>
                <a:gd name="T48" fmla="*/ 511 w 550"/>
                <a:gd name="T49" fmla="*/ 58 h 536"/>
                <a:gd name="T50" fmla="*/ 527 w 550"/>
                <a:gd name="T51" fmla="*/ 86 h 536"/>
                <a:gd name="T52" fmla="*/ 537 w 550"/>
                <a:gd name="T53" fmla="*/ 119 h 536"/>
                <a:gd name="T54" fmla="*/ 539 w 550"/>
                <a:gd name="T55" fmla="*/ 157 h 536"/>
                <a:gd name="T56" fmla="*/ 537 w 550"/>
                <a:gd name="T57" fmla="*/ 194 h 536"/>
                <a:gd name="T58" fmla="*/ 527 w 550"/>
                <a:gd name="T59" fmla="*/ 225 h 536"/>
                <a:gd name="T60" fmla="*/ 513 w 550"/>
                <a:gd name="T61" fmla="*/ 252 h 536"/>
                <a:gd name="T62" fmla="*/ 494 w 550"/>
                <a:gd name="T63" fmla="*/ 272 h 536"/>
                <a:gd name="T64" fmla="*/ 471 w 550"/>
                <a:gd name="T65" fmla="*/ 290 h 536"/>
                <a:gd name="T66" fmla="*/ 447 w 550"/>
                <a:gd name="T67" fmla="*/ 302 h 536"/>
                <a:gd name="T68" fmla="*/ 419 w 550"/>
                <a:gd name="T69" fmla="*/ 311 h 536"/>
                <a:gd name="T70" fmla="*/ 393 w 550"/>
                <a:gd name="T71" fmla="*/ 314 h 536"/>
                <a:gd name="T72" fmla="*/ 384 w 550"/>
                <a:gd name="T73" fmla="*/ 314 h 536"/>
                <a:gd name="T74" fmla="*/ 550 w 550"/>
                <a:gd name="T75" fmla="*/ 536 h 536"/>
                <a:gd name="T76" fmla="*/ 431 w 550"/>
                <a:gd name="T77" fmla="*/ 536 h 536"/>
                <a:gd name="T78" fmla="*/ 274 w 550"/>
                <a:gd name="T79" fmla="*/ 323 h 536"/>
                <a:gd name="T80" fmla="*/ 272 w 550"/>
                <a:gd name="T81" fmla="*/ 321 h 536"/>
                <a:gd name="T82" fmla="*/ 96 w 550"/>
                <a:gd name="T83" fmla="*/ 321 h 536"/>
                <a:gd name="T84" fmla="*/ 96 w 550"/>
                <a:gd name="T85" fmla="*/ 536 h 536"/>
                <a:gd name="T86" fmla="*/ 0 w 550"/>
                <a:gd name="T87" fmla="*/ 536 h 536"/>
                <a:gd name="T88" fmla="*/ 0 w 550"/>
                <a:gd name="T8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50" h="536">
                  <a:moveTo>
                    <a:pt x="96" y="79"/>
                  </a:moveTo>
                  <a:lnTo>
                    <a:pt x="96" y="241"/>
                  </a:lnTo>
                  <a:lnTo>
                    <a:pt x="307" y="241"/>
                  </a:lnTo>
                  <a:lnTo>
                    <a:pt x="342" y="241"/>
                  </a:lnTo>
                  <a:lnTo>
                    <a:pt x="372" y="238"/>
                  </a:lnTo>
                  <a:lnTo>
                    <a:pt x="398" y="231"/>
                  </a:lnTo>
                  <a:lnTo>
                    <a:pt x="417" y="222"/>
                  </a:lnTo>
                  <a:lnTo>
                    <a:pt x="431" y="206"/>
                  </a:lnTo>
                  <a:lnTo>
                    <a:pt x="440" y="187"/>
                  </a:lnTo>
                  <a:lnTo>
                    <a:pt x="443" y="161"/>
                  </a:lnTo>
                  <a:lnTo>
                    <a:pt x="440" y="135"/>
                  </a:lnTo>
                  <a:lnTo>
                    <a:pt x="431" y="114"/>
                  </a:lnTo>
                  <a:lnTo>
                    <a:pt x="417" y="100"/>
                  </a:lnTo>
                  <a:lnTo>
                    <a:pt x="398" y="89"/>
                  </a:lnTo>
                  <a:lnTo>
                    <a:pt x="372" y="84"/>
                  </a:lnTo>
                  <a:lnTo>
                    <a:pt x="342" y="80"/>
                  </a:lnTo>
                  <a:lnTo>
                    <a:pt x="307" y="79"/>
                  </a:lnTo>
                  <a:lnTo>
                    <a:pt x="96" y="79"/>
                  </a:lnTo>
                  <a:close/>
                  <a:moveTo>
                    <a:pt x="0" y="0"/>
                  </a:moveTo>
                  <a:lnTo>
                    <a:pt x="323" y="0"/>
                  </a:lnTo>
                  <a:lnTo>
                    <a:pt x="377" y="2"/>
                  </a:lnTo>
                  <a:lnTo>
                    <a:pt x="422" y="9"/>
                  </a:lnTo>
                  <a:lnTo>
                    <a:pt x="459" y="19"/>
                  </a:lnTo>
                  <a:lnTo>
                    <a:pt x="489" y="37"/>
                  </a:lnTo>
                  <a:lnTo>
                    <a:pt x="511" y="58"/>
                  </a:lnTo>
                  <a:lnTo>
                    <a:pt x="527" y="86"/>
                  </a:lnTo>
                  <a:lnTo>
                    <a:pt x="537" y="119"/>
                  </a:lnTo>
                  <a:lnTo>
                    <a:pt x="539" y="157"/>
                  </a:lnTo>
                  <a:lnTo>
                    <a:pt x="537" y="194"/>
                  </a:lnTo>
                  <a:lnTo>
                    <a:pt x="527" y="225"/>
                  </a:lnTo>
                  <a:lnTo>
                    <a:pt x="513" y="252"/>
                  </a:lnTo>
                  <a:lnTo>
                    <a:pt x="494" y="272"/>
                  </a:lnTo>
                  <a:lnTo>
                    <a:pt x="471" y="290"/>
                  </a:lnTo>
                  <a:lnTo>
                    <a:pt x="447" y="302"/>
                  </a:lnTo>
                  <a:lnTo>
                    <a:pt x="419" y="311"/>
                  </a:lnTo>
                  <a:lnTo>
                    <a:pt x="393" y="314"/>
                  </a:lnTo>
                  <a:lnTo>
                    <a:pt x="384" y="314"/>
                  </a:lnTo>
                  <a:lnTo>
                    <a:pt x="550" y="536"/>
                  </a:lnTo>
                  <a:lnTo>
                    <a:pt x="431" y="536"/>
                  </a:lnTo>
                  <a:lnTo>
                    <a:pt x="274" y="323"/>
                  </a:lnTo>
                  <a:lnTo>
                    <a:pt x="272" y="321"/>
                  </a:lnTo>
                  <a:lnTo>
                    <a:pt x="96" y="321"/>
                  </a:lnTo>
                  <a:lnTo>
                    <a:pt x="96" y="536"/>
                  </a:lnTo>
                  <a:lnTo>
                    <a:pt x="0" y="536"/>
                  </a:lnTo>
                  <a:lnTo>
                    <a:pt x="0"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8" name="Freeform 13"/>
            <p:cNvSpPr>
              <a:spLocks/>
            </p:cNvSpPr>
            <p:nvPr userDrawn="1"/>
          </p:nvSpPr>
          <p:spPr bwMode="auto">
            <a:xfrm>
              <a:off x="7183312" y="5818063"/>
              <a:ext cx="462976" cy="508514"/>
            </a:xfrm>
            <a:custGeom>
              <a:avLst/>
              <a:gdLst>
                <a:gd name="T0" fmla="*/ 0 w 488"/>
                <a:gd name="T1" fmla="*/ 0 h 536"/>
                <a:gd name="T2" fmla="*/ 438 w 488"/>
                <a:gd name="T3" fmla="*/ 0 h 536"/>
                <a:gd name="T4" fmla="*/ 453 w 488"/>
                <a:gd name="T5" fmla="*/ 2 h 536"/>
                <a:gd name="T6" fmla="*/ 467 w 488"/>
                <a:gd name="T7" fmla="*/ 12 h 536"/>
                <a:gd name="T8" fmla="*/ 476 w 488"/>
                <a:gd name="T9" fmla="*/ 25 h 536"/>
                <a:gd name="T10" fmla="*/ 480 w 488"/>
                <a:gd name="T11" fmla="*/ 40 h 536"/>
                <a:gd name="T12" fmla="*/ 476 w 488"/>
                <a:gd name="T13" fmla="*/ 56 h 536"/>
                <a:gd name="T14" fmla="*/ 467 w 488"/>
                <a:gd name="T15" fmla="*/ 70 h 536"/>
                <a:gd name="T16" fmla="*/ 453 w 488"/>
                <a:gd name="T17" fmla="*/ 79 h 536"/>
                <a:gd name="T18" fmla="*/ 438 w 488"/>
                <a:gd name="T19" fmla="*/ 82 h 536"/>
                <a:gd name="T20" fmla="*/ 97 w 488"/>
                <a:gd name="T21" fmla="*/ 82 h 536"/>
                <a:gd name="T22" fmla="*/ 97 w 488"/>
                <a:gd name="T23" fmla="*/ 218 h 536"/>
                <a:gd name="T24" fmla="*/ 333 w 488"/>
                <a:gd name="T25" fmla="*/ 218 h 536"/>
                <a:gd name="T26" fmla="*/ 349 w 488"/>
                <a:gd name="T27" fmla="*/ 222 h 536"/>
                <a:gd name="T28" fmla="*/ 361 w 488"/>
                <a:gd name="T29" fmla="*/ 231 h 536"/>
                <a:gd name="T30" fmla="*/ 370 w 488"/>
                <a:gd name="T31" fmla="*/ 243 h 536"/>
                <a:gd name="T32" fmla="*/ 373 w 488"/>
                <a:gd name="T33" fmla="*/ 259 h 536"/>
                <a:gd name="T34" fmla="*/ 370 w 488"/>
                <a:gd name="T35" fmla="*/ 276 h 536"/>
                <a:gd name="T36" fmla="*/ 361 w 488"/>
                <a:gd name="T37" fmla="*/ 288 h 536"/>
                <a:gd name="T38" fmla="*/ 349 w 488"/>
                <a:gd name="T39" fmla="*/ 297 h 536"/>
                <a:gd name="T40" fmla="*/ 333 w 488"/>
                <a:gd name="T41" fmla="*/ 300 h 536"/>
                <a:gd name="T42" fmla="*/ 97 w 488"/>
                <a:gd name="T43" fmla="*/ 300 h 536"/>
                <a:gd name="T44" fmla="*/ 97 w 488"/>
                <a:gd name="T45" fmla="*/ 454 h 536"/>
                <a:gd name="T46" fmla="*/ 446 w 488"/>
                <a:gd name="T47" fmla="*/ 454 h 536"/>
                <a:gd name="T48" fmla="*/ 464 w 488"/>
                <a:gd name="T49" fmla="*/ 457 h 536"/>
                <a:gd name="T50" fmla="*/ 476 w 488"/>
                <a:gd name="T51" fmla="*/ 466 h 536"/>
                <a:gd name="T52" fmla="*/ 485 w 488"/>
                <a:gd name="T53" fmla="*/ 478 h 536"/>
                <a:gd name="T54" fmla="*/ 488 w 488"/>
                <a:gd name="T55" fmla="*/ 494 h 536"/>
                <a:gd name="T56" fmla="*/ 485 w 488"/>
                <a:gd name="T57" fmla="*/ 512 h 536"/>
                <a:gd name="T58" fmla="*/ 476 w 488"/>
                <a:gd name="T59" fmla="*/ 524 h 536"/>
                <a:gd name="T60" fmla="*/ 464 w 488"/>
                <a:gd name="T61" fmla="*/ 533 h 536"/>
                <a:gd name="T62" fmla="*/ 446 w 488"/>
                <a:gd name="T63" fmla="*/ 536 h 536"/>
                <a:gd name="T64" fmla="*/ 0 w 488"/>
                <a:gd name="T65" fmla="*/ 536 h 536"/>
                <a:gd name="T66" fmla="*/ 0 w 488"/>
                <a:gd name="T6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88" h="536">
                  <a:moveTo>
                    <a:pt x="0" y="0"/>
                  </a:moveTo>
                  <a:lnTo>
                    <a:pt x="438" y="0"/>
                  </a:lnTo>
                  <a:lnTo>
                    <a:pt x="453" y="2"/>
                  </a:lnTo>
                  <a:lnTo>
                    <a:pt x="467" y="12"/>
                  </a:lnTo>
                  <a:lnTo>
                    <a:pt x="476" y="25"/>
                  </a:lnTo>
                  <a:lnTo>
                    <a:pt x="480" y="40"/>
                  </a:lnTo>
                  <a:lnTo>
                    <a:pt x="476" y="56"/>
                  </a:lnTo>
                  <a:lnTo>
                    <a:pt x="467" y="70"/>
                  </a:lnTo>
                  <a:lnTo>
                    <a:pt x="453" y="79"/>
                  </a:lnTo>
                  <a:lnTo>
                    <a:pt x="438" y="82"/>
                  </a:lnTo>
                  <a:lnTo>
                    <a:pt x="97" y="82"/>
                  </a:lnTo>
                  <a:lnTo>
                    <a:pt x="97" y="218"/>
                  </a:lnTo>
                  <a:lnTo>
                    <a:pt x="333" y="218"/>
                  </a:lnTo>
                  <a:lnTo>
                    <a:pt x="349" y="222"/>
                  </a:lnTo>
                  <a:lnTo>
                    <a:pt x="361" y="231"/>
                  </a:lnTo>
                  <a:lnTo>
                    <a:pt x="370" y="243"/>
                  </a:lnTo>
                  <a:lnTo>
                    <a:pt x="373" y="259"/>
                  </a:lnTo>
                  <a:lnTo>
                    <a:pt x="370" y="276"/>
                  </a:lnTo>
                  <a:lnTo>
                    <a:pt x="361" y="288"/>
                  </a:lnTo>
                  <a:lnTo>
                    <a:pt x="349" y="297"/>
                  </a:lnTo>
                  <a:lnTo>
                    <a:pt x="333" y="300"/>
                  </a:lnTo>
                  <a:lnTo>
                    <a:pt x="97" y="300"/>
                  </a:lnTo>
                  <a:lnTo>
                    <a:pt x="97" y="454"/>
                  </a:lnTo>
                  <a:lnTo>
                    <a:pt x="446" y="454"/>
                  </a:lnTo>
                  <a:lnTo>
                    <a:pt x="464" y="457"/>
                  </a:lnTo>
                  <a:lnTo>
                    <a:pt x="476" y="466"/>
                  </a:lnTo>
                  <a:lnTo>
                    <a:pt x="485" y="478"/>
                  </a:lnTo>
                  <a:lnTo>
                    <a:pt x="488" y="494"/>
                  </a:lnTo>
                  <a:lnTo>
                    <a:pt x="485" y="512"/>
                  </a:lnTo>
                  <a:lnTo>
                    <a:pt x="476" y="524"/>
                  </a:lnTo>
                  <a:lnTo>
                    <a:pt x="464" y="533"/>
                  </a:lnTo>
                  <a:lnTo>
                    <a:pt x="446" y="536"/>
                  </a:lnTo>
                  <a:lnTo>
                    <a:pt x="0" y="536"/>
                  </a:lnTo>
                  <a:lnTo>
                    <a:pt x="0"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9" name="Freeform 14"/>
            <p:cNvSpPr>
              <a:spLocks/>
            </p:cNvSpPr>
            <p:nvPr userDrawn="1"/>
          </p:nvSpPr>
          <p:spPr bwMode="auto">
            <a:xfrm>
              <a:off x="4647381" y="5515421"/>
              <a:ext cx="91077" cy="87282"/>
            </a:xfrm>
            <a:custGeom>
              <a:avLst/>
              <a:gdLst>
                <a:gd name="T0" fmla="*/ 51 w 96"/>
                <a:gd name="T1" fmla="*/ 0 h 92"/>
                <a:gd name="T2" fmla="*/ 53 w 96"/>
                <a:gd name="T3" fmla="*/ 0 h 92"/>
                <a:gd name="T4" fmla="*/ 70 w 96"/>
                <a:gd name="T5" fmla="*/ 5 h 92"/>
                <a:gd name="T6" fmla="*/ 84 w 96"/>
                <a:gd name="T7" fmla="*/ 15 h 92"/>
                <a:gd name="T8" fmla="*/ 93 w 96"/>
                <a:gd name="T9" fmla="*/ 31 h 92"/>
                <a:gd name="T10" fmla="*/ 96 w 96"/>
                <a:gd name="T11" fmla="*/ 49 h 92"/>
                <a:gd name="T12" fmla="*/ 91 w 96"/>
                <a:gd name="T13" fmla="*/ 66 h 92"/>
                <a:gd name="T14" fmla="*/ 81 w 96"/>
                <a:gd name="T15" fmla="*/ 80 h 92"/>
                <a:gd name="T16" fmla="*/ 65 w 96"/>
                <a:gd name="T17" fmla="*/ 91 h 92"/>
                <a:gd name="T18" fmla="*/ 47 w 96"/>
                <a:gd name="T19" fmla="*/ 92 h 92"/>
                <a:gd name="T20" fmla="*/ 44 w 96"/>
                <a:gd name="T21" fmla="*/ 92 h 92"/>
                <a:gd name="T22" fmla="*/ 26 w 96"/>
                <a:gd name="T23" fmla="*/ 87 h 92"/>
                <a:gd name="T24" fmla="*/ 12 w 96"/>
                <a:gd name="T25" fmla="*/ 77 h 92"/>
                <a:gd name="T26" fmla="*/ 4 w 96"/>
                <a:gd name="T27" fmla="*/ 61 h 92"/>
                <a:gd name="T28" fmla="*/ 0 w 96"/>
                <a:gd name="T29" fmla="*/ 43 h 92"/>
                <a:gd name="T30" fmla="*/ 5 w 96"/>
                <a:gd name="T31" fmla="*/ 26 h 92"/>
                <a:gd name="T32" fmla="*/ 16 w 96"/>
                <a:gd name="T33" fmla="*/ 12 h 92"/>
                <a:gd name="T34" fmla="*/ 32 w 96"/>
                <a:gd name="T35" fmla="*/ 2 h 92"/>
                <a:gd name="T36" fmla="*/ 51 w 96"/>
                <a:gd name="T37" fmla="*/ 0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6" h="92">
                  <a:moveTo>
                    <a:pt x="51" y="0"/>
                  </a:moveTo>
                  <a:lnTo>
                    <a:pt x="53" y="0"/>
                  </a:lnTo>
                  <a:lnTo>
                    <a:pt x="70" y="5"/>
                  </a:lnTo>
                  <a:lnTo>
                    <a:pt x="84" y="15"/>
                  </a:lnTo>
                  <a:lnTo>
                    <a:pt x="93" y="31"/>
                  </a:lnTo>
                  <a:lnTo>
                    <a:pt x="96" y="49"/>
                  </a:lnTo>
                  <a:lnTo>
                    <a:pt x="91" y="66"/>
                  </a:lnTo>
                  <a:lnTo>
                    <a:pt x="81" y="80"/>
                  </a:lnTo>
                  <a:lnTo>
                    <a:pt x="65" y="91"/>
                  </a:lnTo>
                  <a:lnTo>
                    <a:pt x="47" y="92"/>
                  </a:lnTo>
                  <a:lnTo>
                    <a:pt x="44" y="92"/>
                  </a:lnTo>
                  <a:lnTo>
                    <a:pt x="26" y="87"/>
                  </a:lnTo>
                  <a:lnTo>
                    <a:pt x="12" y="77"/>
                  </a:lnTo>
                  <a:lnTo>
                    <a:pt x="4" y="61"/>
                  </a:lnTo>
                  <a:lnTo>
                    <a:pt x="0" y="43"/>
                  </a:lnTo>
                  <a:lnTo>
                    <a:pt x="5" y="26"/>
                  </a:lnTo>
                  <a:lnTo>
                    <a:pt x="16" y="12"/>
                  </a:lnTo>
                  <a:lnTo>
                    <a:pt x="32" y="2"/>
                  </a:lnTo>
                  <a:lnTo>
                    <a:pt x="51"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0" name="Freeform 15"/>
            <p:cNvSpPr>
              <a:spLocks/>
            </p:cNvSpPr>
            <p:nvPr userDrawn="1"/>
          </p:nvSpPr>
          <p:spPr bwMode="auto">
            <a:xfrm>
              <a:off x="4937689" y="5235549"/>
              <a:ext cx="130923" cy="157487"/>
            </a:xfrm>
            <a:custGeom>
              <a:avLst/>
              <a:gdLst>
                <a:gd name="T0" fmla="*/ 40 w 138"/>
                <a:gd name="T1" fmla="*/ 0 h 166"/>
                <a:gd name="T2" fmla="*/ 57 w 138"/>
                <a:gd name="T3" fmla="*/ 2 h 166"/>
                <a:gd name="T4" fmla="*/ 73 w 138"/>
                <a:gd name="T5" fmla="*/ 9 h 166"/>
                <a:gd name="T6" fmla="*/ 85 w 138"/>
                <a:gd name="T7" fmla="*/ 22 h 166"/>
                <a:gd name="T8" fmla="*/ 132 w 138"/>
                <a:gd name="T9" fmla="*/ 96 h 166"/>
                <a:gd name="T10" fmla="*/ 138 w 138"/>
                <a:gd name="T11" fmla="*/ 113 h 166"/>
                <a:gd name="T12" fmla="*/ 138 w 138"/>
                <a:gd name="T13" fmla="*/ 131 h 166"/>
                <a:gd name="T14" fmla="*/ 129 w 138"/>
                <a:gd name="T15" fmla="*/ 146 h 166"/>
                <a:gd name="T16" fmla="*/ 115 w 138"/>
                <a:gd name="T17" fmla="*/ 159 h 166"/>
                <a:gd name="T18" fmla="*/ 99 w 138"/>
                <a:gd name="T19" fmla="*/ 166 h 166"/>
                <a:gd name="T20" fmla="*/ 80 w 138"/>
                <a:gd name="T21" fmla="*/ 164 h 166"/>
                <a:gd name="T22" fmla="*/ 64 w 138"/>
                <a:gd name="T23" fmla="*/ 157 h 166"/>
                <a:gd name="T24" fmla="*/ 52 w 138"/>
                <a:gd name="T25" fmla="*/ 143 h 166"/>
                <a:gd name="T26" fmla="*/ 5 w 138"/>
                <a:gd name="T27" fmla="*/ 70 h 166"/>
                <a:gd name="T28" fmla="*/ 0 w 138"/>
                <a:gd name="T29" fmla="*/ 52 h 166"/>
                <a:gd name="T30" fmla="*/ 0 w 138"/>
                <a:gd name="T31" fmla="*/ 35 h 166"/>
                <a:gd name="T32" fmla="*/ 8 w 138"/>
                <a:gd name="T33" fmla="*/ 17 h 166"/>
                <a:gd name="T34" fmla="*/ 22 w 138"/>
                <a:gd name="T35" fmla="*/ 7 h 166"/>
                <a:gd name="T36" fmla="*/ 40 w 138"/>
                <a:gd name="T37" fmla="*/ 0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38" h="166">
                  <a:moveTo>
                    <a:pt x="40" y="0"/>
                  </a:moveTo>
                  <a:lnTo>
                    <a:pt x="57" y="2"/>
                  </a:lnTo>
                  <a:lnTo>
                    <a:pt x="73" y="9"/>
                  </a:lnTo>
                  <a:lnTo>
                    <a:pt x="85" y="22"/>
                  </a:lnTo>
                  <a:lnTo>
                    <a:pt x="132" y="96"/>
                  </a:lnTo>
                  <a:lnTo>
                    <a:pt x="138" y="113"/>
                  </a:lnTo>
                  <a:lnTo>
                    <a:pt x="138" y="131"/>
                  </a:lnTo>
                  <a:lnTo>
                    <a:pt x="129" y="146"/>
                  </a:lnTo>
                  <a:lnTo>
                    <a:pt x="115" y="159"/>
                  </a:lnTo>
                  <a:lnTo>
                    <a:pt x="99" y="166"/>
                  </a:lnTo>
                  <a:lnTo>
                    <a:pt x="80" y="164"/>
                  </a:lnTo>
                  <a:lnTo>
                    <a:pt x="64" y="157"/>
                  </a:lnTo>
                  <a:lnTo>
                    <a:pt x="52" y="143"/>
                  </a:lnTo>
                  <a:lnTo>
                    <a:pt x="5" y="70"/>
                  </a:lnTo>
                  <a:lnTo>
                    <a:pt x="0" y="52"/>
                  </a:lnTo>
                  <a:lnTo>
                    <a:pt x="0" y="35"/>
                  </a:lnTo>
                  <a:lnTo>
                    <a:pt x="8" y="17"/>
                  </a:lnTo>
                  <a:lnTo>
                    <a:pt x="22" y="7"/>
                  </a:lnTo>
                  <a:lnTo>
                    <a:pt x="40"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1" name="Freeform 16"/>
            <p:cNvSpPr>
              <a:spLocks/>
            </p:cNvSpPr>
            <p:nvPr userDrawn="1"/>
          </p:nvSpPr>
          <p:spPr bwMode="auto">
            <a:xfrm>
              <a:off x="5278280" y="5018292"/>
              <a:ext cx="132821" cy="243821"/>
            </a:xfrm>
            <a:custGeom>
              <a:avLst/>
              <a:gdLst>
                <a:gd name="T0" fmla="*/ 53 w 140"/>
                <a:gd name="T1" fmla="*/ 0 h 257"/>
                <a:gd name="T2" fmla="*/ 68 w 140"/>
                <a:gd name="T3" fmla="*/ 7 h 257"/>
                <a:gd name="T4" fmla="*/ 82 w 140"/>
                <a:gd name="T5" fmla="*/ 19 h 257"/>
                <a:gd name="T6" fmla="*/ 89 w 140"/>
                <a:gd name="T7" fmla="*/ 35 h 257"/>
                <a:gd name="T8" fmla="*/ 140 w 140"/>
                <a:gd name="T9" fmla="*/ 199 h 257"/>
                <a:gd name="T10" fmla="*/ 140 w 140"/>
                <a:gd name="T11" fmla="*/ 218 h 257"/>
                <a:gd name="T12" fmla="*/ 135 w 140"/>
                <a:gd name="T13" fmla="*/ 234 h 257"/>
                <a:gd name="T14" fmla="*/ 122 w 140"/>
                <a:gd name="T15" fmla="*/ 248 h 257"/>
                <a:gd name="T16" fmla="*/ 105 w 140"/>
                <a:gd name="T17" fmla="*/ 255 h 257"/>
                <a:gd name="T18" fmla="*/ 88 w 140"/>
                <a:gd name="T19" fmla="*/ 257 h 257"/>
                <a:gd name="T20" fmla="*/ 70 w 140"/>
                <a:gd name="T21" fmla="*/ 250 h 257"/>
                <a:gd name="T22" fmla="*/ 58 w 140"/>
                <a:gd name="T23" fmla="*/ 239 h 257"/>
                <a:gd name="T24" fmla="*/ 49 w 140"/>
                <a:gd name="T25" fmla="*/ 222 h 257"/>
                <a:gd name="T26" fmla="*/ 0 w 140"/>
                <a:gd name="T27" fmla="*/ 58 h 257"/>
                <a:gd name="T28" fmla="*/ 0 w 140"/>
                <a:gd name="T29" fmla="*/ 40 h 257"/>
                <a:gd name="T30" fmla="*/ 5 w 140"/>
                <a:gd name="T31" fmla="*/ 23 h 257"/>
                <a:gd name="T32" fmla="*/ 18 w 140"/>
                <a:gd name="T33" fmla="*/ 11 h 257"/>
                <a:gd name="T34" fmla="*/ 33 w 140"/>
                <a:gd name="T35" fmla="*/ 2 h 257"/>
                <a:gd name="T36" fmla="*/ 53 w 140"/>
                <a:gd name="T37" fmla="*/ 0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40" h="257">
                  <a:moveTo>
                    <a:pt x="53" y="0"/>
                  </a:moveTo>
                  <a:lnTo>
                    <a:pt x="68" y="7"/>
                  </a:lnTo>
                  <a:lnTo>
                    <a:pt x="82" y="19"/>
                  </a:lnTo>
                  <a:lnTo>
                    <a:pt x="89" y="35"/>
                  </a:lnTo>
                  <a:lnTo>
                    <a:pt x="140" y="199"/>
                  </a:lnTo>
                  <a:lnTo>
                    <a:pt x="140" y="218"/>
                  </a:lnTo>
                  <a:lnTo>
                    <a:pt x="135" y="234"/>
                  </a:lnTo>
                  <a:lnTo>
                    <a:pt x="122" y="248"/>
                  </a:lnTo>
                  <a:lnTo>
                    <a:pt x="105" y="255"/>
                  </a:lnTo>
                  <a:lnTo>
                    <a:pt x="88" y="257"/>
                  </a:lnTo>
                  <a:lnTo>
                    <a:pt x="70" y="250"/>
                  </a:lnTo>
                  <a:lnTo>
                    <a:pt x="58" y="239"/>
                  </a:lnTo>
                  <a:lnTo>
                    <a:pt x="49" y="222"/>
                  </a:lnTo>
                  <a:lnTo>
                    <a:pt x="0" y="58"/>
                  </a:lnTo>
                  <a:lnTo>
                    <a:pt x="0" y="40"/>
                  </a:lnTo>
                  <a:lnTo>
                    <a:pt x="5" y="23"/>
                  </a:lnTo>
                  <a:lnTo>
                    <a:pt x="18" y="11"/>
                  </a:lnTo>
                  <a:lnTo>
                    <a:pt x="33" y="2"/>
                  </a:lnTo>
                  <a:lnTo>
                    <a:pt x="53"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2" name="Freeform 17"/>
            <p:cNvSpPr>
              <a:spLocks/>
            </p:cNvSpPr>
            <p:nvPr userDrawn="1"/>
          </p:nvSpPr>
          <p:spPr bwMode="auto">
            <a:xfrm>
              <a:off x="5649230" y="4842779"/>
              <a:ext cx="112898" cy="335847"/>
            </a:xfrm>
            <a:custGeom>
              <a:avLst/>
              <a:gdLst>
                <a:gd name="T0" fmla="*/ 44 w 119"/>
                <a:gd name="T1" fmla="*/ 0 h 354"/>
                <a:gd name="T2" fmla="*/ 63 w 119"/>
                <a:gd name="T3" fmla="*/ 4 h 354"/>
                <a:gd name="T4" fmla="*/ 77 w 119"/>
                <a:gd name="T5" fmla="*/ 12 h 354"/>
                <a:gd name="T6" fmla="*/ 87 w 119"/>
                <a:gd name="T7" fmla="*/ 26 h 354"/>
                <a:gd name="T8" fmla="*/ 93 w 119"/>
                <a:gd name="T9" fmla="*/ 44 h 354"/>
                <a:gd name="T10" fmla="*/ 119 w 119"/>
                <a:gd name="T11" fmla="*/ 306 h 354"/>
                <a:gd name="T12" fmla="*/ 115 w 119"/>
                <a:gd name="T13" fmla="*/ 323 h 354"/>
                <a:gd name="T14" fmla="*/ 107 w 119"/>
                <a:gd name="T15" fmla="*/ 339 h 354"/>
                <a:gd name="T16" fmla="*/ 93 w 119"/>
                <a:gd name="T17" fmla="*/ 349 h 354"/>
                <a:gd name="T18" fmla="*/ 75 w 119"/>
                <a:gd name="T19" fmla="*/ 354 h 354"/>
                <a:gd name="T20" fmla="*/ 58 w 119"/>
                <a:gd name="T21" fmla="*/ 351 h 354"/>
                <a:gd name="T22" fmla="*/ 42 w 119"/>
                <a:gd name="T23" fmla="*/ 342 h 354"/>
                <a:gd name="T24" fmla="*/ 32 w 119"/>
                <a:gd name="T25" fmla="*/ 328 h 354"/>
                <a:gd name="T26" fmla="*/ 26 w 119"/>
                <a:gd name="T27" fmla="*/ 311 h 354"/>
                <a:gd name="T28" fmla="*/ 0 w 119"/>
                <a:gd name="T29" fmla="*/ 49 h 354"/>
                <a:gd name="T30" fmla="*/ 4 w 119"/>
                <a:gd name="T31" fmla="*/ 32 h 354"/>
                <a:gd name="T32" fmla="*/ 12 w 119"/>
                <a:gd name="T33" fmla="*/ 16 h 354"/>
                <a:gd name="T34" fmla="*/ 26 w 119"/>
                <a:gd name="T35" fmla="*/ 5 h 354"/>
                <a:gd name="T36" fmla="*/ 44 w 119"/>
                <a:gd name="T37" fmla="*/ 0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9" h="354">
                  <a:moveTo>
                    <a:pt x="44" y="0"/>
                  </a:moveTo>
                  <a:lnTo>
                    <a:pt x="63" y="4"/>
                  </a:lnTo>
                  <a:lnTo>
                    <a:pt x="77" y="12"/>
                  </a:lnTo>
                  <a:lnTo>
                    <a:pt x="87" y="26"/>
                  </a:lnTo>
                  <a:lnTo>
                    <a:pt x="93" y="44"/>
                  </a:lnTo>
                  <a:lnTo>
                    <a:pt x="119" y="306"/>
                  </a:lnTo>
                  <a:lnTo>
                    <a:pt x="115" y="323"/>
                  </a:lnTo>
                  <a:lnTo>
                    <a:pt x="107" y="339"/>
                  </a:lnTo>
                  <a:lnTo>
                    <a:pt x="93" y="349"/>
                  </a:lnTo>
                  <a:lnTo>
                    <a:pt x="75" y="354"/>
                  </a:lnTo>
                  <a:lnTo>
                    <a:pt x="58" y="351"/>
                  </a:lnTo>
                  <a:lnTo>
                    <a:pt x="42" y="342"/>
                  </a:lnTo>
                  <a:lnTo>
                    <a:pt x="32" y="328"/>
                  </a:lnTo>
                  <a:lnTo>
                    <a:pt x="26" y="311"/>
                  </a:lnTo>
                  <a:lnTo>
                    <a:pt x="0" y="49"/>
                  </a:lnTo>
                  <a:lnTo>
                    <a:pt x="4" y="32"/>
                  </a:lnTo>
                  <a:lnTo>
                    <a:pt x="12" y="16"/>
                  </a:lnTo>
                  <a:lnTo>
                    <a:pt x="26" y="5"/>
                  </a:lnTo>
                  <a:lnTo>
                    <a:pt x="44"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3" name="Freeform 18"/>
            <p:cNvSpPr>
              <a:spLocks/>
            </p:cNvSpPr>
            <p:nvPr userDrawn="1"/>
          </p:nvSpPr>
          <p:spPr bwMode="auto">
            <a:xfrm>
              <a:off x="6026821" y="4720394"/>
              <a:ext cx="104359" cy="420283"/>
            </a:xfrm>
            <a:custGeom>
              <a:avLst/>
              <a:gdLst>
                <a:gd name="T0" fmla="*/ 68 w 110"/>
                <a:gd name="T1" fmla="*/ 0 h 443"/>
                <a:gd name="T2" fmla="*/ 86 w 110"/>
                <a:gd name="T3" fmla="*/ 5 h 443"/>
                <a:gd name="T4" fmla="*/ 100 w 110"/>
                <a:gd name="T5" fmla="*/ 16 h 443"/>
                <a:gd name="T6" fmla="*/ 107 w 110"/>
                <a:gd name="T7" fmla="*/ 31 h 443"/>
                <a:gd name="T8" fmla="*/ 110 w 110"/>
                <a:gd name="T9" fmla="*/ 51 h 443"/>
                <a:gd name="T10" fmla="*/ 93 w 110"/>
                <a:gd name="T11" fmla="*/ 401 h 443"/>
                <a:gd name="T12" fmla="*/ 87 w 110"/>
                <a:gd name="T13" fmla="*/ 419 h 443"/>
                <a:gd name="T14" fmla="*/ 75 w 110"/>
                <a:gd name="T15" fmla="*/ 433 h 443"/>
                <a:gd name="T16" fmla="*/ 61 w 110"/>
                <a:gd name="T17" fmla="*/ 442 h 443"/>
                <a:gd name="T18" fmla="*/ 42 w 110"/>
                <a:gd name="T19" fmla="*/ 443 h 443"/>
                <a:gd name="T20" fmla="*/ 25 w 110"/>
                <a:gd name="T21" fmla="*/ 438 h 443"/>
                <a:gd name="T22" fmla="*/ 11 w 110"/>
                <a:gd name="T23" fmla="*/ 426 h 443"/>
                <a:gd name="T24" fmla="*/ 2 w 110"/>
                <a:gd name="T25" fmla="*/ 412 h 443"/>
                <a:gd name="T26" fmla="*/ 0 w 110"/>
                <a:gd name="T27" fmla="*/ 393 h 443"/>
                <a:gd name="T28" fmla="*/ 18 w 110"/>
                <a:gd name="T29" fmla="*/ 42 h 443"/>
                <a:gd name="T30" fmla="*/ 23 w 110"/>
                <a:gd name="T31" fmla="*/ 24 h 443"/>
                <a:gd name="T32" fmla="*/ 33 w 110"/>
                <a:gd name="T33" fmla="*/ 10 h 443"/>
                <a:gd name="T34" fmla="*/ 49 w 110"/>
                <a:gd name="T35" fmla="*/ 2 h 443"/>
                <a:gd name="T36" fmla="*/ 68 w 110"/>
                <a:gd name="T37" fmla="*/ 0 h 4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0" h="443">
                  <a:moveTo>
                    <a:pt x="68" y="0"/>
                  </a:moveTo>
                  <a:lnTo>
                    <a:pt x="86" y="5"/>
                  </a:lnTo>
                  <a:lnTo>
                    <a:pt x="100" y="16"/>
                  </a:lnTo>
                  <a:lnTo>
                    <a:pt x="107" y="31"/>
                  </a:lnTo>
                  <a:lnTo>
                    <a:pt x="110" y="51"/>
                  </a:lnTo>
                  <a:lnTo>
                    <a:pt x="93" y="401"/>
                  </a:lnTo>
                  <a:lnTo>
                    <a:pt x="87" y="419"/>
                  </a:lnTo>
                  <a:lnTo>
                    <a:pt x="75" y="433"/>
                  </a:lnTo>
                  <a:lnTo>
                    <a:pt x="61" y="442"/>
                  </a:lnTo>
                  <a:lnTo>
                    <a:pt x="42" y="443"/>
                  </a:lnTo>
                  <a:lnTo>
                    <a:pt x="25" y="438"/>
                  </a:lnTo>
                  <a:lnTo>
                    <a:pt x="11" y="426"/>
                  </a:lnTo>
                  <a:lnTo>
                    <a:pt x="2" y="412"/>
                  </a:lnTo>
                  <a:lnTo>
                    <a:pt x="0" y="393"/>
                  </a:lnTo>
                  <a:lnTo>
                    <a:pt x="18" y="42"/>
                  </a:lnTo>
                  <a:lnTo>
                    <a:pt x="23" y="24"/>
                  </a:lnTo>
                  <a:lnTo>
                    <a:pt x="33" y="10"/>
                  </a:lnTo>
                  <a:lnTo>
                    <a:pt x="49" y="2"/>
                  </a:lnTo>
                  <a:lnTo>
                    <a:pt x="68"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4" name="Freeform 19"/>
            <p:cNvSpPr>
              <a:spLocks/>
            </p:cNvSpPr>
            <p:nvPr userDrawn="1"/>
          </p:nvSpPr>
          <p:spPr bwMode="auto">
            <a:xfrm>
              <a:off x="6384489" y="4647343"/>
              <a:ext cx="162232" cy="497129"/>
            </a:xfrm>
            <a:custGeom>
              <a:avLst/>
              <a:gdLst>
                <a:gd name="T0" fmla="*/ 119 w 171"/>
                <a:gd name="T1" fmla="*/ 0 h 524"/>
                <a:gd name="T2" fmla="*/ 136 w 171"/>
                <a:gd name="T3" fmla="*/ 0 h 524"/>
                <a:gd name="T4" fmla="*/ 154 w 171"/>
                <a:gd name="T5" fmla="*/ 9 h 524"/>
                <a:gd name="T6" fmla="*/ 166 w 171"/>
                <a:gd name="T7" fmla="*/ 21 h 524"/>
                <a:gd name="T8" fmla="*/ 171 w 171"/>
                <a:gd name="T9" fmla="*/ 37 h 524"/>
                <a:gd name="T10" fmla="*/ 171 w 171"/>
                <a:gd name="T11" fmla="*/ 56 h 524"/>
                <a:gd name="T12" fmla="*/ 91 w 171"/>
                <a:gd name="T13" fmla="*/ 489 h 524"/>
                <a:gd name="T14" fmla="*/ 84 w 171"/>
                <a:gd name="T15" fmla="*/ 506 h 524"/>
                <a:gd name="T16" fmla="*/ 70 w 171"/>
                <a:gd name="T17" fmla="*/ 517 h 524"/>
                <a:gd name="T18" fmla="*/ 54 w 171"/>
                <a:gd name="T19" fmla="*/ 524 h 524"/>
                <a:gd name="T20" fmla="*/ 37 w 171"/>
                <a:gd name="T21" fmla="*/ 524 h 524"/>
                <a:gd name="T22" fmla="*/ 19 w 171"/>
                <a:gd name="T23" fmla="*/ 517 h 524"/>
                <a:gd name="T24" fmla="*/ 7 w 171"/>
                <a:gd name="T25" fmla="*/ 503 h 524"/>
                <a:gd name="T26" fmla="*/ 0 w 171"/>
                <a:gd name="T27" fmla="*/ 487 h 524"/>
                <a:gd name="T28" fmla="*/ 2 w 171"/>
                <a:gd name="T29" fmla="*/ 468 h 524"/>
                <a:gd name="T30" fmla="*/ 82 w 171"/>
                <a:gd name="T31" fmla="*/ 35 h 524"/>
                <a:gd name="T32" fmla="*/ 89 w 171"/>
                <a:gd name="T33" fmla="*/ 19 h 524"/>
                <a:gd name="T34" fmla="*/ 101 w 171"/>
                <a:gd name="T35" fmla="*/ 7 h 524"/>
                <a:gd name="T36" fmla="*/ 119 w 171"/>
                <a:gd name="T37" fmla="*/ 0 h 5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71" h="524">
                  <a:moveTo>
                    <a:pt x="119" y="0"/>
                  </a:moveTo>
                  <a:lnTo>
                    <a:pt x="136" y="0"/>
                  </a:lnTo>
                  <a:lnTo>
                    <a:pt x="154" y="9"/>
                  </a:lnTo>
                  <a:lnTo>
                    <a:pt x="166" y="21"/>
                  </a:lnTo>
                  <a:lnTo>
                    <a:pt x="171" y="37"/>
                  </a:lnTo>
                  <a:lnTo>
                    <a:pt x="171" y="56"/>
                  </a:lnTo>
                  <a:lnTo>
                    <a:pt x="91" y="489"/>
                  </a:lnTo>
                  <a:lnTo>
                    <a:pt x="84" y="506"/>
                  </a:lnTo>
                  <a:lnTo>
                    <a:pt x="70" y="517"/>
                  </a:lnTo>
                  <a:lnTo>
                    <a:pt x="54" y="524"/>
                  </a:lnTo>
                  <a:lnTo>
                    <a:pt x="37" y="524"/>
                  </a:lnTo>
                  <a:lnTo>
                    <a:pt x="19" y="517"/>
                  </a:lnTo>
                  <a:lnTo>
                    <a:pt x="7" y="503"/>
                  </a:lnTo>
                  <a:lnTo>
                    <a:pt x="0" y="487"/>
                  </a:lnTo>
                  <a:lnTo>
                    <a:pt x="2" y="468"/>
                  </a:lnTo>
                  <a:lnTo>
                    <a:pt x="82" y="35"/>
                  </a:lnTo>
                  <a:lnTo>
                    <a:pt x="89" y="19"/>
                  </a:lnTo>
                  <a:lnTo>
                    <a:pt x="101" y="7"/>
                  </a:lnTo>
                  <a:lnTo>
                    <a:pt x="119"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5" name="Freeform 20"/>
            <p:cNvSpPr>
              <a:spLocks/>
            </p:cNvSpPr>
            <p:nvPr userDrawn="1"/>
          </p:nvSpPr>
          <p:spPr bwMode="auto">
            <a:xfrm>
              <a:off x="6733618" y="4625522"/>
              <a:ext cx="241924" cy="568283"/>
            </a:xfrm>
            <a:custGeom>
              <a:avLst/>
              <a:gdLst>
                <a:gd name="T0" fmla="*/ 206 w 255"/>
                <a:gd name="T1" fmla="*/ 0 h 599"/>
                <a:gd name="T2" fmla="*/ 226 w 255"/>
                <a:gd name="T3" fmla="*/ 4 h 599"/>
                <a:gd name="T4" fmla="*/ 241 w 255"/>
                <a:gd name="T5" fmla="*/ 13 h 599"/>
                <a:gd name="T6" fmla="*/ 252 w 255"/>
                <a:gd name="T7" fmla="*/ 27 h 599"/>
                <a:gd name="T8" fmla="*/ 255 w 255"/>
                <a:gd name="T9" fmla="*/ 44 h 599"/>
                <a:gd name="T10" fmla="*/ 254 w 255"/>
                <a:gd name="T11" fmla="*/ 62 h 599"/>
                <a:gd name="T12" fmla="*/ 90 w 255"/>
                <a:gd name="T13" fmla="*/ 569 h 599"/>
                <a:gd name="T14" fmla="*/ 81 w 255"/>
                <a:gd name="T15" fmla="*/ 585 h 599"/>
                <a:gd name="T16" fmla="*/ 65 w 255"/>
                <a:gd name="T17" fmla="*/ 596 h 599"/>
                <a:gd name="T18" fmla="*/ 49 w 255"/>
                <a:gd name="T19" fmla="*/ 599 h 599"/>
                <a:gd name="T20" fmla="*/ 30 w 255"/>
                <a:gd name="T21" fmla="*/ 597 h 599"/>
                <a:gd name="T22" fmla="*/ 14 w 255"/>
                <a:gd name="T23" fmla="*/ 587 h 599"/>
                <a:gd name="T24" fmla="*/ 4 w 255"/>
                <a:gd name="T25" fmla="*/ 573 h 599"/>
                <a:gd name="T26" fmla="*/ 0 w 255"/>
                <a:gd name="T27" fmla="*/ 556 h 599"/>
                <a:gd name="T28" fmla="*/ 2 w 255"/>
                <a:gd name="T29" fmla="*/ 538 h 599"/>
                <a:gd name="T30" fmla="*/ 166 w 255"/>
                <a:gd name="T31" fmla="*/ 30 h 599"/>
                <a:gd name="T32" fmla="*/ 175 w 255"/>
                <a:gd name="T33" fmla="*/ 16 h 599"/>
                <a:gd name="T34" fmla="*/ 191 w 255"/>
                <a:gd name="T35" fmla="*/ 6 h 599"/>
                <a:gd name="T36" fmla="*/ 206 w 255"/>
                <a:gd name="T37" fmla="*/ 0 h 5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5" h="599">
                  <a:moveTo>
                    <a:pt x="206" y="0"/>
                  </a:moveTo>
                  <a:lnTo>
                    <a:pt x="226" y="4"/>
                  </a:lnTo>
                  <a:lnTo>
                    <a:pt x="241" y="13"/>
                  </a:lnTo>
                  <a:lnTo>
                    <a:pt x="252" y="27"/>
                  </a:lnTo>
                  <a:lnTo>
                    <a:pt x="255" y="44"/>
                  </a:lnTo>
                  <a:lnTo>
                    <a:pt x="254" y="62"/>
                  </a:lnTo>
                  <a:lnTo>
                    <a:pt x="90" y="569"/>
                  </a:lnTo>
                  <a:lnTo>
                    <a:pt x="81" y="585"/>
                  </a:lnTo>
                  <a:lnTo>
                    <a:pt x="65" y="596"/>
                  </a:lnTo>
                  <a:lnTo>
                    <a:pt x="49" y="599"/>
                  </a:lnTo>
                  <a:lnTo>
                    <a:pt x="30" y="597"/>
                  </a:lnTo>
                  <a:lnTo>
                    <a:pt x="14" y="587"/>
                  </a:lnTo>
                  <a:lnTo>
                    <a:pt x="4" y="573"/>
                  </a:lnTo>
                  <a:lnTo>
                    <a:pt x="0" y="556"/>
                  </a:lnTo>
                  <a:lnTo>
                    <a:pt x="2" y="538"/>
                  </a:lnTo>
                  <a:lnTo>
                    <a:pt x="166" y="30"/>
                  </a:lnTo>
                  <a:lnTo>
                    <a:pt x="175" y="16"/>
                  </a:lnTo>
                  <a:lnTo>
                    <a:pt x="191" y="6"/>
                  </a:lnTo>
                  <a:lnTo>
                    <a:pt x="206"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6" name="Freeform 21"/>
            <p:cNvSpPr>
              <a:spLocks/>
            </p:cNvSpPr>
            <p:nvPr userDrawn="1"/>
          </p:nvSpPr>
          <p:spPr bwMode="auto">
            <a:xfrm>
              <a:off x="7077055" y="4665368"/>
              <a:ext cx="333950" cy="621412"/>
            </a:xfrm>
            <a:custGeom>
              <a:avLst/>
              <a:gdLst>
                <a:gd name="T0" fmla="*/ 309 w 352"/>
                <a:gd name="T1" fmla="*/ 0 h 655"/>
                <a:gd name="T2" fmla="*/ 326 w 352"/>
                <a:gd name="T3" fmla="*/ 6 h 655"/>
                <a:gd name="T4" fmla="*/ 342 w 352"/>
                <a:gd name="T5" fmla="*/ 18 h 655"/>
                <a:gd name="T6" fmla="*/ 349 w 352"/>
                <a:gd name="T7" fmla="*/ 32 h 655"/>
                <a:gd name="T8" fmla="*/ 352 w 352"/>
                <a:gd name="T9" fmla="*/ 49 h 655"/>
                <a:gd name="T10" fmla="*/ 347 w 352"/>
                <a:gd name="T11" fmla="*/ 68 h 655"/>
                <a:gd name="T12" fmla="*/ 87 w 352"/>
                <a:gd name="T13" fmla="*/ 630 h 655"/>
                <a:gd name="T14" fmla="*/ 77 w 352"/>
                <a:gd name="T15" fmla="*/ 644 h 655"/>
                <a:gd name="T16" fmla="*/ 61 w 352"/>
                <a:gd name="T17" fmla="*/ 653 h 655"/>
                <a:gd name="T18" fmla="*/ 43 w 352"/>
                <a:gd name="T19" fmla="*/ 655 h 655"/>
                <a:gd name="T20" fmla="*/ 26 w 352"/>
                <a:gd name="T21" fmla="*/ 650 h 655"/>
                <a:gd name="T22" fmla="*/ 10 w 352"/>
                <a:gd name="T23" fmla="*/ 639 h 655"/>
                <a:gd name="T24" fmla="*/ 3 w 352"/>
                <a:gd name="T25" fmla="*/ 623 h 655"/>
                <a:gd name="T26" fmla="*/ 0 w 352"/>
                <a:gd name="T27" fmla="*/ 606 h 655"/>
                <a:gd name="T28" fmla="*/ 5 w 352"/>
                <a:gd name="T29" fmla="*/ 589 h 655"/>
                <a:gd name="T30" fmla="*/ 265 w 352"/>
                <a:gd name="T31" fmla="*/ 27 h 655"/>
                <a:gd name="T32" fmla="*/ 276 w 352"/>
                <a:gd name="T33" fmla="*/ 11 h 655"/>
                <a:gd name="T34" fmla="*/ 291 w 352"/>
                <a:gd name="T35" fmla="*/ 4 h 655"/>
                <a:gd name="T36" fmla="*/ 309 w 352"/>
                <a:gd name="T37" fmla="*/ 0 h 6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52" h="655">
                  <a:moveTo>
                    <a:pt x="309" y="0"/>
                  </a:moveTo>
                  <a:lnTo>
                    <a:pt x="326" y="6"/>
                  </a:lnTo>
                  <a:lnTo>
                    <a:pt x="342" y="18"/>
                  </a:lnTo>
                  <a:lnTo>
                    <a:pt x="349" y="32"/>
                  </a:lnTo>
                  <a:lnTo>
                    <a:pt x="352" y="49"/>
                  </a:lnTo>
                  <a:lnTo>
                    <a:pt x="347" y="68"/>
                  </a:lnTo>
                  <a:lnTo>
                    <a:pt x="87" y="630"/>
                  </a:lnTo>
                  <a:lnTo>
                    <a:pt x="77" y="644"/>
                  </a:lnTo>
                  <a:lnTo>
                    <a:pt x="61" y="653"/>
                  </a:lnTo>
                  <a:lnTo>
                    <a:pt x="43" y="655"/>
                  </a:lnTo>
                  <a:lnTo>
                    <a:pt x="26" y="650"/>
                  </a:lnTo>
                  <a:lnTo>
                    <a:pt x="10" y="639"/>
                  </a:lnTo>
                  <a:lnTo>
                    <a:pt x="3" y="623"/>
                  </a:lnTo>
                  <a:lnTo>
                    <a:pt x="0" y="606"/>
                  </a:lnTo>
                  <a:lnTo>
                    <a:pt x="5" y="589"/>
                  </a:lnTo>
                  <a:lnTo>
                    <a:pt x="265" y="27"/>
                  </a:lnTo>
                  <a:lnTo>
                    <a:pt x="276" y="11"/>
                  </a:lnTo>
                  <a:lnTo>
                    <a:pt x="291" y="4"/>
                  </a:lnTo>
                  <a:lnTo>
                    <a:pt x="309"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7" name="Freeform 22"/>
            <p:cNvSpPr>
              <a:spLocks/>
            </p:cNvSpPr>
            <p:nvPr userDrawn="1"/>
          </p:nvSpPr>
          <p:spPr bwMode="auto">
            <a:xfrm>
              <a:off x="7414800" y="4764984"/>
              <a:ext cx="430719" cy="659361"/>
            </a:xfrm>
            <a:custGeom>
              <a:avLst/>
              <a:gdLst>
                <a:gd name="T0" fmla="*/ 417 w 454"/>
                <a:gd name="T1" fmla="*/ 0 h 695"/>
                <a:gd name="T2" fmla="*/ 433 w 454"/>
                <a:gd name="T3" fmla="*/ 7 h 695"/>
                <a:gd name="T4" fmla="*/ 447 w 454"/>
                <a:gd name="T5" fmla="*/ 21 h 695"/>
                <a:gd name="T6" fmla="*/ 454 w 454"/>
                <a:gd name="T7" fmla="*/ 37 h 695"/>
                <a:gd name="T8" fmla="*/ 454 w 454"/>
                <a:gd name="T9" fmla="*/ 54 h 695"/>
                <a:gd name="T10" fmla="*/ 447 w 454"/>
                <a:gd name="T11" fmla="*/ 72 h 695"/>
                <a:gd name="T12" fmla="*/ 84 w 454"/>
                <a:gd name="T13" fmla="*/ 676 h 695"/>
                <a:gd name="T14" fmla="*/ 70 w 454"/>
                <a:gd name="T15" fmla="*/ 688 h 695"/>
                <a:gd name="T16" fmla="*/ 54 w 454"/>
                <a:gd name="T17" fmla="*/ 695 h 695"/>
                <a:gd name="T18" fmla="*/ 37 w 454"/>
                <a:gd name="T19" fmla="*/ 695 h 695"/>
                <a:gd name="T20" fmla="*/ 19 w 454"/>
                <a:gd name="T21" fmla="*/ 688 h 695"/>
                <a:gd name="T22" fmla="*/ 7 w 454"/>
                <a:gd name="T23" fmla="*/ 676 h 695"/>
                <a:gd name="T24" fmla="*/ 0 w 454"/>
                <a:gd name="T25" fmla="*/ 660 h 695"/>
                <a:gd name="T26" fmla="*/ 0 w 454"/>
                <a:gd name="T27" fmla="*/ 642 h 695"/>
                <a:gd name="T28" fmla="*/ 7 w 454"/>
                <a:gd name="T29" fmla="*/ 625 h 695"/>
                <a:gd name="T30" fmla="*/ 370 w 454"/>
                <a:gd name="T31" fmla="*/ 21 h 695"/>
                <a:gd name="T32" fmla="*/ 382 w 454"/>
                <a:gd name="T33" fmla="*/ 7 h 695"/>
                <a:gd name="T34" fmla="*/ 400 w 454"/>
                <a:gd name="T35" fmla="*/ 0 h 695"/>
                <a:gd name="T36" fmla="*/ 417 w 454"/>
                <a:gd name="T37" fmla="*/ 0 h 6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54" h="695">
                  <a:moveTo>
                    <a:pt x="417" y="0"/>
                  </a:moveTo>
                  <a:lnTo>
                    <a:pt x="433" y="7"/>
                  </a:lnTo>
                  <a:lnTo>
                    <a:pt x="447" y="21"/>
                  </a:lnTo>
                  <a:lnTo>
                    <a:pt x="454" y="37"/>
                  </a:lnTo>
                  <a:lnTo>
                    <a:pt x="454" y="54"/>
                  </a:lnTo>
                  <a:lnTo>
                    <a:pt x="447" y="72"/>
                  </a:lnTo>
                  <a:lnTo>
                    <a:pt x="84" y="676"/>
                  </a:lnTo>
                  <a:lnTo>
                    <a:pt x="70" y="688"/>
                  </a:lnTo>
                  <a:lnTo>
                    <a:pt x="54" y="695"/>
                  </a:lnTo>
                  <a:lnTo>
                    <a:pt x="37" y="695"/>
                  </a:lnTo>
                  <a:lnTo>
                    <a:pt x="19" y="688"/>
                  </a:lnTo>
                  <a:lnTo>
                    <a:pt x="7" y="676"/>
                  </a:lnTo>
                  <a:lnTo>
                    <a:pt x="0" y="660"/>
                  </a:lnTo>
                  <a:lnTo>
                    <a:pt x="0" y="642"/>
                  </a:lnTo>
                  <a:lnTo>
                    <a:pt x="7" y="625"/>
                  </a:lnTo>
                  <a:lnTo>
                    <a:pt x="370" y="21"/>
                  </a:lnTo>
                  <a:lnTo>
                    <a:pt x="382" y="7"/>
                  </a:lnTo>
                  <a:lnTo>
                    <a:pt x="400" y="0"/>
                  </a:lnTo>
                  <a:lnTo>
                    <a:pt x="417"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8" name="Freeform 23"/>
            <p:cNvSpPr>
              <a:spLocks/>
            </p:cNvSpPr>
            <p:nvPr userDrawn="1"/>
          </p:nvSpPr>
          <p:spPr bwMode="auto">
            <a:xfrm>
              <a:off x="7730724" y="4924369"/>
              <a:ext cx="543617" cy="680232"/>
            </a:xfrm>
            <a:custGeom>
              <a:avLst/>
              <a:gdLst>
                <a:gd name="T0" fmla="*/ 522 w 573"/>
                <a:gd name="T1" fmla="*/ 0 h 717"/>
                <a:gd name="T2" fmla="*/ 540 w 573"/>
                <a:gd name="T3" fmla="*/ 1 h 717"/>
                <a:gd name="T4" fmla="*/ 557 w 573"/>
                <a:gd name="T5" fmla="*/ 10 h 717"/>
                <a:gd name="T6" fmla="*/ 568 w 573"/>
                <a:gd name="T7" fmla="*/ 24 h 717"/>
                <a:gd name="T8" fmla="*/ 573 w 573"/>
                <a:gd name="T9" fmla="*/ 40 h 717"/>
                <a:gd name="T10" fmla="*/ 571 w 573"/>
                <a:gd name="T11" fmla="*/ 57 h 717"/>
                <a:gd name="T12" fmla="*/ 562 w 573"/>
                <a:gd name="T13" fmla="*/ 75 h 717"/>
                <a:gd name="T14" fmla="*/ 81 w 573"/>
                <a:gd name="T15" fmla="*/ 700 h 717"/>
                <a:gd name="T16" fmla="*/ 67 w 573"/>
                <a:gd name="T17" fmla="*/ 712 h 717"/>
                <a:gd name="T18" fmla="*/ 51 w 573"/>
                <a:gd name="T19" fmla="*/ 717 h 717"/>
                <a:gd name="T20" fmla="*/ 32 w 573"/>
                <a:gd name="T21" fmla="*/ 715 h 717"/>
                <a:gd name="T22" fmla="*/ 16 w 573"/>
                <a:gd name="T23" fmla="*/ 707 h 717"/>
                <a:gd name="T24" fmla="*/ 5 w 573"/>
                <a:gd name="T25" fmla="*/ 693 h 717"/>
                <a:gd name="T26" fmla="*/ 0 w 573"/>
                <a:gd name="T27" fmla="*/ 675 h 717"/>
                <a:gd name="T28" fmla="*/ 2 w 573"/>
                <a:gd name="T29" fmla="*/ 658 h 717"/>
                <a:gd name="T30" fmla="*/ 11 w 573"/>
                <a:gd name="T31" fmla="*/ 642 h 717"/>
                <a:gd name="T32" fmla="*/ 491 w 573"/>
                <a:gd name="T33" fmla="*/ 15 h 717"/>
                <a:gd name="T34" fmla="*/ 506 w 573"/>
                <a:gd name="T35" fmla="*/ 3 h 717"/>
                <a:gd name="T36" fmla="*/ 522 w 573"/>
                <a:gd name="T37" fmla="*/ 0 h 7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73" h="717">
                  <a:moveTo>
                    <a:pt x="522" y="0"/>
                  </a:moveTo>
                  <a:lnTo>
                    <a:pt x="540" y="1"/>
                  </a:lnTo>
                  <a:lnTo>
                    <a:pt x="557" y="10"/>
                  </a:lnTo>
                  <a:lnTo>
                    <a:pt x="568" y="24"/>
                  </a:lnTo>
                  <a:lnTo>
                    <a:pt x="573" y="40"/>
                  </a:lnTo>
                  <a:lnTo>
                    <a:pt x="571" y="57"/>
                  </a:lnTo>
                  <a:lnTo>
                    <a:pt x="562" y="75"/>
                  </a:lnTo>
                  <a:lnTo>
                    <a:pt x="81" y="700"/>
                  </a:lnTo>
                  <a:lnTo>
                    <a:pt x="67" y="712"/>
                  </a:lnTo>
                  <a:lnTo>
                    <a:pt x="51" y="717"/>
                  </a:lnTo>
                  <a:lnTo>
                    <a:pt x="32" y="715"/>
                  </a:lnTo>
                  <a:lnTo>
                    <a:pt x="16" y="707"/>
                  </a:lnTo>
                  <a:lnTo>
                    <a:pt x="5" y="693"/>
                  </a:lnTo>
                  <a:lnTo>
                    <a:pt x="0" y="675"/>
                  </a:lnTo>
                  <a:lnTo>
                    <a:pt x="2" y="658"/>
                  </a:lnTo>
                  <a:lnTo>
                    <a:pt x="11" y="642"/>
                  </a:lnTo>
                  <a:lnTo>
                    <a:pt x="491" y="15"/>
                  </a:lnTo>
                  <a:lnTo>
                    <a:pt x="506" y="3"/>
                  </a:lnTo>
                  <a:lnTo>
                    <a:pt x="522"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grpSp>
      <p:sp>
        <p:nvSpPr>
          <p:cNvPr id="30" name="Text Placeholder 29"/>
          <p:cNvSpPr>
            <a:spLocks noGrp="1"/>
          </p:cNvSpPr>
          <p:nvPr>
            <p:ph type="body" sz="quarter" idx="13" hasCustomPrompt="1"/>
          </p:nvPr>
        </p:nvSpPr>
        <p:spPr>
          <a:xfrm>
            <a:off x="323135" y="1846263"/>
            <a:ext cx="8441453" cy="1241425"/>
          </a:xfrm>
        </p:spPr>
        <p:txBody>
          <a:bodyPr anchor="ctr" anchorCtr="0">
            <a:normAutofit/>
          </a:bodyPr>
          <a:lstStyle>
            <a:lvl1pPr marL="0" indent="0">
              <a:buNone/>
              <a:defRPr sz="4000" b="1">
                <a:solidFill>
                  <a:schemeClr val="bg1"/>
                </a:solidFill>
              </a:defRPr>
            </a:lvl1pPr>
          </a:lstStyle>
          <a:p>
            <a:pPr lvl="0"/>
            <a:r>
              <a:rPr lang="en-US" dirty="0"/>
              <a:t>CLICK TO ADD TEXT</a:t>
            </a:r>
          </a:p>
        </p:txBody>
      </p:sp>
    </p:spTree>
    <p:extLst>
      <p:ext uri="{BB962C8B-B14F-4D97-AF65-F5344CB8AC3E}">
        <p14:creationId xmlns:p14="http://schemas.microsoft.com/office/powerpoint/2010/main" val="27289039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nodeType="withEffect">
                                  <p:stCondLst>
                                    <p:cond delay="30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750" fill="hold"/>
                                        <p:tgtEl>
                                          <p:spTgt spid="7"/>
                                        </p:tgtEl>
                                        <p:attrNameLst>
                                          <p:attrName>ppt_x</p:attrName>
                                        </p:attrNameLst>
                                      </p:cBhvr>
                                      <p:tavLst>
                                        <p:tav tm="0">
                                          <p:val>
                                            <p:strVal val="0-#ppt_w/2"/>
                                          </p:val>
                                        </p:tav>
                                        <p:tav tm="100000">
                                          <p:val>
                                            <p:strVal val="#ppt_x"/>
                                          </p:val>
                                        </p:tav>
                                      </p:tavLst>
                                    </p:anim>
                                    <p:anim calcmode="lin" valueType="num">
                                      <p:cBhvr additive="base">
                                        <p:cTn id="8" dur="750" fill="hold"/>
                                        <p:tgtEl>
                                          <p:spTgt spid="7"/>
                                        </p:tgtEl>
                                        <p:attrNameLst>
                                          <p:attrName>ppt_y</p:attrName>
                                        </p:attrNameLst>
                                      </p:cBhvr>
                                      <p:tavLst>
                                        <p:tav tm="0">
                                          <p:val>
                                            <p:strVal val="#ppt_y"/>
                                          </p:val>
                                        </p:tav>
                                        <p:tav tm="100000">
                                          <p:val>
                                            <p:strVal val="#ppt_y"/>
                                          </p:val>
                                        </p:tav>
                                      </p:tavLst>
                                    </p:anim>
                                  </p:childTnLst>
                                </p:cTn>
                              </p:par>
                              <p:par>
                                <p:cTn id="9" presetID="2" presetClass="entr" presetSubtype="1" decel="100000" fill="hold" nodeType="with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750" fill="hold"/>
                                        <p:tgtEl>
                                          <p:spTgt spid="6"/>
                                        </p:tgtEl>
                                        <p:attrNameLst>
                                          <p:attrName>ppt_x</p:attrName>
                                        </p:attrNameLst>
                                      </p:cBhvr>
                                      <p:tavLst>
                                        <p:tav tm="0">
                                          <p:val>
                                            <p:strVal val="#ppt_x"/>
                                          </p:val>
                                        </p:tav>
                                        <p:tav tm="100000">
                                          <p:val>
                                            <p:strVal val="#ppt_x"/>
                                          </p:val>
                                        </p:tav>
                                      </p:tavLst>
                                    </p:anim>
                                    <p:anim calcmode="lin" valueType="num">
                                      <p:cBhvr additive="base">
                                        <p:cTn id="12" dur="750" fill="hold"/>
                                        <p:tgtEl>
                                          <p:spTgt spid="6"/>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2">
    <p:spTree>
      <p:nvGrpSpPr>
        <p:cNvPr id="1" name=""/>
        <p:cNvGrpSpPr/>
        <p:nvPr/>
      </p:nvGrpSpPr>
      <p:grpSpPr>
        <a:xfrm>
          <a:off x="0" y="0"/>
          <a:ext cx="0" cy="0"/>
          <a:chOff x="0" y="0"/>
          <a:chExt cx="0" cy="0"/>
        </a:xfrm>
      </p:grpSpPr>
      <p:pic>
        <p:nvPicPr>
          <p:cNvPr id="53" name="Picture 52"/>
          <p:cNvPicPr>
            <a:picLocks noChangeAspect="1"/>
          </p:cNvPicPr>
          <p:nvPr userDrawn="1"/>
        </p:nvPicPr>
        <p:blipFill rotWithShape="1">
          <a:blip r:embed="rId2" cstate="print">
            <a:extLst>
              <a:ext uri="{28A0092B-C50C-407E-A947-70E740481C1C}">
                <a14:useLocalDpi xmlns:a14="http://schemas.microsoft.com/office/drawing/2010/main" val="0"/>
              </a:ext>
            </a:extLst>
          </a:blip>
          <a:srcRect l="6615" t="2065" r="80083" b="1471"/>
          <a:stretch/>
        </p:blipFill>
        <p:spPr>
          <a:xfrm rot="5400000">
            <a:off x="3820885" y="-2080448"/>
            <a:ext cx="1502227" cy="9143997"/>
          </a:xfrm>
          <a:prstGeom prst="rect">
            <a:avLst/>
          </a:prstGeom>
        </p:spPr>
      </p:pic>
      <p:pic>
        <p:nvPicPr>
          <p:cNvPr id="54" name="Picture 53"/>
          <p:cNvPicPr>
            <a:picLocks noChangeAspect="1"/>
          </p:cNvPicPr>
          <p:nvPr userDrawn="1"/>
        </p:nvPicPr>
        <p:blipFill rotWithShape="1">
          <a:blip r:embed="rId3" cstate="print">
            <a:extLst>
              <a:ext uri="{28A0092B-C50C-407E-A947-70E740481C1C}">
                <a14:useLocalDpi xmlns:a14="http://schemas.microsoft.com/office/drawing/2010/main" val="0"/>
              </a:ext>
            </a:extLst>
          </a:blip>
          <a:srcRect t="20282" b="20282"/>
          <a:stretch/>
        </p:blipFill>
        <p:spPr>
          <a:xfrm>
            <a:off x="0" y="3242662"/>
            <a:ext cx="9144000" cy="3623223"/>
          </a:xfrm>
          <a:prstGeom prst="rect">
            <a:avLst/>
          </a:prstGeom>
        </p:spPr>
      </p:pic>
      <p:sp>
        <p:nvSpPr>
          <p:cNvPr id="9" name="Rectangle 8"/>
          <p:cNvSpPr/>
          <p:nvPr userDrawn="1"/>
        </p:nvSpPr>
        <p:spPr>
          <a:xfrm>
            <a:off x="-3" y="0"/>
            <a:ext cx="9143999" cy="1740437"/>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p:cNvGrpSpPr/>
          <p:nvPr userDrawn="1"/>
        </p:nvGrpSpPr>
        <p:grpSpPr>
          <a:xfrm>
            <a:off x="496176" y="382676"/>
            <a:ext cx="3105481" cy="975083"/>
            <a:chOff x="2814452" y="4625522"/>
            <a:chExt cx="5459889" cy="1714337"/>
          </a:xfrm>
        </p:grpSpPr>
        <p:sp>
          <p:nvSpPr>
            <p:cNvPr id="11" name="Freeform 6"/>
            <p:cNvSpPr>
              <a:spLocks noEditPoints="1"/>
            </p:cNvSpPr>
            <p:nvPr userDrawn="1"/>
          </p:nvSpPr>
          <p:spPr bwMode="auto">
            <a:xfrm>
              <a:off x="2814452" y="5818063"/>
              <a:ext cx="523694" cy="508514"/>
            </a:xfrm>
            <a:custGeom>
              <a:avLst/>
              <a:gdLst>
                <a:gd name="T0" fmla="*/ 98 w 552"/>
                <a:gd name="T1" fmla="*/ 79 h 536"/>
                <a:gd name="T2" fmla="*/ 98 w 552"/>
                <a:gd name="T3" fmla="*/ 241 h 536"/>
                <a:gd name="T4" fmla="*/ 307 w 552"/>
                <a:gd name="T5" fmla="*/ 241 h 536"/>
                <a:gd name="T6" fmla="*/ 342 w 552"/>
                <a:gd name="T7" fmla="*/ 241 h 536"/>
                <a:gd name="T8" fmla="*/ 374 w 552"/>
                <a:gd name="T9" fmla="*/ 238 h 536"/>
                <a:gd name="T10" fmla="*/ 398 w 552"/>
                <a:gd name="T11" fmla="*/ 231 h 536"/>
                <a:gd name="T12" fmla="*/ 417 w 552"/>
                <a:gd name="T13" fmla="*/ 222 h 536"/>
                <a:gd name="T14" fmla="*/ 431 w 552"/>
                <a:gd name="T15" fmla="*/ 206 h 536"/>
                <a:gd name="T16" fmla="*/ 440 w 552"/>
                <a:gd name="T17" fmla="*/ 187 h 536"/>
                <a:gd name="T18" fmla="*/ 443 w 552"/>
                <a:gd name="T19" fmla="*/ 161 h 536"/>
                <a:gd name="T20" fmla="*/ 440 w 552"/>
                <a:gd name="T21" fmla="*/ 135 h 536"/>
                <a:gd name="T22" fmla="*/ 431 w 552"/>
                <a:gd name="T23" fmla="*/ 114 h 536"/>
                <a:gd name="T24" fmla="*/ 417 w 552"/>
                <a:gd name="T25" fmla="*/ 100 h 536"/>
                <a:gd name="T26" fmla="*/ 398 w 552"/>
                <a:gd name="T27" fmla="*/ 89 h 536"/>
                <a:gd name="T28" fmla="*/ 374 w 552"/>
                <a:gd name="T29" fmla="*/ 84 h 536"/>
                <a:gd name="T30" fmla="*/ 342 w 552"/>
                <a:gd name="T31" fmla="*/ 80 h 536"/>
                <a:gd name="T32" fmla="*/ 307 w 552"/>
                <a:gd name="T33" fmla="*/ 79 h 536"/>
                <a:gd name="T34" fmla="*/ 98 w 552"/>
                <a:gd name="T35" fmla="*/ 79 h 536"/>
                <a:gd name="T36" fmla="*/ 0 w 552"/>
                <a:gd name="T37" fmla="*/ 0 h 536"/>
                <a:gd name="T38" fmla="*/ 323 w 552"/>
                <a:gd name="T39" fmla="*/ 0 h 536"/>
                <a:gd name="T40" fmla="*/ 377 w 552"/>
                <a:gd name="T41" fmla="*/ 2 h 536"/>
                <a:gd name="T42" fmla="*/ 422 w 552"/>
                <a:gd name="T43" fmla="*/ 9 h 536"/>
                <a:gd name="T44" fmla="*/ 461 w 552"/>
                <a:gd name="T45" fmla="*/ 19 h 536"/>
                <a:gd name="T46" fmla="*/ 490 w 552"/>
                <a:gd name="T47" fmla="*/ 37 h 536"/>
                <a:gd name="T48" fmla="*/ 513 w 552"/>
                <a:gd name="T49" fmla="*/ 58 h 536"/>
                <a:gd name="T50" fmla="*/ 529 w 552"/>
                <a:gd name="T51" fmla="*/ 86 h 536"/>
                <a:gd name="T52" fmla="*/ 538 w 552"/>
                <a:gd name="T53" fmla="*/ 119 h 536"/>
                <a:gd name="T54" fmla="*/ 541 w 552"/>
                <a:gd name="T55" fmla="*/ 157 h 536"/>
                <a:gd name="T56" fmla="*/ 538 w 552"/>
                <a:gd name="T57" fmla="*/ 194 h 536"/>
                <a:gd name="T58" fmla="*/ 529 w 552"/>
                <a:gd name="T59" fmla="*/ 225 h 536"/>
                <a:gd name="T60" fmla="*/ 513 w 552"/>
                <a:gd name="T61" fmla="*/ 252 h 536"/>
                <a:gd name="T62" fmla="*/ 494 w 552"/>
                <a:gd name="T63" fmla="*/ 272 h 536"/>
                <a:gd name="T64" fmla="*/ 473 w 552"/>
                <a:gd name="T65" fmla="*/ 290 h 536"/>
                <a:gd name="T66" fmla="*/ 447 w 552"/>
                <a:gd name="T67" fmla="*/ 302 h 536"/>
                <a:gd name="T68" fmla="*/ 421 w 552"/>
                <a:gd name="T69" fmla="*/ 311 h 536"/>
                <a:gd name="T70" fmla="*/ 393 w 552"/>
                <a:gd name="T71" fmla="*/ 314 h 536"/>
                <a:gd name="T72" fmla="*/ 384 w 552"/>
                <a:gd name="T73" fmla="*/ 314 h 536"/>
                <a:gd name="T74" fmla="*/ 552 w 552"/>
                <a:gd name="T75" fmla="*/ 536 h 536"/>
                <a:gd name="T76" fmla="*/ 431 w 552"/>
                <a:gd name="T77" fmla="*/ 536 h 536"/>
                <a:gd name="T78" fmla="*/ 274 w 552"/>
                <a:gd name="T79" fmla="*/ 323 h 536"/>
                <a:gd name="T80" fmla="*/ 274 w 552"/>
                <a:gd name="T81" fmla="*/ 321 h 536"/>
                <a:gd name="T82" fmla="*/ 98 w 552"/>
                <a:gd name="T83" fmla="*/ 321 h 536"/>
                <a:gd name="T84" fmla="*/ 98 w 552"/>
                <a:gd name="T85" fmla="*/ 536 h 536"/>
                <a:gd name="T86" fmla="*/ 0 w 552"/>
                <a:gd name="T87" fmla="*/ 536 h 536"/>
                <a:gd name="T88" fmla="*/ 0 w 552"/>
                <a:gd name="T8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52" h="536">
                  <a:moveTo>
                    <a:pt x="98" y="79"/>
                  </a:moveTo>
                  <a:lnTo>
                    <a:pt x="98" y="241"/>
                  </a:lnTo>
                  <a:lnTo>
                    <a:pt x="307" y="241"/>
                  </a:lnTo>
                  <a:lnTo>
                    <a:pt x="342" y="241"/>
                  </a:lnTo>
                  <a:lnTo>
                    <a:pt x="374" y="238"/>
                  </a:lnTo>
                  <a:lnTo>
                    <a:pt x="398" y="231"/>
                  </a:lnTo>
                  <a:lnTo>
                    <a:pt x="417" y="222"/>
                  </a:lnTo>
                  <a:lnTo>
                    <a:pt x="431" y="206"/>
                  </a:lnTo>
                  <a:lnTo>
                    <a:pt x="440" y="187"/>
                  </a:lnTo>
                  <a:lnTo>
                    <a:pt x="443" y="161"/>
                  </a:lnTo>
                  <a:lnTo>
                    <a:pt x="440" y="135"/>
                  </a:lnTo>
                  <a:lnTo>
                    <a:pt x="431" y="114"/>
                  </a:lnTo>
                  <a:lnTo>
                    <a:pt x="417" y="100"/>
                  </a:lnTo>
                  <a:lnTo>
                    <a:pt x="398" y="89"/>
                  </a:lnTo>
                  <a:lnTo>
                    <a:pt x="374" y="84"/>
                  </a:lnTo>
                  <a:lnTo>
                    <a:pt x="342" y="80"/>
                  </a:lnTo>
                  <a:lnTo>
                    <a:pt x="307" y="79"/>
                  </a:lnTo>
                  <a:lnTo>
                    <a:pt x="98" y="79"/>
                  </a:lnTo>
                  <a:close/>
                  <a:moveTo>
                    <a:pt x="0" y="0"/>
                  </a:moveTo>
                  <a:lnTo>
                    <a:pt x="323" y="0"/>
                  </a:lnTo>
                  <a:lnTo>
                    <a:pt x="377" y="2"/>
                  </a:lnTo>
                  <a:lnTo>
                    <a:pt x="422" y="9"/>
                  </a:lnTo>
                  <a:lnTo>
                    <a:pt x="461" y="19"/>
                  </a:lnTo>
                  <a:lnTo>
                    <a:pt x="490" y="37"/>
                  </a:lnTo>
                  <a:lnTo>
                    <a:pt x="513" y="58"/>
                  </a:lnTo>
                  <a:lnTo>
                    <a:pt x="529" y="86"/>
                  </a:lnTo>
                  <a:lnTo>
                    <a:pt x="538" y="119"/>
                  </a:lnTo>
                  <a:lnTo>
                    <a:pt x="541" y="157"/>
                  </a:lnTo>
                  <a:lnTo>
                    <a:pt x="538" y="194"/>
                  </a:lnTo>
                  <a:lnTo>
                    <a:pt x="529" y="225"/>
                  </a:lnTo>
                  <a:lnTo>
                    <a:pt x="513" y="252"/>
                  </a:lnTo>
                  <a:lnTo>
                    <a:pt x="494" y="272"/>
                  </a:lnTo>
                  <a:lnTo>
                    <a:pt x="473" y="290"/>
                  </a:lnTo>
                  <a:lnTo>
                    <a:pt x="447" y="302"/>
                  </a:lnTo>
                  <a:lnTo>
                    <a:pt x="421" y="311"/>
                  </a:lnTo>
                  <a:lnTo>
                    <a:pt x="393" y="314"/>
                  </a:lnTo>
                  <a:lnTo>
                    <a:pt x="384" y="314"/>
                  </a:lnTo>
                  <a:lnTo>
                    <a:pt x="552" y="536"/>
                  </a:lnTo>
                  <a:lnTo>
                    <a:pt x="431" y="536"/>
                  </a:lnTo>
                  <a:lnTo>
                    <a:pt x="274" y="323"/>
                  </a:lnTo>
                  <a:lnTo>
                    <a:pt x="274" y="321"/>
                  </a:lnTo>
                  <a:lnTo>
                    <a:pt x="98" y="321"/>
                  </a:lnTo>
                  <a:lnTo>
                    <a:pt x="98" y="536"/>
                  </a:lnTo>
                  <a:lnTo>
                    <a:pt x="0" y="536"/>
                  </a:lnTo>
                  <a:lnTo>
                    <a:pt x="0"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467172" y="5818063"/>
              <a:ext cx="462976" cy="508514"/>
            </a:xfrm>
            <a:custGeom>
              <a:avLst/>
              <a:gdLst>
                <a:gd name="T0" fmla="*/ 0 w 488"/>
                <a:gd name="T1" fmla="*/ 0 h 536"/>
                <a:gd name="T2" fmla="*/ 440 w 488"/>
                <a:gd name="T3" fmla="*/ 0 h 536"/>
                <a:gd name="T4" fmla="*/ 455 w 488"/>
                <a:gd name="T5" fmla="*/ 2 h 536"/>
                <a:gd name="T6" fmla="*/ 467 w 488"/>
                <a:gd name="T7" fmla="*/ 12 h 536"/>
                <a:gd name="T8" fmla="*/ 476 w 488"/>
                <a:gd name="T9" fmla="*/ 25 h 536"/>
                <a:gd name="T10" fmla="*/ 480 w 488"/>
                <a:gd name="T11" fmla="*/ 40 h 536"/>
                <a:gd name="T12" fmla="*/ 476 w 488"/>
                <a:gd name="T13" fmla="*/ 56 h 536"/>
                <a:gd name="T14" fmla="*/ 467 w 488"/>
                <a:gd name="T15" fmla="*/ 70 h 536"/>
                <a:gd name="T16" fmla="*/ 455 w 488"/>
                <a:gd name="T17" fmla="*/ 79 h 536"/>
                <a:gd name="T18" fmla="*/ 440 w 488"/>
                <a:gd name="T19" fmla="*/ 82 h 536"/>
                <a:gd name="T20" fmla="*/ 97 w 488"/>
                <a:gd name="T21" fmla="*/ 82 h 536"/>
                <a:gd name="T22" fmla="*/ 97 w 488"/>
                <a:gd name="T23" fmla="*/ 218 h 536"/>
                <a:gd name="T24" fmla="*/ 354 w 488"/>
                <a:gd name="T25" fmla="*/ 218 h 536"/>
                <a:gd name="T26" fmla="*/ 370 w 488"/>
                <a:gd name="T27" fmla="*/ 222 h 536"/>
                <a:gd name="T28" fmla="*/ 384 w 488"/>
                <a:gd name="T29" fmla="*/ 231 h 536"/>
                <a:gd name="T30" fmla="*/ 392 w 488"/>
                <a:gd name="T31" fmla="*/ 243 h 536"/>
                <a:gd name="T32" fmla="*/ 396 w 488"/>
                <a:gd name="T33" fmla="*/ 259 h 536"/>
                <a:gd name="T34" fmla="*/ 392 w 488"/>
                <a:gd name="T35" fmla="*/ 276 h 536"/>
                <a:gd name="T36" fmla="*/ 384 w 488"/>
                <a:gd name="T37" fmla="*/ 288 h 536"/>
                <a:gd name="T38" fmla="*/ 370 w 488"/>
                <a:gd name="T39" fmla="*/ 297 h 536"/>
                <a:gd name="T40" fmla="*/ 354 w 488"/>
                <a:gd name="T41" fmla="*/ 300 h 536"/>
                <a:gd name="T42" fmla="*/ 97 w 488"/>
                <a:gd name="T43" fmla="*/ 300 h 536"/>
                <a:gd name="T44" fmla="*/ 97 w 488"/>
                <a:gd name="T45" fmla="*/ 454 h 536"/>
                <a:gd name="T46" fmla="*/ 448 w 488"/>
                <a:gd name="T47" fmla="*/ 454 h 536"/>
                <a:gd name="T48" fmla="*/ 464 w 488"/>
                <a:gd name="T49" fmla="*/ 457 h 536"/>
                <a:gd name="T50" fmla="*/ 478 w 488"/>
                <a:gd name="T51" fmla="*/ 466 h 536"/>
                <a:gd name="T52" fmla="*/ 487 w 488"/>
                <a:gd name="T53" fmla="*/ 478 h 536"/>
                <a:gd name="T54" fmla="*/ 488 w 488"/>
                <a:gd name="T55" fmla="*/ 494 h 536"/>
                <a:gd name="T56" fmla="*/ 487 w 488"/>
                <a:gd name="T57" fmla="*/ 512 h 536"/>
                <a:gd name="T58" fmla="*/ 478 w 488"/>
                <a:gd name="T59" fmla="*/ 524 h 536"/>
                <a:gd name="T60" fmla="*/ 464 w 488"/>
                <a:gd name="T61" fmla="*/ 533 h 536"/>
                <a:gd name="T62" fmla="*/ 448 w 488"/>
                <a:gd name="T63" fmla="*/ 536 h 536"/>
                <a:gd name="T64" fmla="*/ 0 w 488"/>
                <a:gd name="T65" fmla="*/ 536 h 536"/>
                <a:gd name="T66" fmla="*/ 0 w 488"/>
                <a:gd name="T6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88" h="536">
                  <a:moveTo>
                    <a:pt x="0" y="0"/>
                  </a:moveTo>
                  <a:lnTo>
                    <a:pt x="440" y="0"/>
                  </a:lnTo>
                  <a:lnTo>
                    <a:pt x="455" y="2"/>
                  </a:lnTo>
                  <a:lnTo>
                    <a:pt x="467" y="12"/>
                  </a:lnTo>
                  <a:lnTo>
                    <a:pt x="476" y="25"/>
                  </a:lnTo>
                  <a:lnTo>
                    <a:pt x="480" y="40"/>
                  </a:lnTo>
                  <a:lnTo>
                    <a:pt x="476" y="56"/>
                  </a:lnTo>
                  <a:lnTo>
                    <a:pt x="467" y="70"/>
                  </a:lnTo>
                  <a:lnTo>
                    <a:pt x="455" y="79"/>
                  </a:lnTo>
                  <a:lnTo>
                    <a:pt x="440" y="82"/>
                  </a:lnTo>
                  <a:lnTo>
                    <a:pt x="97" y="82"/>
                  </a:lnTo>
                  <a:lnTo>
                    <a:pt x="97" y="218"/>
                  </a:lnTo>
                  <a:lnTo>
                    <a:pt x="354" y="218"/>
                  </a:lnTo>
                  <a:lnTo>
                    <a:pt x="370" y="222"/>
                  </a:lnTo>
                  <a:lnTo>
                    <a:pt x="384" y="231"/>
                  </a:lnTo>
                  <a:lnTo>
                    <a:pt x="392" y="243"/>
                  </a:lnTo>
                  <a:lnTo>
                    <a:pt x="396" y="259"/>
                  </a:lnTo>
                  <a:lnTo>
                    <a:pt x="392" y="276"/>
                  </a:lnTo>
                  <a:lnTo>
                    <a:pt x="384" y="288"/>
                  </a:lnTo>
                  <a:lnTo>
                    <a:pt x="370" y="297"/>
                  </a:lnTo>
                  <a:lnTo>
                    <a:pt x="354" y="300"/>
                  </a:lnTo>
                  <a:lnTo>
                    <a:pt x="97" y="300"/>
                  </a:lnTo>
                  <a:lnTo>
                    <a:pt x="97" y="454"/>
                  </a:lnTo>
                  <a:lnTo>
                    <a:pt x="448" y="454"/>
                  </a:lnTo>
                  <a:lnTo>
                    <a:pt x="464" y="457"/>
                  </a:lnTo>
                  <a:lnTo>
                    <a:pt x="478" y="466"/>
                  </a:lnTo>
                  <a:lnTo>
                    <a:pt x="487" y="478"/>
                  </a:lnTo>
                  <a:lnTo>
                    <a:pt x="488" y="494"/>
                  </a:lnTo>
                  <a:lnTo>
                    <a:pt x="487" y="512"/>
                  </a:lnTo>
                  <a:lnTo>
                    <a:pt x="478" y="524"/>
                  </a:lnTo>
                  <a:lnTo>
                    <a:pt x="464" y="533"/>
                  </a:lnTo>
                  <a:lnTo>
                    <a:pt x="448" y="536"/>
                  </a:lnTo>
                  <a:lnTo>
                    <a:pt x="0" y="536"/>
                  </a:lnTo>
                  <a:lnTo>
                    <a:pt x="0"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p:cNvSpPr>
            <p:nvPr userDrawn="1"/>
          </p:nvSpPr>
          <p:spPr bwMode="auto">
            <a:xfrm>
              <a:off x="4041148" y="5818063"/>
              <a:ext cx="541720" cy="508514"/>
            </a:xfrm>
            <a:custGeom>
              <a:avLst/>
              <a:gdLst>
                <a:gd name="T0" fmla="*/ 48 w 571"/>
                <a:gd name="T1" fmla="*/ 0 h 536"/>
                <a:gd name="T2" fmla="*/ 65 w 571"/>
                <a:gd name="T3" fmla="*/ 4 h 536"/>
                <a:gd name="T4" fmla="*/ 79 w 571"/>
                <a:gd name="T5" fmla="*/ 12 h 536"/>
                <a:gd name="T6" fmla="*/ 89 w 571"/>
                <a:gd name="T7" fmla="*/ 26 h 536"/>
                <a:gd name="T8" fmla="*/ 280 w 571"/>
                <a:gd name="T9" fmla="*/ 431 h 536"/>
                <a:gd name="T10" fmla="*/ 285 w 571"/>
                <a:gd name="T11" fmla="*/ 440 h 536"/>
                <a:gd name="T12" fmla="*/ 484 w 571"/>
                <a:gd name="T13" fmla="*/ 26 h 536"/>
                <a:gd name="T14" fmla="*/ 494 w 571"/>
                <a:gd name="T15" fmla="*/ 12 h 536"/>
                <a:gd name="T16" fmla="*/ 508 w 571"/>
                <a:gd name="T17" fmla="*/ 2 h 536"/>
                <a:gd name="T18" fmla="*/ 526 w 571"/>
                <a:gd name="T19" fmla="*/ 0 h 536"/>
                <a:gd name="T20" fmla="*/ 541 w 571"/>
                <a:gd name="T21" fmla="*/ 2 h 536"/>
                <a:gd name="T22" fmla="*/ 554 w 571"/>
                <a:gd name="T23" fmla="*/ 9 h 536"/>
                <a:gd name="T24" fmla="*/ 564 w 571"/>
                <a:gd name="T25" fmla="*/ 21 h 536"/>
                <a:gd name="T26" fmla="*/ 571 w 571"/>
                <a:gd name="T27" fmla="*/ 35 h 536"/>
                <a:gd name="T28" fmla="*/ 571 w 571"/>
                <a:gd name="T29" fmla="*/ 51 h 536"/>
                <a:gd name="T30" fmla="*/ 568 w 571"/>
                <a:gd name="T31" fmla="*/ 67 h 536"/>
                <a:gd name="T32" fmla="*/ 337 w 571"/>
                <a:gd name="T33" fmla="*/ 536 h 536"/>
                <a:gd name="T34" fmla="*/ 233 w 571"/>
                <a:gd name="T35" fmla="*/ 536 h 536"/>
                <a:gd name="T36" fmla="*/ 6 w 571"/>
                <a:gd name="T37" fmla="*/ 67 h 536"/>
                <a:gd name="T38" fmla="*/ 0 w 571"/>
                <a:gd name="T39" fmla="*/ 51 h 536"/>
                <a:gd name="T40" fmla="*/ 2 w 571"/>
                <a:gd name="T41" fmla="*/ 35 h 536"/>
                <a:gd name="T42" fmla="*/ 7 w 571"/>
                <a:gd name="T43" fmla="*/ 21 h 536"/>
                <a:gd name="T44" fmla="*/ 18 w 571"/>
                <a:gd name="T45" fmla="*/ 9 h 536"/>
                <a:gd name="T46" fmla="*/ 32 w 571"/>
                <a:gd name="T47" fmla="*/ 2 h 536"/>
                <a:gd name="T48" fmla="*/ 48 w 571"/>
                <a:gd name="T4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571" h="536">
                  <a:moveTo>
                    <a:pt x="48" y="0"/>
                  </a:moveTo>
                  <a:lnTo>
                    <a:pt x="65" y="4"/>
                  </a:lnTo>
                  <a:lnTo>
                    <a:pt x="79" y="12"/>
                  </a:lnTo>
                  <a:lnTo>
                    <a:pt x="89" y="26"/>
                  </a:lnTo>
                  <a:lnTo>
                    <a:pt x="280" y="431"/>
                  </a:lnTo>
                  <a:lnTo>
                    <a:pt x="285" y="440"/>
                  </a:lnTo>
                  <a:lnTo>
                    <a:pt x="484" y="26"/>
                  </a:lnTo>
                  <a:lnTo>
                    <a:pt x="494" y="12"/>
                  </a:lnTo>
                  <a:lnTo>
                    <a:pt x="508" y="2"/>
                  </a:lnTo>
                  <a:lnTo>
                    <a:pt x="526" y="0"/>
                  </a:lnTo>
                  <a:lnTo>
                    <a:pt x="541" y="2"/>
                  </a:lnTo>
                  <a:lnTo>
                    <a:pt x="554" y="9"/>
                  </a:lnTo>
                  <a:lnTo>
                    <a:pt x="564" y="21"/>
                  </a:lnTo>
                  <a:lnTo>
                    <a:pt x="571" y="35"/>
                  </a:lnTo>
                  <a:lnTo>
                    <a:pt x="571" y="51"/>
                  </a:lnTo>
                  <a:lnTo>
                    <a:pt x="568" y="67"/>
                  </a:lnTo>
                  <a:lnTo>
                    <a:pt x="337" y="536"/>
                  </a:lnTo>
                  <a:lnTo>
                    <a:pt x="233" y="536"/>
                  </a:lnTo>
                  <a:lnTo>
                    <a:pt x="6" y="67"/>
                  </a:lnTo>
                  <a:lnTo>
                    <a:pt x="0" y="51"/>
                  </a:lnTo>
                  <a:lnTo>
                    <a:pt x="2" y="35"/>
                  </a:lnTo>
                  <a:lnTo>
                    <a:pt x="7" y="21"/>
                  </a:lnTo>
                  <a:lnTo>
                    <a:pt x="18" y="9"/>
                  </a:lnTo>
                  <a:lnTo>
                    <a:pt x="32" y="2"/>
                  </a:lnTo>
                  <a:lnTo>
                    <a:pt x="48"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noEditPoints="1"/>
            </p:cNvSpPr>
            <p:nvPr userDrawn="1"/>
          </p:nvSpPr>
          <p:spPr bwMode="auto">
            <a:xfrm>
              <a:off x="4582868" y="5818063"/>
              <a:ext cx="608130" cy="508514"/>
            </a:xfrm>
            <a:custGeom>
              <a:avLst/>
              <a:gdLst>
                <a:gd name="T0" fmla="*/ 321 w 641"/>
                <a:gd name="T1" fmla="*/ 70 h 536"/>
                <a:gd name="T2" fmla="*/ 201 w 641"/>
                <a:gd name="T3" fmla="*/ 328 h 536"/>
                <a:gd name="T4" fmla="*/ 443 w 641"/>
                <a:gd name="T5" fmla="*/ 328 h 536"/>
                <a:gd name="T6" fmla="*/ 321 w 641"/>
                <a:gd name="T7" fmla="*/ 70 h 536"/>
                <a:gd name="T8" fmla="*/ 264 w 641"/>
                <a:gd name="T9" fmla="*/ 0 h 536"/>
                <a:gd name="T10" fmla="*/ 381 w 641"/>
                <a:gd name="T11" fmla="*/ 0 h 536"/>
                <a:gd name="T12" fmla="*/ 641 w 641"/>
                <a:gd name="T13" fmla="*/ 536 h 536"/>
                <a:gd name="T14" fmla="*/ 538 w 641"/>
                <a:gd name="T15" fmla="*/ 536 h 536"/>
                <a:gd name="T16" fmla="*/ 482 w 641"/>
                <a:gd name="T17" fmla="*/ 414 h 536"/>
                <a:gd name="T18" fmla="*/ 480 w 641"/>
                <a:gd name="T19" fmla="*/ 410 h 536"/>
                <a:gd name="T20" fmla="*/ 161 w 641"/>
                <a:gd name="T21" fmla="*/ 410 h 536"/>
                <a:gd name="T22" fmla="*/ 103 w 641"/>
                <a:gd name="T23" fmla="*/ 536 h 536"/>
                <a:gd name="T24" fmla="*/ 0 w 641"/>
                <a:gd name="T25" fmla="*/ 536 h 536"/>
                <a:gd name="T26" fmla="*/ 264 w 641"/>
                <a:gd name="T2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41" h="536">
                  <a:moveTo>
                    <a:pt x="321" y="70"/>
                  </a:moveTo>
                  <a:lnTo>
                    <a:pt x="201" y="328"/>
                  </a:lnTo>
                  <a:lnTo>
                    <a:pt x="443" y="328"/>
                  </a:lnTo>
                  <a:lnTo>
                    <a:pt x="321" y="70"/>
                  </a:lnTo>
                  <a:close/>
                  <a:moveTo>
                    <a:pt x="264" y="0"/>
                  </a:moveTo>
                  <a:lnTo>
                    <a:pt x="381" y="0"/>
                  </a:lnTo>
                  <a:lnTo>
                    <a:pt x="641" y="536"/>
                  </a:lnTo>
                  <a:lnTo>
                    <a:pt x="538" y="536"/>
                  </a:lnTo>
                  <a:lnTo>
                    <a:pt x="482" y="414"/>
                  </a:lnTo>
                  <a:lnTo>
                    <a:pt x="480" y="410"/>
                  </a:lnTo>
                  <a:lnTo>
                    <a:pt x="161" y="410"/>
                  </a:lnTo>
                  <a:lnTo>
                    <a:pt x="103" y="536"/>
                  </a:lnTo>
                  <a:lnTo>
                    <a:pt x="0" y="536"/>
                  </a:lnTo>
                  <a:lnTo>
                    <a:pt x="264"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5169177" y="5818063"/>
              <a:ext cx="555002" cy="508514"/>
            </a:xfrm>
            <a:custGeom>
              <a:avLst/>
              <a:gdLst>
                <a:gd name="T0" fmla="*/ 42 w 585"/>
                <a:gd name="T1" fmla="*/ 0 h 536"/>
                <a:gd name="T2" fmla="*/ 545 w 585"/>
                <a:gd name="T3" fmla="*/ 0 h 536"/>
                <a:gd name="T4" fmla="*/ 560 w 585"/>
                <a:gd name="T5" fmla="*/ 2 h 536"/>
                <a:gd name="T6" fmla="*/ 574 w 585"/>
                <a:gd name="T7" fmla="*/ 12 h 536"/>
                <a:gd name="T8" fmla="*/ 583 w 585"/>
                <a:gd name="T9" fmla="*/ 25 h 536"/>
                <a:gd name="T10" fmla="*/ 585 w 585"/>
                <a:gd name="T11" fmla="*/ 40 h 536"/>
                <a:gd name="T12" fmla="*/ 583 w 585"/>
                <a:gd name="T13" fmla="*/ 56 h 536"/>
                <a:gd name="T14" fmla="*/ 574 w 585"/>
                <a:gd name="T15" fmla="*/ 70 h 536"/>
                <a:gd name="T16" fmla="*/ 560 w 585"/>
                <a:gd name="T17" fmla="*/ 79 h 536"/>
                <a:gd name="T18" fmla="*/ 545 w 585"/>
                <a:gd name="T19" fmla="*/ 82 h 536"/>
                <a:gd name="T20" fmla="*/ 342 w 585"/>
                <a:gd name="T21" fmla="*/ 82 h 536"/>
                <a:gd name="T22" fmla="*/ 342 w 585"/>
                <a:gd name="T23" fmla="*/ 536 h 536"/>
                <a:gd name="T24" fmla="*/ 244 w 585"/>
                <a:gd name="T25" fmla="*/ 536 h 536"/>
                <a:gd name="T26" fmla="*/ 244 w 585"/>
                <a:gd name="T27" fmla="*/ 82 h 536"/>
                <a:gd name="T28" fmla="*/ 42 w 585"/>
                <a:gd name="T29" fmla="*/ 82 h 536"/>
                <a:gd name="T30" fmla="*/ 26 w 585"/>
                <a:gd name="T31" fmla="*/ 79 h 536"/>
                <a:gd name="T32" fmla="*/ 12 w 585"/>
                <a:gd name="T33" fmla="*/ 70 h 536"/>
                <a:gd name="T34" fmla="*/ 4 w 585"/>
                <a:gd name="T35" fmla="*/ 56 h 536"/>
                <a:gd name="T36" fmla="*/ 0 w 585"/>
                <a:gd name="T37" fmla="*/ 40 h 536"/>
                <a:gd name="T38" fmla="*/ 4 w 585"/>
                <a:gd name="T39" fmla="*/ 25 h 536"/>
                <a:gd name="T40" fmla="*/ 12 w 585"/>
                <a:gd name="T41" fmla="*/ 12 h 536"/>
                <a:gd name="T42" fmla="*/ 26 w 585"/>
                <a:gd name="T43" fmla="*/ 2 h 536"/>
                <a:gd name="T44" fmla="*/ 42 w 585"/>
                <a:gd name="T45"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585" h="536">
                  <a:moveTo>
                    <a:pt x="42" y="0"/>
                  </a:moveTo>
                  <a:lnTo>
                    <a:pt x="545" y="0"/>
                  </a:lnTo>
                  <a:lnTo>
                    <a:pt x="560" y="2"/>
                  </a:lnTo>
                  <a:lnTo>
                    <a:pt x="574" y="12"/>
                  </a:lnTo>
                  <a:lnTo>
                    <a:pt x="583" y="25"/>
                  </a:lnTo>
                  <a:lnTo>
                    <a:pt x="585" y="40"/>
                  </a:lnTo>
                  <a:lnTo>
                    <a:pt x="583" y="56"/>
                  </a:lnTo>
                  <a:lnTo>
                    <a:pt x="574" y="70"/>
                  </a:lnTo>
                  <a:lnTo>
                    <a:pt x="560" y="79"/>
                  </a:lnTo>
                  <a:lnTo>
                    <a:pt x="545" y="82"/>
                  </a:lnTo>
                  <a:lnTo>
                    <a:pt x="342" y="82"/>
                  </a:lnTo>
                  <a:lnTo>
                    <a:pt x="342" y="536"/>
                  </a:lnTo>
                  <a:lnTo>
                    <a:pt x="244" y="536"/>
                  </a:lnTo>
                  <a:lnTo>
                    <a:pt x="244" y="82"/>
                  </a:lnTo>
                  <a:lnTo>
                    <a:pt x="42" y="82"/>
                  </a:lnTo>
                  <a:lnTo>
                    <a:pt x="26" y="79"/>
                  </a:lnTo>
                  <a:lnTo>
                    <a:pt x="12" y="70"/>
                  </a:lnTo>
                  <a:lnTo>
                    <a:pt x="4" y="56"/>
                  </a:lnTo>
                  <a:lnTo>
                    <a:pt x="0" y="40"/>
                  </a:lnTo>
                  <a:lnTo>
                    <a:pt x="4" y="25"/>
                  </a:lnTo>
                  <a:lnTo>
                    <a:pt x="12" y="12"/>
                  </a:lnTo>
                  <a:lnTo>
                    <a:pt x="26" y="2"/>
                  </a:lnTo>
                  <a:lnTo>
                    <a:pt x="42"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6" name="Freeform 11"/>
            <p:cNvSpPr>
              <a:spLocks/>
            </p:cNvSpPr>
            <p:nvPr userDrawn="1"/>
          </p:nvSpPr>
          <p:spPr bwMode="auto">
            <a:xfrm>
              <a:off x="5831384" y="5818063"/>
              <a:ext cx="541720" cy="521796"/>
            </a:xfrm>
            <a:custGeom>
              <a:avLst/>
              <a:gdLst>
                <a:gd name="T0" fmla="*/ 49 w 571"/>
                <a:gd name="T1" fmla="*/ 0 h 550"/>
                <a:gd name="T2" fmla="*/ 68 w 571"/>
                <a:gd name="T3" fmla="*/ 4 h 550"/>
                <a:gd name="T4" fmla="*/ 84 w 571"/>
                <a:gd name="T5" fmla="*/ 14 h 550"/>
                <a:gd name="T6" fmla="*/ 94 w 571"/>
                <a:gd name="T7" fmla="*/ 30 h 550"/>
                <a:gd name="T8" fmla="*/ 98 w 571"/>
                <a:gd name="T9" fmla="*/ 49 h 550"/>
                <a:gd name="T10" fmla="*/ 98 w 571"/>
                <a:gd name="T11" fmla="*/ 299 h 550"/>
                <a:gd name="T12" fmla="*/ 98 w 571"/>
                <a:gd name="T13" fmla="*/ 320 h 550"/>
                <a:gd name="T14" fmla="*/ 101 w 571"/>
                <a:gd name="T15" fmla="*/ 342 h 550"/>
                <a:gd name="T16" fmla="*/ 105 w 571"/>
                <a:gd name="T17" fmla="*/ 363 h 550"/>
                <a:gd name="T18" fmla="*/ 112 w 571"/>
                <a:gd name="T19" fmla="*/ 384 h 550"/>
                <a:gd name="T20" fmla="*/ 122 w 571"/>
                <a:gd name="T21" fmla="*/ 403 h 550"/>
                <a:gd name="T22" fmla="*/ 136 w 571"/>
                <a:gd name="T23" fmla="*/ 421 h 550"/>
                <a:gd name="T24" fmla="*/ 156 w 571"/>
                <a:gd name="T25" fmla="*/ 437 h 550"/>
                <a:gd name="T26" fmla="*/ 180 w 571"/>
                <a:gd name="T27" fmla="*/ 449 h 550"/>
                <a:gd name="T28" fmla="*/ 208 w 571"/>
                <a:gd name="T29" fmla="*/ 459 h 550"/>
                <a:gd name="T30" fmla="*/ 245 w 571"/>
                <a:gd name="T31" fmla="*/ 464 h 550"/>
                <a:gd name="T32" fmla="*/ 286 w 571"/>
                <a:gd name="T33" fmla="*/ 466 h 550"/>
                <a:gd name="T34" fmla="*/ 328 w 571"/>
                <a:gd name="T35" fmla="*/ 464 h 550"/>
                <a:gd name="T36" fmla="*/ 363 w 571"/>
                <a:gd name="T37" fmla="*/ 459 h 550"/>
                <a:gd name="T38" fmla="*/ 391 w 571"/>
                <a:gd name="T39" fmla="*/ 449 h 550"/>
                <a:gd name="T40" fmla="*/ 416 w 571"/>
                <a:gd name="T41" fmla="*/ 437 h 550"/>
                <a:gd name="T42" fmla="*/ 435 w 571"/>
                <a:gd name="T43" fmla="*/ 421 h 550"/>
                <a:gd name="T44" fmla="*/ 449 w 571"/>
                <a:gd name="T45" fmla="*/ 403 h 550"/>
                <a:gd name="T46" fmla="*/ 459 w 571"/>
                <a:gd name="T47" fmla="*/ 384 h 550"/>
                <a:gd name="T48" fmla="*/ 466 w 571"/>
                <a:gd name="T49" fmla="*/ 363 h 550"/>
                <a:gd name="T50" fmla="*/ 470 w 571"/>
                <a:gd name="T51" fmla="*/ 342 h 550"/>
                <a:gd name="T52" fmla="*/ 473 w 571"/>
                <a:gd name="T53" fmla="*/ 320 h 550"/>
                <a:gd name="T54" fmla="*/ 473 w 571"/>
                <a:gd name="T55" fmla="*/ 299 h 550"/>
                <a:gd name="T56" fmla="*/ 473 w 571"/>
                <a:gd name="T57" fmla="*/ 49 h 550"/>
                <a:gd name="T58" fmla="*/ 477 w 571"/>
                <a:gd name="T59" fmla="*/ 30 h 550"/>
                <a:gd name="T60" fmla="*/ 487 w 571"/>
                <a:gd name="T61" fmla="*/ 14 h 550"/>
                <a:gd name="T62" fmla="*/ 503 w 571"/>
                <a:gd name="T63" fmla="*/ 4 h 550"/>
                <a:gd name="T64" fmla="*/ 522 w 571"/>
                <a:gd name="T65" fmla="*/ 0 h 550"/>
                <a:gd name="T66" fmla="*/ 541 w 571"/>
                <a:gd name="T67" fmla="*/ 4 h 550"/>
                <a:gd name="T68" fmla="*/ 557 w 571"/>
                <a:gd name="T69" fmla="*/ 14 h 550"/>
                <a:gd name="T70" fmla="*/ 567 w 571"/>
                <a:gd name="T71" fmla="*/ 30 h 550"/>
                <a:gd name="T72" fmla="*/ 571 w 571"/>
                <a:gd name="T73" fmla="*/ 49 h 550"/>
                <a:gd name="T74" fmla="*/ 571 w 571"/>
                <a:gd name="T75" fmla="*/ 306 h 550"/>
                <a:gd name="T76" fmla="*/ 567 w 571"/>
                <a:gd name="T77" fmla="*/ 358 h 550"/>
                <a:gd name="T78" fmla="*/ 557 w 571"/>
                <a:gd name="T79" fmla="*/ 402 h 550"/>
                <a:gd name="T80" fmla="*/ 540 w 571"/>
                <a:gd name="T81" fmla="*/ 442 h 550"/>
                <a:gd name="T82" fmla="*/ 513 w 571"/>
                <a:gd name="T83" fmla="*/ 475 h 550"/>
                <a:gd name="T84" fmla="*/ 482 w 571"/>
                <a:gd name="T85" fmla="*/ 501 h 550"/>
                <a:gd name="T86" fmla="*/ 444 w 571"/>
                <a:gd name="T87" fmla="*/ 522 h 550"/>
                <a:gd name="T88" fmla="*/ 398 w 571"/>
                <a:gd name="T89" fmla="*/ 538 h 550"/>
                <a:gd name="T90" fmla="*/ 346 w 571"/>
                <a:gd name="T91" fmla="*/ 547 h 550"/>
                <a:gd name="T92" fmla="*/ 286 w 571"/>
                <a:gd name="T93" fmla="*/ 550 h 550"/>
                <a:gd name="T94" fmla="*/ 225 w 571"/>
                <a:gd name="T95" fmla="*/ 547 h 550"/>
                <a:gd name="T96" fmla="*/ 173 w 571"/>
                <a:gd name="T97" fmla="*/ 538 h 550"/>
                <a:gd name="T98" fmla="*/ 128 w 571"/>
                <a:gd name="T99" fmla="*/ 522 h 550"/>
                <a:gd name="T100" fmla="*/ 89 w 571"/>
                <a:gd name="T101" fmla="*/ 501 h 550"/>
                <a:gd name="T102" fmla="*/ 58 w 571"/>
                <a:gd name="T103" fmla="*/ 475 h 550"/>
                <a:gd name="T104" fmla="*/ 32 w 571"/>
                <a:gd name="T105" fmla="*/ 442 h 550"/>
                <a:gd name="T106" fmla="*/ 14 w 571"/>
                <a:gd name="T107" fmla="*/ 402 h 550"/>
                <a:gd name="T108" fmla="*/ 4 w 571"/>
                <a:gd name="T109" fmla="*/ 358 h 550"/>
                <a:gd name="T110" fmla="*/ 0 w 571"/>
                <a:gd name="T111" fmla="*/ 306 h 550"/>
                <a:gd name="T112" fmla="*/ 0 w 571"/>
                <a:gd name="T113" fmla="*/ 49 h 550"/>
                <a:gd name="T114" fmla="*/ 4 w 571"/>
                <a:gd name="T115" fmla="*/ 30 h 550"/>
                <a:gd name="T116" fmla="*/ 14 w 571"/>
                <a:gd name="T117" fmla="*/ 14 h 550"/>
                <a:gd name="T118" fmla="*/ 30 w 571"/>
                <a:gd name="T119" fmla="*/ 4 h 550"/>
                <a:gd name="T120" fmla="*/ 49 w 571"/>
                <a:gd name="T121" fmla="*/ 0 h 5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571" h="550">
                  <a:moveTo>
                    <a:pt x="49" y="0"/>
                  </a:moveTo>
                  <a:lnTo>
                    <a:pt x="68" y="4"/>
                  </a:lnTo>
                  <a:lnTo>
                    <a:pt x="84" y="14"/>
                  </a:lnTo>
                  <a:lnTo>
                    <a:pt x="94" y="30"/>
                  </a:lnTo>
                  <a:lnTo>
                    <a:pt x="98" y="49"/>
                  </a:lnTo>
                  <a:lnTo>
                    <a:pt x="98" y="299"/>
                  </a:lnTo>
                  <a:lnTo>
                    <a:pt x="98" y="320"/>
                  </a:lnTo>
                  <a:lnTo>
                    <a:pt x="101" y="342"/>
                  </a:lnTo>
                  <a:lnTo>
                    <a:pt x="105" y="363"/>
                  </a:lnTo>
                  <a:lnTo>
                    <a:pt x="112" y="384"/>
                  </a:lnTo>
                  <a:lnTo>
                    <a:pt x="122" y="403"/>
                  </a:lnTo>
                  <a:lnTo>
                    <a:pt x="136" y="421"/>
                  </a:lnTo>
                  <a:lnTo>
                    <a:pt x="156" y="437"/>
                  </a:lnTo>
                  <a:lnTo>
                    <a:pt x="180" y="449"/>
                  </a:lnTo>
                  <a:lnTo>
                    <a:pt x="208" y="459"/>
                  </a:lnTo>
                  <a:lnTo>
                    <a:pt x="245" y="464"/>
                  </a:lnTo>
                  <a:lnTo>
                    <a:pt x="286" y="466"/>
                  </a:lnTo>
                  <a:lnTo>
                    <a:pt x="328" y="464"/>
                  </a:lnTo>
                  <a:lnTo>
                    <a:pt x="363" y="459"/>
                  </a:lnTo>
                  <a:lnTo>
                    <a:pt x="391" y="449"/>
                  </a:lnTo>
                  <a:lnTo>
                    <a:pt x="416" y="437"/>
                  </a:lnTo>
                  <a:lnTo>
                    <a:pt x="435" y="421"/>
                  </a:lnTo>
                  <a:lnTo>
                    <a:pt x="449" y="403"/>
                  </a:lnTo>
                  <a:lnTo>
                    <a:pt x="459" y="384"/>
                  </a:lnTo>
                  <a:lnTo>
                    <a:pt x="466" y="363"/>
                  </a:lnTo>
                  <a:lnTo>
                    <a:pt x="470" y="342"/>
                  </a:lnTo>
                  <a:lnTo>
                    <a:pt x="473" y="320"/>
                  </a:lnTo>
                  <a:lnTo>
                    <a:pt x="473" y="299"/>
                  </a:lnTo>
                  <a:lnTo>
                    <a:pt x="473" y="49"/>
                  </a:lnTo>
                  <a:lnTo>
                    <a:pt x="477" y="30"/>
                  </a:lnTo>
                  <a:lnTo>
                    <a:pt x="487" y="14"/>
                  </a:lnTo>
                  <a:lnTo>
                    <a:pt x="503" y="4"/>
                  </a:lnTo>
                  <a:lnTo>
                    <a:pt x="522" y="0"/>
                  </a:lnTo>
                  <a:lnTo>
                    <a:pt x="541" y="4"/>
                  </a:lnTo>
                  <a:lnTo>
                    <a:pt x="557" y="14"/>
                  </a:lnTo>
                  <a:lnTo>
                    <a:pt x="567" y="30"/>
                  </a:lnTo>
                  <a:lnTo>
                    <a:pt x="571" y="49"/>
                  </a:lnTo>
                  <a:lnTo>
                    <a:pt x="571" y="306"/>
                  </a:lnTo>
                  <a:lnTo>
                    <a:pt x="567" y="358"/>
                  </a:lnTo>
                  <a:lnTo>
                    <a:pt x="557" y="402"/>
                  </a:lnTo>
                  <a:lnTo>
                    <a:pt x="540" y="442"/>
                  </a:lnTo>
                  <a:lnTo>
                    <a:pt x="513" y="475"/>
                  </a:lnTo>
                  <a:lnTo>
                    <a:pt x="482" y="501"/>
                  </a:lnTo>
                  <a:lnTo>
                    <a:pt x="444" y="522"/>
                  </a:lnTo>
                  <a:lnTo>
                    <a:pt x="398" y="538"/>
                  </a:lnTo>
                  <a:lnTo>
                    <a:pt x="346" y="547"/>
                  </a:lnTo>
                  <a:lnTo>
                    <a:pt x="286" y="550"/>
                  </a:lnTo>
                  <a:lnTo>
                    <a:pt x="225" y="547"/>
                  </a:lnTo>
                  <a:lnTo>
                    <a:pt x="173" y="538"/>
                  </a:lnTo>
                  <a:lnTo>
                    <a:pt x="128" y="522"/>
                  </a:lnTo>
                  <a:lnTo>
                    <a:pt x="89" y="501"/>
                  </a:lnTo>
                  <a:lnTo>
                    <a:pt x="58" y="475"/>
                  </a:lnTo>
                  <a:lnTo>
                    <a:pt x="32" y="442"/>
                  </a:lnTo>
                  <a:lnTo>
                    <a:pt x="14" y="402"/>
                  </a:lnTo>
                  <a:lnTo>
                    <a:pt x="4" y="358"/>
                  </a:lnTo>
                  <a:lnTo>
                    <a:pt x="0" y="306"/>
                  </a:lnTo>
                  <a:lnTo>
                    <a:pt x="0" y="49"/>
                  </a:lnTo>
                  <a:lnTo>
                    <a:pt x="4" y="30"/>
                  </a:lnTo>
                  <a:lnTo>
                    <a:pt x="14" y="14"/>
                  </a:lnTo>
                  <a:lnTo>
                    <a:pt x="30" y="4"/>
                  </a:lnTo>
                  <a:lnTo>
                    <a:pt x="49"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7" name="Freeform 12"/>
            <p:cNvSpPr>
              <a:spLocks noEditPoints="1"/>
            </p:cNvSpPr>
            <p:nvPr userDrawn="1"/>
          </p:nvSpPr>
          <p:spPr bwMode="auto">
            <a:xfrm>
              <a:off x="6530592" y="5818063"/>
              <a:ext cx="521796" cy="508514"/>
            </a:xfrm>
            <a:custGeom>
              <a:avLst/>
              <a:gdLst>
                <a:gd name="T0" fmla="*/ 96 w 550"/>
                <a:gd name="T1" fmla="*/ 79 h 536"/>
                <a:gd name="T2" fmla="*/ 96 w 550"/>
                <a:gd name="T3" fmla="*/ 241 h 536"/>
                <a:gd name="T4" fmla="*/ 307 w 550"/>
                <a:gd name="T5" fmla="*/ 241 h 536"/>
                <a:gd name="T6" fmla="*/ 342 w 550"/>
                <a:gd name="T7" fmla="*/ 241 h 536"/>
                <a:gd name="T8" fmla="*/ 372 w 550"/>
                <a:gd name="T9" fmla="*/ 238 h 536"/>
                <a:gd name="T10" fmla="*/ 398 w 550"/>
                <a:gd name="T11" fmla="*/ 231 h 536"/>
                <a:gd name="T12" fmla="*/ 417 w 550"/>
                <a:gd name="T13" fmla="*/ 222 h 536"/>
                <a:gd name="T14" fmla="*/ 431 w 550"/>
                <a:gd name="T15" fmla="*/ 206 h 536"/>
                <a:gd name="T16" fmla="*/ 440 w 550"/>
                <a:gd name="T17" fmla="*/ 187 h 536"/>
                <a:gd name="T18" fmla="*/ 443 w 550"/>
                <a:gd name="T19" fmla="*/ 161 h 536"/>
                <a:gd name="T20" fmla="*/ 440 w 550"/>
                <a:gd name="T21" fmla="*/ 135 h 536"/>
                <a:gd name="T22" fmla="*/ 431 w 550"/>
                <a:gd name="T23" fmla="*/ 114 h 536"/>
                <a:gd name="T24" fmla="*/ 417 w 550"/>
                <a:gd name="T25" fmla="*/ 100 h 536"/>
                <a:gd name="T26" fmla="*/ 398 w 550"/>
                <a:gd name="T27" fmla="*/ 89 h 536"/>
                <a:gd name="T28" fmla="*/ 372 w 550"/>
                <a:gd name="T29" fmla="*/ 84 h 536"/>
                <a:gd name="T30" fmla="*/ 342 w 550"/>
                <a:gd name="T31" fmla="*/ 80 h 536"/>
                <a:gd name="T32" fmla="*/ 307 w 550"/>
                <a:gd name="T33" fmla="*/ 79 h 536"/>
                <a:gd name="T34" fmla="*/ 96 w 550"/>
                <a:gd name="T35" fmla="*/ 79 h 536"/>
                <a:gd name="T36" fmla="*/ 0 w 550"/>
                <a:gd name="T37" fmla="*/ 0 h 536"/>
                <a:gd name="T38" fmla="*/ 323 w 550"/>
                <a:gd name="T39" fmla="*/ 0 h 536"/>
                <a:gd name="T40" fmla="*/ 377 w 550"/>
                <a:gd name="T41" fmla="*/ 2 h 536"/>
                <a:gd name="T42" fmla="*/ 422 w 550"/>
                <a:gd name="T43" fmla="*/ 9 h 536"/>
                <a:gd name="T44" fmla="*/ 459 w 550"/>
                <a:gd name="T45" fmla="*/ 19 h 536"/>
                <a:gd name="T46" fmla="*/ 489 w 550"/>
                <a:gd name="T47" fmla="*/ 37 h 536"/>
                <a:gd name="T48" fmla="*/ 511 w 550"/>
                <a:gd name="T49" fmla="*/ 58 h 536"/>
                <a:gd name="T50" fmla="*/ 527 w 550"/>
                <a:gd name="T51" fmla="*/ 86 h 536"/>
                <a:gd name="T52" fmla="*/ 537 w 550"/>
                <a:gd name="T53" fmla="*/ 119 h 536"/>
                <a:gd name="T54" fmla="*/ 539 w 550"/>
                <a:gd name="T55" fmla="*/ 157 h 536"/>
                <a:gd name="T56" fmla="*/ 537 w 550"/>
                <a:gd name="T57" fmla="*/ 194 h 536"/>
                <a:gd name="T58" fmla="*/ 527 w 550"/>
                <a:gd name="T59" fmla="*/ 225 h 536"/>
                <a:gd name="T60" fmla="*/ 513 w 550"/>
                <a:gd name="T61" fmla="*/ 252 h 536"/>
                <a:gd name="T62" fmla="*/ 494 w 550"/>
                <a:gd name="T63" fmla="*/ 272 h 536"/>
                <a:gd name="T64" fmla="*/ 471 w 550"/>
                <a:gd name="T65" fmla="*/ 290 h 536"/>
                <a:gd name="T66" fmla="*/ 447 w 550"/>
                <a:gd name="T67" fmla="*/ 302 h 536"/>
                <a:gd name="T68" fmla="*/ 419 w 550"/>
                <a:gd name="T69" fmla="*/ 311 h 536"/>
                <a:gd name="T70" fmla="*/ 393 w 550"/>
                <a:gd name="T71" fmla="*/ 314 h 536"/>
                <a:gd name="T72" fmla="*/ 384 w 550"/>
                <a:gd name="T73" fmla="*/ 314 h 536"/>
                <a:gd name="T74" fmla="*/ 550 w 550"/>
                <a:gd name="T75" fmla="*/ 536 h 536"/>
                <a:gd name="T76" fmla="*/ 431 w 550"/>
                <a:gd name="T77" fmla="*/ 536 h 536"/>
                <a:gd name="T78" fmla="*/ 274 w 550"/>
                <a:gd name="T79" fmla="*/ 323 h 536"/>
                <a:gd name="T80" fmla="*/ 272 w 550"/>
                <a:gd name="T81" fmla="*/ 321 h 536"/>
                <a:gd name="T82" fmla="*/ 96 w 550"/>
                <a:gd name="T83" fmla="*/ 321 h 536"/>
                <a:gd name="T84" fmla="*/ 96 w 550"/>
                <a:gd name="T85" fmla="*/ 536 h 536"/>
                <a:gd name="T86" fmla="*/ 0 w 550"/>
                <a:gd name="T87" fmla="*/ 536 h 536"/>
                <a:gd name="T88" fmla="*/ 0 w 550"/>
                <a:gd name="T8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50" h="536">
                  <a:moveTo>
                    <a:pt x="96" y="79"/>
                  </a:moveTo>
                  <a:lnTo>
                    <a:pt x="96" y="241"/>
                  </a:lnTo>
                  <a:lnTo>
                    <a:pt x="307" y="241"/>
                  </a:lnTo>
                  <a:lnTo>
                    <a:pt x="342" y="241"/>
                  </a:lnTo>
                  <a:lnTo>
                    <a:pt x="372" y="238"/>
                  </a:lnTo>
                  <a:lnTo>
                    <a:pt x="398" y="231"/>
                  </a:lnTo>
                  <a:lnTo>
                    <a:pt x="417" y="222"/>
                  </a:lnTo>
                  <a:lnTo>
                    <a:pt x="431" y="206"/>
                  </a:lnTo>
                  <a:lnTo>
                    <a:pt x="440" y="187"/>
                  </a:lnTo>
                  <a:lnTo>
                    <a:pt x="443" y="161"/>
                  </a:lnTo>
                  <a:lnTo>
                    <a:pt x="440" y="135"/>
                  </a:lnTo>
                  <a:lnTo>
                    <a:pt x="431" y="114"/>
                  </a:lnTo>
                  <a:lnTo>
                    <a:pt x="417" y="100"/>
                  </a:lnTo>
                  <a:lnTo>
                    <a:pt x="398" y="89"/>
                  </a:lnTo>
                  <a:lnTo>
                    <a:pt x="372" y="84"/>
                  </a:lnTo>
                  <a:lnTo>
                    <a:pt x="342" y="80"/>
                  </a:lnTo>
                  <a:lnTo>
                    <a:pt x="307" y="79"/>
                  </a:lnTo>
                  <a:lnTo>
                    <a:pt x="96" y="79"/>
                  </a:lnTo>
                  <a:close/>
                  <a:moveTo>
                    <a:pt x="0" y="0"/>
                  </a:moveTo>
                  <a:lnTo>
                    <a:pt x="323" y="0"/>
                  </a:lnTo>
                  <a:lnTo>
                    <a:pt x="377" y="2"/>
                  </a:lnTo>
                  <a:lnTo>
                    <a:pt x="422" y="9"/>
                  </a:lnTo>
                  <a:lnTo>
                    <a:pt x="459" y="19"/>
                  </a:lnTo>
                  <a:lnTo>
                    <a:pt x="489" y="37"/>
                  </a:lnTo>
                  <a:lnTo>
                    <a:pt x="511" y="58"/>
                  </a:lnTo>
                  <a:lnTo>
                    <a:pt x="527" y="86"/>
                  </a:lnTo>
                  <a:lnTo>
                    <a:pt x="537" y="119"/>
                  </a:lnTo>
                  <a:lnTo>
                    <a:pt x="539" y="157"/>
                  </a:lnTo>
                  <a:lnTo>
                    <a:pt x="537" y="194"/>
                  </a:lnTo>
                  <a:lnTo>
                    <a:pt x="527" y="225"/>
                  </a:lnTo>
                  <a:lnTo>
                    <a:pt x="513" y="252"/>
                  </a:lnTo>
                  <a:lnTo>
                    <a:pt x="494" y="272"/>
                  </a:lnTo>
                  <a:lnTo>
                    <a:pt x="471" y="290"/>
                  </a:lnTo>
                  <a:lnTo>
                    <a:pt x="447" y="302"/>
                  </a:lnTo>
                  <a:lnTo>
                    <a:pt x="419" y="311"/>
                  </a:lnTo>
                  <a:lnTo>
                    <a:pt x="393" y="314"/>
                  </a:lnTo>
                  <a:lnTo>
                    <a:pt x="384" y="314"/>
                  </a:lnTo>
                  <a:lnTo>
                    <a:pt x="550" y="536"/>
                  </a:lnTo>
                  <a:lnTo>
                    <a:pt x="431" y="536"/>
                  </a:lnTo>
                  <a:lnTo>
                    <a:pt x="274" y="323"/>
                  </a:lnTo>
                  <a:lnTo>
                    <a:pt x="272" y="321"/>
                  </a:lnTo>
                  <a:lnTo>
                    <a:pt x="96" y="321"/>
                  </a:lnTo>
                  <a:lnTo>
                    <a:pt x="96" y="536"/>
                  </a:lnTo>
                  <a:lnTo>
                    <a:pt x="0" y="536"/>
                  </a:lnTo>
                  <a:lnTo>
                    <a:pt x="0"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8" name="Freeform 13"/>
            <p:cNvSpPr>
              <a:spLocks/>
            </p:cNvSpPr>
            <p:nvPr userDrawn="1"/>
          </p:nvSpPr>
          <p:spPr bwMode="auto">
            <a:xfrm>
              <a:off x="7183312" y="5818063"/>
              <a:ext cx="462976" cy="508514"/>
            </a:xfrm>
            <a:custGeom>
              <a:avLst/>
              <a:gdLst>
                <a:gd name="T0" fmla="*/ 0 w 488"/>
                <a:gd name="T1" fmla="*/ 0 h 536"/>
                <a:gd name="T2" fmla="*/ 438 w 488"/>
                <a:gd name="T3" fmla="*/ 0 h 536"/>
                <a:gd name="T4" fmla="*/ 453 w 488"/>
                <a:gd name="T5" fmla="*/ 2 h 536"/>
                <a:gd name="T6" fmla="*/ 467 w 488"/>
                <a:gd name="T7" fmla="*/ 12 h 536"/>
                <a:gd name="T8" fmla="*/ 476 w 488"/>
                <a:gd name="T9" fmla="*/ 25 h 536"/>
                <a:gd name="T10" fmla="*/ 480 w 488"/>
                <a:gd name="T11" fmla="*/ 40 h 536"/>
                <a:gd name="T12" fmla="*/ 476 w 488"/>
                <a:gd name="T13" fmla="*/ 56 h 536"/>
                <a:gd name="T14" fmla="*/ 467 w 488"/>
                <a:gd name="T15" fmla="*/ 70 h 536"/>
                <a:gd name="T16" fmla="*/ 453 w 488"/>
                <a:gd name="T17" fmla="*/ 79 h 536"/>
                <a:gd name="T18" fmla="*/ 438 w 488"/>
                <a:gd name="T19" fmla="*/ 82 h 536"/>
                <a:gd name="T20" fmla="*/ 97 w 488"/>
                <a:gd name="T21" fmla="*/ 82 h 536"/>
                <a:gd name="T22" fmla="*/ 97 w 488"/>
                <a:gd name="T23" fmla="*/ 218 h 536"/>
                <a:gd name="T24" fmla="*/ 333 w 488"/>
                <a:gd name="T25" fmla="*/ 218 h 536"/>
                <a:gd name="T26" fmla="*/ 349 w 488"/>
                <a:gd name="T27" fmla="*/ 222 h 536"/>
                <a:gd name="T28" fmla="*/ 361 w 488"/>
                <a:gd name="T29" fmla="*/ 231 h 536"/>
                <a:gd name="T30" fmla="*/ 370 w 488"/>
                <a:gd name="T31" fmla="*/ 243 h 536"/>
                <a:gd name="T32" fmla="*/ 373 w 488"/>
                <a:gd name="T33" fmla="*/ 259 h 536"/>
                <a:gd name="T34" fmla="*/ 370 w 488"/>
                <a:gd name="T35" fmla="*/ 276 h 536"/>
                <a:gd name="T36" fmla="*/ 361 w 488"/>
                <a:gd name="T37" fmla="*/ 288 h 536"/>
                <a:gd name="T38" fmla="*/ 349 w 488"/>
                <a:gd name="T39" fmla="*/ 297 h 536"/>
                <a:gd name="T40" fmla="*/ 333 w 488"/>
                <a:gd name="T41" fmla="*/ 300 h 536"/>
                <a:gd name="T42" fmla="*/ 97 w 488"/>
                <a:gd name="T43" fmla="*/ 300 h 536"/>
                <a:gd name="T44" fmla="*/ 97 w 488"/>
                <a:gd name="T45" fmla="*/ 454 h 536"/>
                <a:gd name="T46" fmla="*/ 446 w 488"/>
                <a:gd name="T47" fmla="*/ 454 h 536"/>
                <a:gd name="T48" fmla="*/ 464 w 488"/>
                <a:gd name="T49" fmla="*/ 457 h 536"/>
                <a:gd name="T50" fmla="*/ 476 w 488"/>
                <a:gd name="T51" fmla="*/ 466 h 536"/>
                <a:gd name="T52" fmla="*/ 485 w 488"/>
                <a:gd name="T53" fmla="*/ 478 h 536"/>
                <a:gd name="T54" fmla="*/ 488 w 488"/>
                <a:gd name="T55" fmla="*/ 494 h 536"/>
                <a:gd name="T56" fmla="*/ 485 w 488"/>
                <a:gd name="T57" fmla="*/ 512 h 536"/>
                <a:gd name="T58" fmla="*/ 476 w 488"/>
                <a:gd name="T59" fmla="*/ 524 h 536"/>
                <a:gd name="T60" fmla="*/ 464 w 488"/>
                <a:gd name="T61" fmla="*/ 533 h 536"/>
                <a:gd name="T62" fmla="*/ 446 w 488"/>
                <a:gd name="T63" fmla="*/ 536 h 536"/>
                <a:gd name="T64" fmla="*/ 0 w 488"/>
                <a:gd name="T65" fmla="*/ 536 h 536"/>
                <a:gd name="T66" fmla="*/ 0 w 488"/>
                <a:gd name="T6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88" h="536">
                  <a:moveTo>
                    <a:pt x="0" y="0"/>
                  </a:moveTo>
                  <a:lnTo>
                    <a:pt x="438" y="0"/>
                  </a:lnTo>
                  <a:lnTo>
                    <a:pt x="453" y="2"/>
                  </a:lnTo>
                  <a:lnTo>
                    <a:pt x="467" y="12"/>
                  </a:lnTo>
                  <a:lnTo>
                    <a:pt x="476" y="25"/>
                  </a:lnTo>
                  <a:lnTo>
                    <a:pt x="480" y="40"/>
                  </a:lnTo>
                  <a:lnTo>
                    <a:pt x="476" y="56"/>
                  </a:lnTo>
                  <a:lnTo>
                    <a:pt x="467" y="70"/>
                  </a:lnTo>
                  <a:lnTo>
                    <a:pt x="453" y="79"/>
                  </a:lnTo>
                  <a:lnTo>
                    <a:pt x="438" y="82"/>
                  </a:lnTo>
                  <a:lnTo>
                    <a:pt x="97" y="82"/>
                  </a:lnTo>
                  <a:lnTo>
                    <a:pt x="97" y="218"/>
                  </a:lnTo>
                  <a:lnTo>
                    <a:pt x="333" y="218"/>
                  </a:lnTo>
                  <a:lnTo>
                    <a:pt x="349" y="222"/>
                  </a:lnTo>
                  <a:lnTo>
                    <a:pt x="361" y="231"/>
                  </a:lnTo>
                  <a:lnTo>
                    <a:pt x="370" y="243"/>
                  </a:lnTo>
                  <a:lnTo>
                    <a:pt x="373" y="259"/>
                  </a:lnTo>
                  <a:lnTo>
                    <a:pt x="370" y="276"/>
                  </a:lnTo>
                  <a:lnTo>
                    <a:pt x="361" y="288"/>
                  </a:lnTo>
                  <a:lnTo>
                    <a:pt x="349" y="297"/>
                  </a:lnTo>
                  <a:lnTo>
                    <a:pt x="333" y="300"/>
                  </a:lnTo>
                  <a:lnTo>
                    <a:pt x="97" y="300"/>
                  </a:lnTo>
                  <a:lnTo>
                    <a:pt x="97" y="454"/>
                  </a:lnTo>
                  <a:lnTo>
                    <a:pt x="446" y="454"/>
                  </a:lnTo>
                  <a:lnTo>
                    <a:pt x="464" y="457"/>
                  </a:lnTo>
                  <a:lnTo>
                    <a:pt x="476" y="466"/>
                  </a:lnTo>
                  <a:lnTo>
                    <a:pt x="485" y="478"/>
                  </a:lnTo>
                  <a:lnTo>
                    <a:pt x="488" y="494"/>
                  </a:lnTo>
                  <a:lnTo>
                    <a:pt x="485" y="512"/>
                  </a:lnTo>
                  <a:lnTo>
                    <a:pt x="476" y="524"/>
                  </a:lnTo>
                  <a:lnTo>
                    <a:pt x="464" y="533"/>
                  </a:lnTo>
                  <a:lnTo>
                    <a:pt x="446" y="536"/>
                  </a:lnTo>
                  <a:lnTo>
                    <a:pt x="0" y="536"/>
                  </a:lnTo>
                  <a:lnTo>
                    <a:pt x="0"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9" name="Freeform 14"/>
            <p:cNvSpPr>
              <a:spLocks/>
            </p:cNvSpPr>
            <p:nvPr userDrawn="1"/>
          </p:nvSpPr>
          <p:spPr bwMode="auto">
            <a:xfrm>
              <a:off x="4647381" y="5515421"/>
              <a:ext cx="91077" cy="87282"/>
            </a:xfrm>
            <a:custGeom>
              <a:avLst/>
              <a:gdLst>
                <a:gd name="T0" fmla="*/ 51 w 96"/>
                <a:gd name="T1" fmla="*/ 0 h 92"/>
                <a:gd name="T2" fmla="*/ 53 w 96"/>
                <a:gd name="T3" fmla="*/ 0 h 92"/>
                <a:gd name="T4" fmla="*/ 70 w 96"/>
                <a:gd name="T5" fmla="*/ 5 h 92"/>
                <a:gd name="T6" fmla="*/ 84 w 96"/>
                <a:gd name="T7" fmla="*/ 15 h 92"/>
                <a:gd name="T8" fmla="*/ 93 w 96"/>
                <a:gd name="T9" fmla="*/ 31 h 92"/>
                <a:gd name="T10" fmla="*/ 96 w 96"/>
                <a:gd name="T11" fmla="*/ 49 h 92"/>
                <a:gd name="T12" fmla="*/ 91 w 96"/>
                <a:gd name="T13" fmla="*/ 66 h 92"/>
                <a:gd name="T14" fmla="*/ 81 w 96"/>
                <a:gd name="T15" fmla="*/ 80 h 92"/>
                <a:gd name="T16" fmla="*/ 65 w 96"/>
                <a:gd name="T17" fmla="*/ 91 h 92"/>
                <a:gd name="T18" fmla="*/ 47 w 96"/>
                <a:gd name="T19" fmla="*/ 92 h 92"/>
                <a:gd name="T20" fmla="*/ 44 w 96"/>
                <a:gd name="T21" fmla="*/ 92 h 92"/>
                <a:gd name="T22" fmla="*/ 26 w 96"/>
                <a:gd name="T23" fmla="*/ 87 h 92"/>
                <a:gd name="T24" fmla="*/ 12 w 96"/>
                <a:gd name="T25" fmla="*/ 77 h 92"/>
                <a:gd name="T26" fmla="*/ 4 w 96"/>
                <a:gd name="T27" fmla="*/ 61 h 92"/>
                <a:gd name="T28" fmla="*/ 0 w 96"/>
                <a:gd name="T29" fmla="*/ 43 h 92"/>
                <a:gd name="T30" fmla="*/ 5 w 96"/>
                <a:gd name="T31" fmla="*/ 26 h 92"/>
                <a:gd name="T32" fmla="*/ 16 w 96"/>
                <a:gd name="T33" fmla="*/ 12 h 92"/>
                <a:gd name="T34" fmla="*/ 32 w 96"/>
                <a:gd name="T35" fmla="*/ 2 h 92"/>
                <a:gd name="T36" fmla="*/ 51 w 96"/>
                <a:gd name="T37" fmla="*/ 0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6" h="92">
                  <a:moveTo>
                    <a:pt x="51" y="0"/>
                  </a:moveTo>
                  <a:lnTo>
                    <a:pt x="53" y="0"/>
                  </a:lnTo>
                  <a:lnTo>
                    <a:pt x="70" y="5"/>
                  </a:lnTo>
                  <a:lnTo>
                    <a:pt x="84" y="15"/>
                  </a:lnTo>
                  <a:lnTo>
                    <a:pt x="93" y="31"/>
                  </a:lnTo>
                  <a:lnTo>
                    <a:pt x="96" y="49"/>
                  </a:lnTo>
                  <a:lnTo>
                    <a:pt x="91" y="66"/>
                  </a:lnTo>
                  <a:lnTo>
                    <a:pt x="81" y="80"/>
                  </a:lnTo>
                  <a:lnTo>
                    <a:pt x="65" y="91"/>
                  </a:lnTo>
                  <a:lnTo>
                    <a:pt x="47" y="92"/>
                  </a:lnTo>
                  <a:lnTo>
                    <a:pt x="44" y="92"/>
                  </a:lnTo>
                  <a:lnTo>
                    <a:pt x="26" y="87"/>
                  </a:lnTo>
                  <a:lnTo>
                    <a:pt x="12" y="77"/>
                  </a:lnTo>
                  <a:lnTo>
                    <a:pt x="4" y="61"/>
                  </a:lnTo>
                  <a:lnTo>
                    <a:pt x="0" y="43"/>
                  </a:lnTo>
                  <a:lnTo>
                    <a:pt x="5" y="26"/>
                  </a:lnTo>
                  <a:lnTo>
                    <a:pt x="16" y="12"/>
                  </a:lnTo>
                  <a:lnTo>
                    <a:pt x="32" y="2"/>
                  </a:lnTo>
                  <a:lnTo>
                    <a:pt x="51"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0" name="Freeform 15"/>
            <p:cNvSpPr>
              <a:spLocks/>
            </p:cNvSpPr>
            <p:nvPr userDrawn="1"/>
          </p:nvSpPr>
          <p:spPr bwMode="auto">
            <a:xfrm>
              <a:off x="4937689" y="5235549"/>
              <a:ext cx="130923" cy="157487"/>
            </a:xfrm>
            <a:custGeom>
              <a:avLst/>
              <a:gdLst>
                <a:gd name="T0" fmla="*/ 40 w 138"/>
                <a:gd name="T1" fmla="*/ 0 h 166"/>
                <a:gd name="T2" fmla="*/ 57 w 138"/>
                <a:gd name="T3" fmla="*/ 2 h 166"/>
                <a:gd name="T4" fmla="*/ 73 w 138"/>
                <a:gd name="T5" fmla="*/ 9 h 166"/>
                <a:gd name="T6" fmla="*/ 85 w 138"/>
                <a:gd name="T7" fmla="*/ 22 h 166"/>
                <a:gd name="T8" fmla="*/ 132 w 138"/>
                <a:gd name="T9" fmla="*/ 96 h 166"/>
                <a:gd name="T10" fmla="*/ 138 w 138"/>
                <a:gd name="T11" fmla="*/ 113 h 166"/>
                <a:gd name="T12" fmla="*/ 138 w 138"/>
                <a:gd name="T13" fmla="*/ 131 h 166"/>
                <a:gd name="T14" fmla="*/ 129 w 138"/>
                <a:gd name="T15" fmla="*/ 146 h 166"/>
                <a:gd name="T16" fmla="*/ 115 w 138"/>
                <a:gd name="T17" fmla="*/ 159 h 166"/>
                <a:gd name="T18" fmla="*/ 99 w 138"/>
                <a:gd name="T19" fmla="*/ 166 h 166"/>
                <a:gd name="T20" fmla="*/ 80 w 138"/>
                <a:gd name="T21" fmla="*/ 164 h 166"/>
                <a:gd name="T22" fmla="*/ 64 w 138"/>
                <a:gd name="T23" fmla="*/ 157 h 166"/>
                <a:gd name="T24" fmla="*/ 52 w 138"/>
                <a:gd name="T25" fmla="*/ 143 h 166"/>
                <a:gd name="T26" fmla="*/ 5 w 138"/>
                <a:gd name="T27" fmla="*/ 70 h 166"/>
                <a:gd name="T28" fmla="*/ 0 w 138"/>
                <a:gd name="T29" fmla="*/ 52 h 166"/>
                <a:gd name="T30" fmla="*/ 0 w 138"/>
                <a:gd name="T31" fmla="*/ 35 h 166"/>
                <a:gd name="T32" fmla="*/ 8 w 138"/>
                <a:gd name="T33" fmla="*/ 17 h 166"/>
                <a:gd name="T34" fmla="*/ 22 w 138"/>
                <a:gd name="T35" fmla="*/ 7 h 166"/>
                <a:gd name="T36" fmla="*/ 40 w 138"/>
                <a:gd name="T37" fmla="*/ 0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38" h="166">
                  <a:moveTo>
                    <a:pt x="40" y="0"/>
                  </a:moveTo>
                  <a:lnTo>
                    <a:pt x="57" y="2"/>
                  </a:lnTo>
                  <a:lnTo>
                    <a:pt x="73" y="9"/>
                  </a:lnTo>
                  <a:lnTo>
                    <a:pt x="85" y="22"/>
                  </a:lnTo>
                  <a:lnTo>
                    <a:pt x="132" y="96"/>
                  </a:lnTo>
                  <a:lnTo>
                    <a:pt x="138" y="113"/>
                  </a:lnTo>
                  <a:lnTo>
                    <a:pt x="138" y="131"/>
                  </a:lnTo>
                  <a:lnTo>
                    <a:pt x="129" y="146"/>
                  </a:lnTo>
                  <a:lnTo>
                    <a:pt x="115" y="159"/>
                  </a:lnTo>
                  <a:lnTo>
                    <a:pt x="99" y="166"/>
                  </a:lnTo>
                  <a:lnTo>
                    <a:pt x="80" y="164"/>
                  </a:lnTo>
                  <a:lnTo>
                    <a:pt x="64" y="157"/>
                  </a:lnTo>
                  <a:lnTo>
                    <a:pt x="52" y="143"/>
                  </a:lnTo>
                  <a:lnTo>
                    <a:pt x="5" y="70"/>
                  </a:lnTo>
                  <a:lnTo>
                    <a:pt x="0" y="52"/>
                  </a:lnTo>
                  <a:lnTo>
                    <a:pt x="0" y="35"/>
                  </a:lnTo>
                  <a:lnTo>
                    <a:pt x="8" y="17"/>
                  </a:lnTo>
                  <a:lnTo>
                    <a:pt x="22" y="7"/>
                  </a:lnTo>
                  <a:lnTo>
                    <a:pt x="40"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1" name="Freeform 16"/>
            <p:cNvSpPr>
              <a:spLocks/>
            </p:cNvSpPr>
            <p:nvPr userDrawn="1"/>
          </p:nvSpPr>
          <p:spPr bwMode="auto">
            <a:xfrm>
              <a:off x="5278280" y="5018292"/>
              <a:ext cx="132821" cy="243821"/>
            </a:xfrm>
            <a:custGeom>
              <a:avLst/>
              <a:gdLst>
                <a:gd name="T0" fmla="*/ 53 w 140"/>
                <a:gd name="T1" fmla="*/ 0 h 257"/>
                <a:gd name="T2" fmla="*/ 68 w 140"/>
                <a:gd name="T3" fmla="*/ 7 h 257"/>
                <a:gd name="T4" fmla="*/ 82 w 140"/>
                <a:gd name="T5" fmla="*/ 19 h 257"/>
                <a:gd name="T6" fmla="*/ 89 w 140"/>
                <a:gd name="T7" fmla="*/ 35 h 257"/>
                <a:gd name="T8" fmla="*/ 140 w 140"/>
                <a:gd name="T9" fmla="*/ 199 h 257"/>
                <a:gd name="T10" fmla="*/ 140 w 140"/>
                <a:gd name="T11" fmla="*/ 218 h 257"/>
                <a:gd name="T12" fmla="*/ 135 w 140"/>
                <a:gd name="T13" fmla="*/ 234 h 257"/>
                <a:gd name="T14" fmla="*/ 122 w 140"/>
                <a:gd name="T15" fmla="*/ 248 h 257"/>
                <a:gd name="T16" fmla="*/ 105 w 140"/>
                <a:gd name="T17" fmla="*/ 255 h 257"/>
                <a:gd name="T18" fmla="*/ 88 w 140"/>
                <a:gd name="T19" fmla="*/ 257 h 257"/>
                <a:gd name="T20" fmla="*/ 70 w 140"/>
                <a:gd name="T21" fmla="*/ 250 h 257"/>
                <a:gd name="T22" fmla="*/ 58 w 140"/>
                <a:gd name="T23" fmla="*/ 239 h 257"/>
                <a:gd name="T24" fmla="*/ 49 w 140"/>
                <a:gd name="T25" fmla="*/ 222 h 257"/>
                <a:gd name="T26" fmla="*/ 0 w 140"/>
                <a:gd name="T27" fmla="*/ 58 h 257"/>
                <a:gd name="T28" fmla="*/ 0 w 140"/>
                <a:gd name="T29" fmla="*/ 40 h 257"/>
                <a:gd name="T30" fmla="*/ 5 w 140"/>
                <a:gd name="T31" fmla="*/ 23 h 257"/>
                <a:gd name="T32" fmla="*/ 18 w 140"/>
                <a:gd name="T33" fmla="*/ 11 h 257"/>
                <a:gd name="T34" fmla="*/ 33 w 140"/>
                <a:gd name="T35" fmla="*/ 2 h 257"/>
                <a:gd name="T36" fmla="*/ 53 w 140"/>
                <a:gd name="T37" fmla="*/ 0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40" h="257">
                  <a:moveTo>
                    <a:pt x="53" y="0"/>
                  </a:moveTo>
                  <a:lnTo>
                    <a:pt x="68" y="7"/>
                  </a:lnTo>
                  <a:lnTo>
                    <a:pt x="82" y="19"/>
                  </a:lnTo>
                  <a:lnTo>
                    <a:pt x="89" y="35"/>
                  </a:lnTo>
                  <a:lnTo>
                    <a:pt x="140" y="199"/>
                  </a:lnTo>
                  <a:lnTo>
                    <a:pt x="140" y="218"/>
                  </a:lnTo>
                  <a:lnTo>
                    <a:pt x="135" y="234"/>
                  </a:lnTo>
                  <a:lnTo>
                    <a:pt x="122" y="248"/>
                  </a:lnTo>
                  <a:lnTo>
                    <a:pt x="105" y="255"/>
                  </a:lnTo>
                  <a:lnTo>
                    <a:pt x="88" y="257"/>
                  </a:lnTo>
                  <a:lnTo>
                    <a:pt x="70" y="250"/>
                  </a:lnTo>
                  <a:lnTo>
                    <a:pt x="58" y="239"/>
                  </a:lnTo>
                  <a:lnTo>
                    <a:pt x="49" y="222"/>
                  </a:lnTo>
                  <a:lnTo>
                    <a:pt x="0" y="58"/>
                  </a:lnTo>
                  <a:lnTo>
                    <a:pt x="0" y="40"/>
                  </a:lnTo>
                  <a:lnTo>
                    <a:pt x="5" y="23"/>
                  </a:lnTo>
                  <a:lnTo>
                    <a:pt x="18" y="11"/>
                  </a:lnTo>
                  <a:lnTo>
                    <a:pt x="33" y="2"/>
                  </a:lnTo>
                  <a:lnTo>
                    <a:pt x="53"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2" name="Freeform 17"/>
            <p:cNvSpPr>
              <a:spLocks/>
            </p:cNvSpPr>
            <p:nvPr userDrawn="1"/>
          </p:nvSpPr>
          <p:spPr bwMode="auto">
            <a:xfrm>
              <a:off x="5649230" y="4842779"/>
              <a:ext cx="112898" cy="335847"/>
            </a:xfrm>
            <a:custGeom>
              <a:avLst/>
              <a:gdLst>
                <a:gd name="T0" fmla="*/ 44 w 119"/>
                <a:gd name="T1" fmla="*/ 0 h 354"/>
                <a:gd name="T2" fmla="*/ 63 w 119"/>
                <a:gd name="T3" fmla="*/ 4 h 354"/>
                <a:gd name="T4" fmla="*/ 77 w 119"/>
                <a:gd name="T5" fmla="*/ 12 h 354"/>
                <a:gd name="T6" fmla="*/ 87 w 119"/>
                <a:gd name="T7" fmla="*/ 26 h 354"/>
                <a:gd name="T8" fmla="*/ 93 w 119"/>
                <a:gd name="T9" fmla="*/ 44 h 354"/>
                <a:gd name="T10" fmla="*/ 119 w 119"/>
                <a:gd name="T11" fmla="*/ 306 h 354"/>
                <a:gd name="T12" fmla="*/ 115 w 119"/>
                <a:gd name="T13" fmla="*/ 323 h 354"/>
                <a:gd name="T14" fmla="*/ 107 w 119"/>
                <a:gd name="T15" fmla="*/ 339 h 354"/>
                <a:gd name="T16" fmla="*/ 93 w 119"/>
                <a:gd name="T17" fmla="*/ 349 h 354"/>
                <a:gd name="T18" fmla="*/ 75 w 119"/>
                <a:gd name="T19" fmla="*/ 354 h 354"/>
                <a:gd name="T20" fmla="*/ 58 w 119"/>
                <a:gd name="T21" fmla="*/ 351 h 354"/>
                <a:gd name="T22" fmla="*/ 42 w 119"/>
                <a:gd name="T23" fmla="*/ 342 h 354"/>
                <a:gd name="T24" fmla="*/ 32 w 119"/>
                <a:gd name="T25" fmla="*/ 328 h 354"/>
                <a:gd name="T26" fmla="*/ 26 w 119"/>
                <a:gd name="T27" fmla="*/ 311 h 354"/>
                <a:gd name="T28" fmla="*/ 0 w 119"/>
                <a:gd name="T29" fmla="*/ 49 h 354"/>
                <a:gd name="T30" fmla="*/ 4 w 119"/>
                <a:gd name="T31" fmla="*/ 32 h 354"/>
                <a:gd name="T32" fmla="*/ 12 w 119"/>
                <a:gd name="T33" fmla="*/ 16 h 354"/>
                <a:gd name="T34" fmla="*/ 26 w 119"/>
                <a:gd name="T35" fmla="*/ 5 h 354"/>
                <a:gd name="T36" fmla="*/ 44 w 119"/>
                <a:gd name="T37" fmla="*/ 0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9" h="354">
                  <a:moveTo>
                    <a:pt x="44" y="0"/>
                  </a:moveTo>
                  <a:lnTo>
                    <a:pt x="63" y="4"/>
                  </a:lnTo>
                  <a:lnTo>
                    <a:pt x="77" y="12"/>
                  </a:lnTo>
                  <a:lnTo>
                    <a:pt x="87" y="26"/>
                  </a:lnTo>
                  <a:lnTo>
                    <a:pt x="93" y="44"/>
                  </a:lnTo>
                  <a:lnTo>
                    <a:pt x="119" y="306"/>
                  </a:lnTo>
                  <a:lnTo>
                    <a:pt x="115" y="323"/>
                  </a:lnTo>
                  <a:lnTo>
                    <a:pt x="107" y="339"/>
                  </a:lnTo>
                  <a:lnTo>
                    <a:pt x="93" y="349"/>
                  </a:lnTo>
                  <a:lnTo>
                    <a:pt x="75" y="354"/>
                  </a:lnTo>
                  <a:lnTo>
                    <a:pt x="58" y="351"/>
                  </a:lnTo>
                  <a:lnTo>
                    <a:pt x="42" y="342"/>
                  </a:lnTo>
                  <a:lnTo>
                    <a:pt x="32" y="328"/>
                  </a:lnTo>
                  <a:lnTo>
                    <a:pt x="26" y="311"/>
                  </a:lnTo>
                  <a:lnTo>
                    <a:pt x="0" y="49"/>
                  </a:lnTo>
                  <a:lnTo>
                    <a:pt x="4" y="32"/>
                  </a:lnTo>
                  <a:lnTo>
                    <a:pt x="12" y="16"/>
                  </a:lnTo>
                  <a:lnTo>
                    <a:pt x="26" y="5"/>
                  </a:lnTo>
                  <a:lnTo>
                    <a:pt x="44"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3" name="Freeform 18"/>
            <p:cNvSpPr>
              <a:spLocks/>
            </p:cNvSpPr>
            <p:nvPr userDrawn="1"/>
          </p:nvSpPr>
          <p:spPr bwMode="auto">
            <a:xfrm>
              <a:off x="6026821" y="4720394"/>
              <a:ext cx="104359" cy="420283"/>
            </a:xfrm>
            <a:custGeom>
              <a:avLst/>
              <a:gdLst>
                <a:gd name="T0" fmla="*/ 68 w 110"/>
                <a:gd name="T1" fmla="*/ 0 h 443"/>
                <a:gd name="T2" fmla="*/ 86 w 110"/>
                <a:gd name="T3" fmla="*/ 5 h 443"/>
                <a:gd name="T4" fmla="*/ 100 w 110"/>
                <a:gd name="T5" fmla="*/ 16 h 443"/>
                <a:gd name="T6" fmla="*/ 107 w 110"/>
                <a:gd name="T7" fmla="*/ 31 h 443"/>
                <a:gd name="T8" fmla="*/ 110 w 110"/>
                <a:gd name="T9" fmla="*/ 51 h 443"/>
                <a:gd name="T10" fmla="*/ 93 w 110"/>
                <a:gd name="T11" fmla="*/ 401 h 443"/>
                <a:gd name="T12" fmla="*/ 87 w 110"/>
                <a:gd name="T13" fmla="*/ 419 h 443"/>
                <a:gd name="T14" fmla="*/ 75 w 110"/>
                <a:gd name="T15" fmla="*/ 433 h 443"/>
                <a:gd name="T16" fmla="*/ 61 w 110"/>
                <a:gd name="T17" fmla="*/ 442 h 443"/>
                <a:gd name="T18" fmla="*/ 42 w 110"/>
                <a:gd name="T19" fmla="*/ 443 h 443"/>
                <a:gd name="T20" fmla="*/ 25 w 110"/>
                <a:gd name="T21" fmla="*/ 438 h 443"/>
                <a:gd name="T22" fmla="*/ 11 w 110"/>
                <a:gd name="T23" fmla="*/ 426 h 443"/>
                <a:gd name="T24" fmla="*/ 2 w 110"/>
                <a:gd name="T25" fmla="*/ 412 h 443"/>
                <a:gd name="T26" fmla="*/ 0 w 110"/>
                <a:gd name="T27" fmla="*/ 393 h 443"/>
                <a:gd name="T28" fmla="*/ 18 w 110"/>
                <a:gd name="T29" fmla="*/ 42 h 443"/>
                <a:gd name="T30" fmla="*/ 23 w 110"/>
                <a:gd name="T31" fmla="*/ 24 h 443"/>
                <a:gd name="T32" fmla="*/ 33 w 110"/>
                <a:gd name="T33" fmla="*/ 10 h 443"/>
                <a:gd name="T34" fmla="*/ 49 w 110"/>
                <a:gd name="T35" fmla="*/ 2 h 443"/>
                <a:gd name="T36" fmla="*/ 68 w 110"/>
                <a:gd name="T37" fmla="*/ 0 h 4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0" h="443">
                  <a:moveTo>
                    <a:pt x="68" y="0"/>
                  </a:moveTo>
                  <a:lnTo>
                    <a:pt x="86" y="5"/>
                  </a:lnTo>
                  <a:lnTo>
                    <a:pt x="100" y="16"/>
                  </a:lnTo>
                  <a:lnTo>
                    <a:pt x="107" y="31"/>
                  </a:lnTo>
                  <a:lnTo>
                    <a:pt x="110" y="51"/>
                  </a:lnTo>
                  <a:lnTo>
                    <a:pt x="93" y="401"/>
                  </a:lnTo>
                  <a:lnTo>
                    <a:pt x="87" y="419"/>
                  </a:lnTo>
                  <a:lnTo>
                    <a:pt x="75" y="433"/>
                  </a:lnTo>
                  <a:lnTo>
                    <a:pt x="61" y="442"/>
                  </a:lnTo>
                  <a:lnTo>
                    <a:pt x="42" y="443"/>
                  </a:lnTo>
                  <a:lnTo>
                    <a:pt x="25" y="438"/>
                  </a:lnTo>
                  <a:lnTo>
                    <a:pt x="11" y="426"/>
                  </a:lnTo>
                  <a:lnTo>
                    <a:pt x="2" y="412"/>
                  </a:lnTo>
                  <a:lnTo>
                    <a:pt x="0" y="393"/>
                  </a:lnTo>
                  <a:lnTo>
                    <a:pt x="18" y="42"/>
                  </a:lnTo>
                  <a:lnTo>
                    <a:pt x="23" y="24"/>
                  </a:lnTo>
                  <a:lnTo>
                    <a:pt x="33" y="10"/>
                  </a:lnTo>
                  <a:lnTo>
                    <a:pt x="49" y="2"/>
                  </a:lnTo>
                  <a:lnTo>
                    <a:pt x="68"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4" name="Freeform 19"/>
            <p:cNvSpPr>
              <a:spLocks/>
            </p:cNvSpPr>
            <p:nvPr userDrawn="1"/>
          </p:nvSpPr>
          <p:spPr bwMode="auto">
            <a:xfrm>
              <a:off x="6384489" y="4647343"/>
              <a:ext cx="162232" cy="497129"/>
            </a:xfrm>
            <a:custGeom>
              <a:avLst/>
              <a:gdLst>
                <a:gd name="T0" fmla="*/ 119 w 171"/>
                <a:gd name="T1" fmla="*/ 0 h 524"/>
                <a:gd name="T2" fmla="*/ 136 w 171"/>
                <a:gd name="T3" fmla="*/ 0 h 524"/>
                <a:gd name="T4" fmla="*/ 154 w 171"/>
                <a:gd name="T5" fmla="*/ 9 h 524"/>
                <a:gd name="T6" fmla="*/ 166 w 171"/>
                <a:gd name="T7" fmla="*/ 21 h 524"/>
                <a:gd name="T8" fmla="*/ 171 w 171"/>
                <a:gd name="T9" fmla="*/ 37 h 524"/>
                <a:gd name="T10" fmla="*/ 171 w 171"/>
                <a:gd name="T11" fmla="*/ 56 h 524"/>
                <a:gd name="T12" fmla="*/ 91 w 171"/>
                <a:gd name="T13" fmla="*/ 489 h 524"/>
                <a:gd name="T14" fmla="*/ 84 w 171"/>
                <a:gd name="T15" fmla="*/ 506 h 524"/>
                <a:gd name="T16" fmla="*/ 70 w 171"/>
                <a:gd name="T17" fmla="*/ 517 h 524"/>
                <a:gd name="T18" fmla="*/ 54 w 171"/>
                <a:gd name="T19" fmla="*/ 524 h 524"/>
                <a:gd name="T20" fmla="*/ 37 w 171"/>
                <a:gd name="T21" fmla="*/ 524 h 524"/>
                <a:gd name="T22" fmla="*/ 19 w 171"/>
                <a:gd name="T23" fmla="*/ 517 h 524"/>
                <a:gd name="T24" fmla="*/ 7 w 171"/>
                <a:gd name="T25" fmla="*/ 503 h 524"/>
                <a:gd name="T26" fmla="*/ 0 w 171"/>
                <a:gd name="T27" fmla="*/ 487 h 524"/>
                <a:gd name="T28" fmla="*/ 2 w 171"/>
                <a:gd name="T29" fmla="*/ 468 h 524"/>
                <a:gd name="T30" fmla="*/ 82 w 171"/>
                <a:gd name="T31" fmla="*/ 35 h 524"/>
                <a:gd name="T32" fmla="*/ 89 w 171"/>
                <a:gd name="T33" fmla="*/ 19 h 524"/>
                <a:gd name="T34" fmla="*/ 101 w 171"/>
                <a:gd name="T35" fmla="*/ 7 h 524"/>
                <a:gd name="T36" fmla="*/ 119 w 171"/>
                <a:gd name="T37" fmla="*/ 0 h 5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71" h="524">
                  <a:moveTo>
                    <a:pt x="119" y="0"/>
                  </a:moveTo>
                  <a:lnTo>
                    <a:pt x="136" y="0"/>
                  </a:lnTo>
                  <a:lnTo>
                    <a:pt x="154" y="9"/>
                  </a:lnTo>
                  <a:lnTo>
                    <a:pt x="166" y="21"/>
                  </a:lnTo>
                  <a:lnTo>
                    <a:pt x="171" y="37"/>
                  </a:lnTo>
                  <a:lnTo>
                    <a:pt x="171" y="56"/>
                  </a:lnTo>
                  <a:lnTo>
                    <a:pt x="91" y="489"/>
                  </a:lnTo>
                  <a:lnTo>
                    <a:pt x="84" y="506"/>
                  </a:lnTo>
                  <a:lnTo>
                    <a:pt x="70" y="517"/>
                  </a:lnTo>
                  <a:lnTo>
                    <a:pt x="54" y="524"/>
                  </a:lnTo>
                  <a:lnTo>
                    <a:pt x="37" y="524"/>
                  </a:lnTo>
                  <a:lnTo>
                    <a:pt x="19" y="517"/>
                  </a:lnTo>
                  <a:lnTo>
                    <a:pt x="7" y="503"/>
                  </a:lnTo>
                  <a:lnTo>
                    <a:pt x="0" y="487"/>
                  </a:lnTo>
                  <a:lnTo>
                    <a:pt x="2" y="468"/>
                  </a:lnTo>
                  <a:lnTo>
                    <a:pt x="82" y="35"/>
                  </a:lnTo>
                  <a:lnTo>
                    <a:pt x="89" y="19"/>
                  </a:lnTo>
                  <a:lnTo>
                    <a:pt x="101" y="7"/>
                  </a:lnTo>
                  <a:lnTo>
                    <a:pt x="119"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5" name="Freeform 20"/>
            <p:cNvSpPr>
              <a:spLocks/>
            </p:cNvSpPr>
            <p:nvPr userDrawn="1"/>
          </p:nvSpPr>
          <p:spPr bwMode="auto">
            <a:xfrm>
              <a:off x="6733618" y="4625522"/>
              <a:ext cx="241924" cy="568283"/>
            </a:xfrm>
            <a:custGeom>
              <a:avLst/>
              <a:gdLst>
                <a:gd name="T0" fmla="*/ 206 w 255"/>
                <a:gd name="T1" fmla="*/ 0 h 599"/>
                <a:gd name="T2" fmla="*/ 226 w 255"/>
                <a:gd name="T3" fmla="*/ 4 h 599"/>
                <a:gd name="T4" fmla="*/ 241 w 255"/>
                <a:gd name="T5" fmla="*/ 13 h 599"/>
                <a:gd name="T6" fmla="*/ 252 w 255"/>
                <a:gd name="T7" fmla="*/ 27 h 599"/>
                <a:gd name="T8" fmla="*/ 255 w 255"/>
                <a:gd name="T9" fmla="*/ 44 h 599"/>
                <a:gd name="T10" fmla="*/ 254 w 255"/>
                <a:gd name="T11" fmla="*/ 62 h 599"/>
                <a:gd name="T12" fmla="*/ 90 w 255"/>
                <a:gd name="T13" fmla="*/ 569 h 599"/>
                <a:gd name="T14" fmla="*/ 81 w 255"/>
                <a:gd name="T15" fmla="*/ 585 h 599"/>
                <a:gd name="T16" fmla="*/ 65 w 255"/>
                <a:gd name="T17" fmla="*/ 596 h 599"/>
                <a:gd name="T18" fmla="*/ 49 w 255"/>
                <a:gd name="T19" fmla="*/ 599 h 599"/>
                <a:gd name="T20" fmla="*/ 30 w 255"/>
                <a:gd name="T21" fmla="*/ 597 h 599"/>
                <a:gd name="T22" fmla="*/ 14 w 255"/>
                <a:gd name="T23" fmla="*/ 587 h 599"/>
                <a:gd name="T24" fmla="*/ 4 w 255"/>
                <a:gd name="T25" fmla="*/ 573 h 599"/>
                <a:gd name="T26" fmla="*/ 0 w 255"/>
                <a:gd name="T27" fmla="*/ 556 h 599"/>
                <a:gd name="T28" fmla="*/ 2 w 255"/>
                <a:gd name="T29" fmla="*/ 538 h 599"/>
                <a:gd name="T30" fmla="*/ 166 w 255"/>
                <a:gd name="T31" fmla="*/ 30 h 599"/>
                <a:gd name="T32" fmla="*/ 175 w 255"/>
                <a:gd name="T33" fmla="*/ 16 h 599"/>
                <a:gd name="T34" fmla="*/ 191 w 255"/>
                <a:gd name="T35" fmla="*/ 6 h 599"/>
                <a:gd name="T36" fmla="*/ 206 w 255"/>
                <a:gd name="T37" fmla="*/ 0 h 5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5" h="599">
                  <a:moveTo>
                    <a:pt x="206" y="0"/>
                  </a:moveTo>
                  <a:lnTo>
                    <a:pt x="226" y="4"/>
                  </a:lnTo>
                  <a:lnTo>
                    <a:pt x="241" y="13"/>
                  </a:lnTo>
                  <a:lnTo>
                    <a:pt x="252" y="27"/>
                  </a:lnTo>
                  <a:lnTo>
                    <a:pt x="255" y="44"/>
                  </a:lnTo>
                  <a:lnTo>
                    <a:pt x="254" y="62"/>
                  </a:lnTo>
                  <a:lnTo>
                    <a:pt x="90" y="569"/>
                  </a:lnTo>
                  <a:lnTo>
                    <a:pt x="81" y="585"/>
                  </a:lnTo>
                  <a:lnTo>
                    <a:pt x="65" y="596"/>
                  </a:lnTo>
                  <a:lnTo>
                    <a:pt x="49" y="599"/>
                  </a:lnTo>
                  <a:lnTo>
                    <a:pt x="30" y="597"/>
                  </a:lnTo>
                  <a:lnTo>
                    <a:pt x="14" y="587"/>
                  </a:lnTo>
                  <a:lnTo>
                    <a:pt x="4" y="573"/>
                  </a:lnTo>
                  <a:lnTo>
                    <a:pt x="0" y="556"/>
                  </a:lnTo>
                  <a:lnTo>
                    <a:pt x="2" y="538"/>
                  </a:lnTo>
                  <a:lnTo>
                    <a:pt x="166" y="30"/>
                  </a:lnTo>
                  <a:lnTo>
                    <a:pt x="175" y="16"/>
                  </a:lnTo>
                  <a:lnTo>
                    <a:pt x="191" y="6"/>
                  </a:lnTo>
                  <a:lnTo>
                    <a:pt x="206"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6" name="Freeform 21"/>
            <p:cNvSpPr>
              <a:spLocks/>
            </p:cNvSpPr>
            <p:nvPr userDrawn="1"/>
          </p:nvSpPr>
          <p:spPr bwMode="auto">
            <a:xfrm>
              <a:off x="7077055" y="4665368"/>
              <a:ext cx="333950" cy="621412"/>
            </a:xfrm>
            <a:custGeom>
              <a:avLst/>
              <a:gdLst>
                <a:gd name="T0" fmla="*/ 309 w 352"/>
                <a:gd name="T1" fmla="*/ 0 h 655"/>
                <a:gd name="T2" fmla="*/ 326 w 352"/>
                <a:gd name="T3" fmla="*/ 6 h 655"/>
                <a:gd name="T4" fmla="*/ 342 w 352"/>
                <a:gd name="T5" fmla="*/ 18 h 655"/>
                <a:gd name="T6" fmla="*/ 349 w 352"/>
                <a:gd name="T7" fmla="*/ 32 h 655"/>
                <a:gd name="T8" fmla="*/ 352 w 352"/>
                <a:gd name="T9" fmla="*/ 49 h 655"/>
                <a:gd name="T10" fmla="*/ 347 w 352"/>
                <a:gd name="T11" fmla="*/ 68 h 655"/>
                <a:gd name="T12" fmla="*/ 87 w 352"/>
                <a:gd name="T13" fmla="*/ 630 h 655"/>
                <a:gd name="T14" fmla="*/ 77 w 352"/>
                <a:gd name="T15" fmla="*/ 644 h 655"/>
                <a:gd name="T16" fmla="*/ 61 w 352"/>
                <a:gd name="T17" fmla="*/ 653 h 655"/>
                <a:gd name="T18" fmla="*/ 43 w 352"/>
                <a:gd name="T19" fmla="*/ 655 h 655"/>
                <a:gd name="T20" fmla="*/ 26 w 352"/>
                <a:gd name="T21" fmla="*/ 650 h 655"/>
                <a:gd name="T22" fmla="*/ 10 w 352"/>
                <a:gd name="T23" fmla="*/ 639 h 655"/>
                <a:gd name="T24" fmla="*/ 3 w 352"/>
                <a:gd name="T25" fmla="*/ 623 h 655"/>
                <a:gd name="T26" fmla="*/ 0 w 352"/>
                <a:gd name="T27" fmla="*/ 606 h 655"/>
                <a:gd name="T28" fmla="*/ 5 w 352"/>
                <a:gd name="T29" fmla="*/ 589 h 655"/>
                <a:gd name="T30" fmla="*/ 265 w 352"/>
                <a:gd name="T31" fmla="*/ 27 h 655"/>
                <a:gd name="T32" fmla="*/ 276 w 352"/>
                <a:gd name="T33" fmla="*/ 11 h 655"/>
                <a:gd name="T34" fmla="*/ 291 w 352"/>
                <a:gd name="T35" fmla="*/ 4 h 655"/>
                <a:gd name="T36" fmla="*/ 309 w 352"/>
                <a:gd name="T37" fmla="*/ 0 h 6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52" h="655">
                  <a:moveTo>
                    <a:pt x="309" y="0"/>
                  </a:moveTo>
                  <a:lnTo>
                    <a:pt x="326" y="6"/>
                  </a:lnTo>
                  <a:lnTo>
                    <a:pt x="342" y="18"/>
                  </a:lnTo>
                  <a:lnTo>
                    <a:pt x="349" y="32"/>
                  </a:lnTo>
                  <a:lnTo>
                    <a:pt x="352" y="49"/>
                  </a:lnTo>
                  <a:lnTo>
                    <a:pt x="347" y="68"/>
                  </a:lnTo>
                  <a:lnTo>
                    <a:pt x="87" y="630"/>
                  </a:lnTo>
                  <a:lnTo>
                    <a:pt x="77" y="644"/>
                  </a:lnTo>
                  <a:lnTo>
                    <a:pt x="61" y="653"/>
                  </a:lnTo>
                  <a:lnTo>
                    <a:pt x="43" y="655"/>
                  </a:lnTo>
                  <a:lnTo>
                    <a:pt x="26" y="650"/>
                  </a:lnTo>
                  <a:lnTo>
                    <a:pt x="10" y="639"/>
                  </a:lnTo>
                  <a:lnTo>
                    <a:pt x="3" y="623"/>
                  </a:lnTo>
                  <a:lnTo>
                    <a:pt x="0" y="606"/>
                  </a:lnTo>
                  <a:lnTo>
                    <a:pt x="5" y="589"/>
                  </a:lnTo>
                  <a:lnTo>
                    <a:pt x="265" y="27"/>
                  </a:lnTo>
                  <a:lnTo>
                    <a:pt x="276" y="11"/>
                  </a:lnTo>
                  <a:lnTo>
                    <a:pt x="291" y="4"/>
                  </a:lnTo>
                  <a:lnTo>
                    <a:pt x="309"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7" name="Freeform 22"/>
            <p:cNvSpPr>
              <a:spLocks/>
            </p:cNvSpPr>
            <p:nvPr userDrawn="1"/>
          </p:nvSpPr>
          <p:spPr bwMode="auto">
            <a:xfrm>
              <a:off x="7414800" y="4764984"/>
              <a:ext cx="430719" cy="659361"/>
            </a:xfrm>
            <a:custGeom>
              <a:avLst/>
              <a:gdLst>
                <a:gd name="T0" fmla="*/ 417 w 454"/>
                <a:gd name="T1" fmla="*/ 0 h 695"/>
                <a:gd name="T2" fmla="*/ 433 w 454"/>
                <a:gd name="T3" fmla="*/ 7 h 695"/>
                <a:gd name="T4" fmla="*/ 447 w 454"/>
                <a:gd name="T5" fmla="*/ 21 h 695"/>
                <a:gd name="T6" fmla="*/ 454 w 454"/>
                <a:gd name="T7" fmla="*/ 37 h 695"/>
                <a:gd name="T8" fmla="*/ 454 w 454"/>
                <a:gd name="T9" fmla="*/ 54 h 695"/>
                <a:gd name="T10" fmla="*/ 447 w 454"/>
                <a:gd name="T11" fmla="*/ 72 h 695"/>
                <a:gd name="T12" fmla="*/ 84 w 454"/>
                <a:gd name="T13" fmla="*/ 676 h 695"/>
                <a:gd name="T14" fmla="*/ 70 w 454"/>
                <a:gd name="T15" fmla="*/ 688 h 695"/>
                <a:gd name="T16" fmla="*/ 54 w 454"/>
                <a:gd name="T17" fmla="*/ 695 h 695"/>
                <a:gd name="T18" fmla="*/ 37 w 454"/>
                <a:gd name="T19" fmla="*/ 695 h 695"/>
                <a:gd name="T20" fmla="*/ 19 w 454"/>
                <a:gd name="T21" fmla="*/ 688 h 695"/>
                <a:gd name="T22" fmla="*/ 7 w 454"/>
                <a:gd name="T23" fmla="*/ 676 h 695"/>
                <a:gd name="T24" fmla="*/ 0 w 454"/>
                <a:gd name="T25" fmla="*/ 660 h 695"/>
                <a:gd name="T26" fmla="*/ 0 w 454"/>
                <a:gd name="T27" fmla="*/ 642 h 695"/>
                <a:gd name="T28" fmla="*/ 7 w 454"/>
                <a:gd name="T29" fmla="*/ 625 h 695"/>
                <a:gd name="T30" fmla="*/ 370 w 454"/>
                <a:gd name="T31" fmla="*/ 21 h 695"/>
                <a:gd name="T32" fmla="*/ 382 w 454"/>
                <a:gd name="T33" fmla="*/ 7 h 695"/>
                <a:gd name="T34" fmla="*/ 400 w 454"/>
                <a:gd name="T35" fmla="*/ 0 h 695"/>
                <a:gd name="T36" fmla="*/ 417 w 454"/>
                <a:gd name="T37" fmla="*/ 0 h 6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54" h="695">
                  <a:moveTo>
                    <a:pt x="417" y="0"/>
                  </a:moveTo>
                  <a:lnTo>
                    <a:pt x="433" y="7"/>
                  </a:lnTo>
                  <a:lnTo>
                    <a:pt x="447" y="21"/>
                  </a:lnTo>
                  <a:lnTo>
                    <a:pt x="454" y="37"/>
                  </a:lnTo>
                  <a:lnTo>
                    <a:pt x="454" y="54"/>
                  </a:lnTo>
                  <a:lnTo>
                    <a:pt x="447" y="72"/>
                  </a:lnTo>
                  <a:lnTo>
                    <a:pt x="84" y="676"/>
                  </a:lnTo>
                  <a:lnTo>
                    <a:pt x="70" y="688"/>
                  </a:lnTo>
                  <a:lnTo>
                    <a:pt x="54" y="695"/>
                  </a:lnTo>
                  <a:lnTo>
                    <a:pt x="37" y="695"/>
                  </a:lnTo>
                  <a:lnTo>
                    <a:pt x="19" y="688"/>
                  </a:lnTo>
                  <a:lnTo>
                    <a:pt x="7" y="676"/>
                  </a:lnTo>
                  <a:lnTo>
                    <a:pt x="0" y="660"/>
                  </a:lnTo>
                  <a:lnTo>
                    <a:pt x="0" y="642"/>
                  </a:lnTo>
                  <a:lnTo>
                    <a:pt x="7" y="625"/>
                  </a:lnTo>
                  <a:lnTo>
                    <a:pt x="370" y="21"/>
                  </a:lnTo>
                  <a:lnTo>
                    <a:pt x="382" y="7"/>
                  </a:lnTo>
                  <a:lnTo>
                    <a:pt x="400" y="0"/>
                  </a:lnTo>
                  <a:lnTo>
                    <a:pt x="417"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8" name="Freeform 23"/>
            <p:cNvSpPr>
              <a:spLocks/>
            </p:cNvSpPr>
            <p:nvPr userDrawn="1"/>
          </p:nvSpPr>
          <p:spPr bwMode="auto">
            <a:xfrm>
              <a:off x="7730724" y="4924369"/>
              <a:ext cx="543617" cy="680232"/>
            </a:xfrm>
            <a:custGeom>
              <a:avLst/>
              <a:gdLst>
                <a:gd name="T0" fmla="*/ 522 w 573"/>
                <a:gd name="T1" fmla="*/ 0 h 717"/>
                <a:gd name="T2" fmla="*/ 540 w 573"/>
                <a:gd name="T3" fmla="*/ 1 h 717"/>
                <a:gd name="T4" fmla="*/ 557 w 573"/>
                <a:gd name="T5" fmla="*/ 10 h 717"/>
                <a:gd name="T6" fmla="*/ 568 w 573"/>
                <a:gd name="T7" fmla="*/ 24 h 717"/>
                <a:gd name="T8" fmla="*/ 573 w 573"/>
                <a:gd name="T9" fmla="*/ 40 h 717"/>
                <a:gd name="T10" fmla="*/ 571 w 573"/>
                <a:gd name="T11" fmla="*/ 57 h 717"/>
                <a:gd name="T12" fmla="*/ 562 w 573"/>
                <a:gd name="T13" fmla="*/ 75 h 717"/>
                <a:gd name="T14" fmla="*/ 81 w 573"/>
                <a:gd name="T15" fmla="*/ 700 h 717"/>
                <a:gd name="T16" fmla="*/ 67 w 573"/>
                <a:gd name="T17" fmla="*/ 712 h 717"/>
                <a:gd name="T18" fmla="*/ 51 w 573"/>
                <a:gd name="T19" fmla="*/ 717 h 717"/>
                <a:gd name="T20" fmla="*/ 32 w 573"/>
                <a:gd name="T21" fmla="*/ 715 h 717"/>
                <a:gd name="T22" fmla="*/ 16 w 573"/>
                <a:gd name="T23" fmla="*/ 707 h 717"/>
                <a:gd name="T24" fmla="*/ 5 w 573"/>
                <a:gd name="T25" fmla="*/ 693 h 717"/>
                <a:gd name="T26" fmla="*/ 0 w 573"/>
                <a:gd name="T27" fmla="*/ 675 h 717"/>
                <a:gd name="T28" fmla="*/ 2 w 573"/>
                <a:gd name="T29" fmla="*/ 658 h 717"/>
                <a:gd name="T30" fmla="*/ 11 w 573"/>
                <a:gd name="T31" fmla="*/ 642 h 717"/>
                <a:gd name="T32" fmla="*/ 491 w 573"/>
                <a:gd name="T33" fmla="*/ 15 h 717"/>
                <a:gd name="T34" fmla="*/ 506 w 573"/>
                <a:gd name="T35" fmla="*/ 3 h 717"/>
                <a:gd name="T36" fmla="*/ 522 w 573"/>
                <a:gd name="T37" fmla="*/ 0 h 7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73" h="717">
                  <a:moveTo>
                    <a:pt x="522" y="0"/>
                  </a:moveTo>
                  <a:lnTo>
                    <a:pt x="540" y="1"/>
                  </a:lnTo>
                  <a:lnTo>
                    <a:pt x="557" y="10"/>
                  </a:lnTo>
                  <a:lnTo>
                    <a:pt x="568" y="24"/>
                  </a:lnTo>
                  <a:lnTo>
                    <a:pt x="573" y="40"/>
                  </a:lnTo>
                  <a:lnTo>
                    <a:pt x="571" y="57"/>
                  </a:lnTo>
                  <a:lnTo>
                    <a:pt x="562" y="75"/>
                  </a:lnTo>
                  <a:lnTo>
                    <a:pt x="81" y="700"/>
                  </a:lnTo>
                  <a:lnTo>
                    <a:pt x="67" y="712"/>
                  </a:lnTo>
                  <a:lnTo>
                    <a:pt x="51" y="717"/>
                  </a:lnTo>
                  <a:lnTo>
                    <a:pt x="32" y="715"/>
                  </a:lnTo>
                  <a:lnTo>
                    <a:pt x="16" y="707"/>
                  </a:lnTo>
                  <a:lnTo>
                    <a:pt x="5" y="693"/>
                  </a:lnTo>
                  <a:lnTo>
                    <a:pt x="0" y="675"/>
                  </a:lnTo>
                  <a:lnTo>
                    <a:pt x="2" y="658"/>
                  </a:lnTo>
                  <a:lnTo>
                    <a:pt x="11" y="642"/>
                  </a:lnTo>
                  <a:lnTo>
                    <a:pt x="491" y="15"/>
                  </a:lnTo>
                  <a:lnTo>
                    <a:pt x="506" y="3"/>
                  </a:lnTo>
                  <a:lnTo>
                    <a:pt x="522"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grpSp>
      <p:sp>
        <p:nvSpPr>
          <p:cNvPr id="30" name="Text Placeholder 29"/>
          <p:cNvSpPr>
            <a:spLocks noGrp="1"/>
          </p:cNvSpPr>
          <p:nvPr>
            <p:ph type="body" sz="quarter" idx="13" hasCustomPrompt="1"/>
          </p:nvPr>
        </p:nvSpPr>
        <p:spPr>
          <a:xfrm>
            <a:off x="323135" y="1846263"/>
            <a:ext cx="8441453" cy="1241425"/>
          </a:xfrm>
        </p:spPr>
        <p:txBody>
          <a:bodyPr anchor="ctr" anchorCtr="0">
            <a:normAutofit/>
          </a:bodyPr>
          <a:lstStyle>
            <a:lvl1pPr marL="0" indent="0">
              <a:buNone/>
              <a:defRPr sz="4000" b="1">
                <a:solidFill>
                  <a:schemeClr val="bg1"/>
                </a:solidFill>
              </a:defRPr>
            </a:lvl1pPr>
          </a:lstStyle>
          <a:p>
            <a:pPr lvl="0"/>
            <a:r>
              <a:rPr lang="en-US" dirty="0"/>
              <a:t>CLICK TO ADD TEXT</a:t>
            </a:r>
          </a:p>
        </p:txBody>
      </p:sp>
    </p:spTree>
    <p:extLst>
      <p:ext uri="{BB962C8B-B14F-4D97-AF65-F5344CB8AC3E}">
        <p14:creationId xmlns:p14="http://schemas.microsoft.com/office/powerpoint/2010/main" val="14098916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decel="100000" fill="hold" nodeType="withEffect">
                                  <p:stCondLst>
                                    <p:cond delay="0"/>
                                  </p:stCondLst>
                                  <p:childTnLst>
                                    <p:set>
                                      <p:cBhvr>
                                        <p:cTn id="6" dur="1" fill="hold">
                                          <p:stCondLst>
                                            <p:cond delay="0"/>
                                          </p:stCondLst>
                                        </p:cTn>
                                        <p:tgtEl>
                                          <p:spTgt spid="53"/>
                                        </p:tgtEl>
                                        <p:attrNameLst>
                                          <p:attrName>style.visibility</p:attrName>
                                        </p:attrNameLst>
                                      </p:cBhvr>
                                      <p:to>
                                        <p:strVal val="visible"/>
                                      </p:to>
                                    </p:set>
                                    <p:anim calcmode="lin" valueType="num">
                                      <p:cBhvr additive="base">
                                        <p:cTn id="7" dur="750" fill="hold"/>
                                        <p:tgtEl>
                                          <p:spTgt spid="53"/>
                                        </p:tgtEl>
                                        <p:attrNameLst>
                                          <p:attrName>ppt_x</p:attrName>
                                        </p:attrNameLst>
                                      </p:cBhvr>
                                      <p:tavLst>
                                        <p:tav tm="0">
                                          <p:val>
                                            <p:strVal val="#ppt_x"/>
                                          </p:val>
                                        </p:tav>
                                        <p:tav tm="100000">
                                          <p:val>
                                            <p:strVal val="#ppt_x"/>
                                          </p:val>
                                        </p:tav>
                                      </p:tavLst>
                                    </p:anim>
                                    <p:anim calcmode="lin" valueType="num">
                                      <p:cBhvr additive="base">
                                        <p:cTn id="8" dur="750" fill="hold"/>
                                        <p:tgtEl>
                                          <p:spTgt spid="53"/>
                                        </p:tgtEl>
                                        <p:attrNameLst>
                                          <p:attrName>ppt_y</p:attrName>
                                        </p:attrNameLst>
                                      </p:cBhvr>
                                      <p:tavLst>
                                        <p:tav tm="0">
                                          <p:val>
                                            <p:strVal val="0-#ppt_h/2"/>
                                          </p:val>
                                        </p:tav>
                                        <p:tav tm="100000">
                                          <p:val>
                                            <p:strVal val="#ppt_y"/>
                                          </p:val>
                                        </p:tav>
                                      </p:tavLst>
                                    </p:anim>
                                  </p:childTnLst>
                                </p:cTn>
                              </p:par>
                              <p:par>
                                <p:cTn id="9" presetID="2" presetClass="entr" presetSubtype="8" decel="100000" fill="hold" nodeType="withEffect">
                                  <p:stCondLst>
                                    <p:cond delay="300"/>
                                  </p:stCondLst>
                                  <p:childTnLst>
                                    <p:set>
                                      <p:cBhvr>
                                        <p:cTn id="10" dur="1" fill="hold">
                                          <p:stCondLst>
                                            <p:cond delay="0"/>
                                          </p:stCondLst>
                                        </p:cTn>
                                        <p:tgtEl>
                                          <p:spTgt spid="54"/>
                                        </p:tgtEl>
                                        <p:attrNameLst>
                                          <p:attrName>style.visibility</p:attrName>
                                        </p:attrNameLst>
                                      </p:cBhvr>
                                      <p:to>
                                        <p:strVal val="visible"/>
                                      </p:to>
                                    </p:set>
                                    <p:anim calcmode="lin" valueType="num">
                                      <p:cBhvr additive="base">
                                        <p:cTn id="11" dur="750" fill="hold"/>
                                        <p:tgtEl>
                                          <p:spTgt spid="54"/>
                                        </p:tgtEl>
                                        <p:attrNameLst>
                                          <p:attrName>ppt_x</p:attrName>
                                        </p:attrNameLst>
                                      </p:cBhvr>
                                      <p:tavLst>
                                        <p:tav tm="0">
                                          <p:val>
                                            <p:strVal val="0-#ppt_w/2"/>
                                          </p:val>
                                        </p:tav>
                                        <p:tav tm="100000">
                                          <p:val>
                                            <p:strVal val="#ppt_x"/>
                                          </p:val>
                                        </p:tav>
                                      </p:tavLst>
                                    </p:anim>
                                    <p:anim calcmode="lin" valueType="num">
                                      <p:cBhvr additive="base">
                                        <p:cTn id="12" dur="750" fill="hold"/>
                                        <p:tgtEl>
                                          <p:spTgt spid="5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aseline="0">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3" name="Content Placeholder 2"/>
          <p:cNvSpPr>
            <a:spLocks noGrp="1"/>
          </p:cNvSpPr>
          <p:nvPr>
            <p:ph idx="1"/>
          </p:nvPr>
        </p:nvSpPr>
        <p:spPr/>
        <p:txBody>
          <a:bodyPr/>
          <a:lstStyle>
            <a:lvl1pPr>
              <a:defRPr baseline="0">
                <a:latin typeface="Arial" panose="020B0604020202020204" pitchFamily="34" charset="0"/>
                <a:cs typeface="Arial" panose="020B0604020202020204" pitchFamily="34" charset="0"/>
              </a:defRPr>
            </a:lvl1pPr>
            <a:lvl2pPr>
              <a:defRPr baseline="0">
                <a:latin typeface="Arial" panose="020B0604020202020204" pitchFamily="34" charset="0"/>
                <a:cs typeface="Arial" panose="020B0604020202020204" pitchFamily="34" charset="0"/>
              </a:defRPr>
            </a:lvl2pPr>
            <a:lvl3pPr>
              <a:defRPr baseline="0">
                <a:latin typeface="Arial" panose="020B0604020202020204" pitchFamily="34" charset="0"/>
                <a:cs typeface="Arial" panose="020B0604020202020204" pitchFamily="34" charset="0"/>
              </a:defRPr>
            </a:lvl3pPr>
            <a:lvl4pPr>
              <a:defRPr baseline="0">
                <a:latin typeface="Arial" panose="020B0604020202020204" pitchFamily="34" charset="0"/>
                <a:cs typeface="Arial" panose="020B0604020202020204" pitchFamily="34" charset="0"/>
              </a:defRPr>
            </a:lvl4pPr>
            <a:lvl5pPr>
              <a:defRPr baseline="0">
                <a:latin typeface="Arial" panose="020B0604020202020204" pitchFamily="34" charset="0"/>
                <a:cs typeface="Arial" panose="020B0604020202020204"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5"/>
          <p:cNvSpPr>
            <a:spLocks noGrp="1"/>
          </p:cNvSpPr>
          <p:nvPr>
            <p:ph type="sldNum" sz="quarter" idx="12"/>
          </p:nvPr>
        </p:nvSpPr>
        <p:spPr/>
        <p:txBody>
          <a:bodyPr/>
          <a:lstStyle>
            <a:lvl1pPr>
              <a:defRPr b="0">
                <a:latin typeface="Arial" panose="020B0604020202020204" pitchFamily="34" charset="0"/>
                <a:cs typeface="Arial" panose="020B0604020202020204" pitchFamily="34" charset="0"/>
              </a:defRPr>
            </a:lvl1pPr>
          </a:lstStyle>
          <a:p>
            <a:fld id="{F6728BC2-ACA3-447C-A909-F3F49211C066}" type="slidenum">
              <a:rPr lang="en-US" smtClean="0"/>
              <a:pPr/>
              <a:t>‹#›</a:t>
            </a:fld>
            <a:endParaRPr lang="en-US" dirty="0"/>
          </a:p>
        </p:txBody>
      </p:sp>
    </p:spTree>
    <p:extLst>
      <p:ext uri="{BB962C8B-B14F-4D97-AF65-F5344CB8AC3E}">
        <p14:creationId xmlns:p14="http://schemas.microsoft.com/office/powerpoint/2010/main" val="38207022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aseline="0">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3" name="Content Placeholder 2"/>
          <p:cNvSpPr>
            <a:spLocks noGrp="1"/>
          </p:cNvSpPr>
          <p:nvPr>
            <p:ph idx="1"/>
          </p:nvPr>
        </p:nvSpPr>
        <p:spPr>
          <a:xfrm>
            <a:off x="380010" y="1481446"/>
            <a:ext cx="4009110" cy="4525963"/>
          </a:xfrm>
        </p:spPr>
        <p:txBody>
          <a:bodyPr/>
          <a:lstStyle>
            <a:lvl1pPr>
              <a:defRPr baseline="0">
                <a:latin typeface="Arial" panose="020B0604020202020204" pitchFamily="34" charset="0"/>
                <a:cs typeface="Arial" panose="020B0604020202020204" pitchFamily="34" charset="0"/>
              </a:defRPr>
            </a:lvl1pPr>
            <a:lvl2pPr>
              <a:defRPr baseline="0">
                <a:latin typeface="Arial" panose="020B0604020202020204" pitchFamily="34" charset="0"/>
                <a:cs typeface="Arial" panose="020B0604020202020204" pitchFamily="34" charset="0"/>
              </a:defRPr>
            </a:lvl2pPr>
            <a:lvl3pPr>
              <a:defRPr baseline="0">
                <a:latin typeface="Arial" panose="020B0604020202020204" pitchFamily="34" charset="0"/>
                <a:cs typeface="Arial" panose="020B0604020202020204" pitchFamily="34" charset="0"/>
              </a:defRPr>
            </a:lvl3pPr>
            <a:lvl4pPr>
              <a:defRPr baseline="0">
                <a:latin typeface="Arial" panose="020B0604020202020204" pitchFamily="34" charset="0"/>
                <a:cs typeface="Arial" panose="020B0604020202020204" pitchFamily="34" charset="0"/>
              </a:defRPr>
            </a:lvl4pPr>
            <a:lvl5pPr>
              <a:defRPr baseline="0">
                <a:latin typeface="Arial" panose="020B0604020202020204" pitchFamily="34" charset="0"/>
                <a:cs typeface="Arial" panose="020B0604020202020204"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5"/>
          <p:cNvSpPr>
            <a:spLocks noGrp="1"/>
          </p:cNvSpPr>
          <p:nvPr>
            <p:ph type="sldNum" sz="quarter" idx="12"/>
          </p:nvPr>
        </p:nvSpPr>
        <p:spPr/>
        <p:txBody>
          <a:bodyPr/>
          <a:lstStyle>
            <a:lvl1pPr>
              <a:defRPr b="1">
                <a:latin typeface="Arial" panose="020B0604020202020204" pitchFamily="34" charset="0"/>
                <a:cs typeface="Arial" panose="020B0604020202020204" pitchFamily="34" charset="0"/>
              </a:defRPr>
            </a:lvl1pPr>
          </a:lstStyle>
          <a:p>
            <a:fld id="{F6728BC2-ACA3-447C-A909-F3F49211C066}" type="slidenum">
              <a:rPr lang="en-US" smtClean="0"/>
              <a:pPr/>
              <a:t>‹#›</a:t>
            </a:fld>
            <a:endParaRPr lang="en-US" dirty="0"/>
          </a:p>
        </p:txBody>
      </p:sp>
      <p:sp>
        <p:nvSpPr>
          <p:cNvPr id="7" name="Content Placeholder 2"/>
          <p:cNvSpPr>
            <a:spLocks noGrp="1"/>
          </p:cNvSpPr>
          <p:nvPr>
            <p:ph idx="13"/>
          </p:nvPr>
        </p:nvSpPr>
        <p:spPr>
          <a:xfrm>
            <a:off x="4644440" y="1481446"/>
            <a:ext cx="4009110" cy="4525963"/>
          </a:xfrm>
        </p:spPr>
        <p:txBody>
          <a:bodyPr/>
          <a:lstStyle>
            <a:lvl1pPr>
              <a:defRPr baseline="0">
                <a:latin typeface="Arial" panose="020B0604020202020204" pitchFamily="34" charset="0"/>
                <a:cs typeface="Arial" panose="020B0604020202020204" pitchFamily="34" charset="0"/>
              </a:defRPr>
            </a:lvl1pPr>
            <a:lvl2pPr>
              <a:defRPr baseline="0">
                <a:latin typeface="Arial" panose="020B0604020202020204" pitchFamily="34" charset="0"/>
                <a:cs typeface="Arial" panose="020B0604020202020204" pitchFamily="34" charset="0"/>
              </a:defRPr>
            </a:lvl2pPr>
            <a:lvl3pPr>
              <a:defRPr baseline="0">
                <a:latin typeface="Arial" panose="020B0604020202020204" pitchFamily="34" charset="0"/>
                <a:cs typeface="Arial" panose="020B0604020202020204" pitchFamily="34" charset="0"/>
              </a:defRPr>
            </a:lvl3pPr>
            <a:lvl4pPr>
              <a:defRPr baseline="0">
                <a:latin typeface="Arial" panose="020B0604020202020204" pitchFamily="34" charset="0"/>
                <a:cs typeface="Arial" panose="020B0604020202020204" pitchFamily="34" charset="0"/>
              </a:defRPr>
            </a:lvl4pPr>
            <a:lvl5pPr>
              <a:defRPr baseline="0">
                <a:latin typeface="Arial" panose="020B0604020202020204" pitchFamily="34" charset="0"/>
                <a:cs typeface="Arial" panose="020B0604020202020204"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9372272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aseline="0">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6" name="Slide Number Placeholder 5"/>
          <p:cNvSpPr>
            <a:spLocks noGrp="1"/>
          </p:cNvSpPr>
          <p:nvPr>
            <p:ph type="sldNum" sz="quarter" idx="12"/>
          </p:nvPr>
        </p:nvSpPr>
        <p:spPr/>
        <p:txBody>
          <a:bodyPr/>
          <a:lstStyle>
            <a:lvl1pPr>
              <a:defRPr b="0">
                <a:latin typeface="Arial" panose="020B0604020202020204" pitchFamily="34" charset="0"/>
                <a:cs typeface="Arial" panose="020B0604020202020204" pitchFamily="34" charset="0"/>
              </a:defRPr>
            </a:lvl1pPr>
          </a:lstStyle>
          <a:p>
            <a:fld id="{F6728BC2-ACA3-447C-A909-F3F49211C066}" type="slidenum">
              <a:rPr lang="en-US" smtClean="0"/>
              <a:pPr/>
              <a:t>‹#›</a:t>
            </a:fld>
            <a:endParaRPr lang="en-US" dirty="0"/>
          </a:p>
        </p:txBody>
      </p:sp>
      <p:sp>
        <p:nvSpPr>
          <p:cNvPr id="8" name="Content Placeholder 5"/>
          <p:cNvSpPr>
            <a:spLocks noGrp="1"/>
          </p:cNvSpPr>
          <p:nvPr>
            <p:ph sz="quarter" idx="16" hasCustomPrompt="1"/>
          </p:nvPr>
        </p:nvSpPr>
        <p:spPr>
          <a:xfrm>
            <a:off x="4708408" y="1538839"/>
            <a:ext cx="4107743" cy="2416827"/>
          </a:xfrm>
        </p:spPr>
        <p:txBody>
          <a:bodyPr/>
          <a:lstStyle>
            <a:lvl1pPr marL="176213" indent="-176213" algn="l">
              <a:buClr>
                <a:schemeClr val="accent1"/>
              </a:buClr>
              <a:defRPr sz="2000"/>
            </a:lvl1pPr>
            <a:lvl2pPr marL="396875" indent="-223838" algn="l" defTabSz="452438">
              <a:defRPr sz="1800"/>
            </a:lvl2pPr>
            <a:lvl3pPr algn="l">
              <a:defRPr sz="1600"/>
            </a:lvl3pPr>
            <a:lvl4pPr algn="l">
              <a:defRPr sz="1400"/>
            </a:lvl4pPr>
            <a:lvl5pPr algn="l">
              <a:defRPr sz="1200"/>
            </a:lvl5pPr>
          </a:lstStyle>
          <a:p>
            <a:pPr lvl="0"/>
            <a:r>
              <a:rPr lang="en-US" dirty="0"/>
              <a:t>Click to edit Master text styles</a:t>
            </a:r>
          </a:p>
          <a:p>
            <a:pPr lvl="1"/>
            <a:r>
              <a:rPr lang="en-US" dirty="0"/>
              <a:t>Second level</a:t>
            </a:r>
          </a:p>
        </p:txBody>
      </p:sp>
      <p:sp>
        <p:nvSpPr>
          <p:cNvPr id="9" name="Content Placeholder 5"/>
          <p:cNvSpPr>
            <a:spLocks noGrp="1"/>
          </p:cNvSpPr>
          <p:nvPr>
            <p:ph sz="quarter" idx="17"/>
          </p:nvPr>
        </p:nvSpPr>
        <p:spPr>
          <a:xfrm>
            <a:off x="351116" y="1540358"/>
            <a:ext cx="4113904" cy="2415307"/>
          </a:xfrm>
        </p:spPr>
        <p:txBody>
          <a:bodyPr/>
          <a:lstStyle>
            <a:lvl1pPr marL="176213" indent="-176213" algn="l">
              <a:buClr>
                <a:schemeClr val="accent1"/>
              </a:buClr>
              <a:buFont typeface="Arial" panose="020B0604020202020204" pitchFamily="34" charset="0"/>
              <a:buChar char="•"/>
              <a:defRPr sz="2000"/>
            </a:lvl1pPr>
            <a:lvl2pPr marL="396875" indent="-223838" algn="l" defTabSz="452438">
              <a:buClr>
                <a:schemeClr val="accent1"/>
              </a:buClr>
              <a:defRPr sz="1800"/>
            </a:lvl2pPr>
            <a:lvl3pPr algn="l">
              <a:defRPr sz="1600"/>
            </a:lvl3pPr>
            <a:lvl4pPr algn="l">
              <a:defRPr sz="1400"/>
            </a:lvl4pPr>
            <a:lvl5pPr algn="l">
              <a:defRPr sz="1200"/>
            </a:lvl5pPr>
          </a:lstStyle>
          <a:p>
            <a:pPr lvl="0"/>
            <a:r>
              <a:rPr lang="en-US"/>
              <a:t>Edit Master text styles</a:t>
            </a:r>
          </a:p>
          <a:p>
            <a:pPr lvl="1"/>
            <a:r>
              <a:rPr lang="en-US"/>
              <a:t>Second level</a:t>
            </a:r>
          </a:p>
        </p:txBody>
      </p:sp>
      <p:sp>
        <p:nvSpPr>
          <p:cNvPr id="12" name="Content Placeholder 5"/>
          <p:cNvSpPr>
            <a:spLocks noGrp="1"/>
          </p:cNvSpPr>
          <p:nvPr>
            <p:ph sz="quarter" idx="18" hasCustomPrompt="1"/>
          </p:nvPr>
        </p:nvSpPr>
        <p:spPr>
          <a:xfrm>
            <a:off x="4708408" y="4099159"/>
            <a:ext cx="4107743" cy="2416827"/>
          </a:xfrm>
        </p:spPr>
        <p:txBody>
          <a:bodyPr/>
          <a:lstStyle>
            <a:lvl1pPr marL="176213" indent="-176213" algn="l">
              <a:buClr>
                <a:schemeClr val="accent1"/>
              </a:buClr>
              <a:defRPr sz="2000"/>
            </a:lvl1pPr>
            <a:lvl2pPr marL="396875" indent="-223838" algn="l" defTabSz="452438">
              <a:defRPr sz="1800"/>
            </a:lvl2pPr>
            <a:lvl3pPr algn="l">
              <a:defRPr sz="1600"/>
            </a:lvl3pPr>
            <a:lvl4pPr algn="l">
              <a:defRPr sz="1400"/>
            </a:lvl4pPr>
            <a:lvl5pPr algn="l">
              <a:defRPr sz="1200"/>
            </a:lvl5pPr>
          </a:lstStyle>
          <a:p>
            <a:pPr lvl="0"/>
            <a:r>
              <a:rPr lang="en-US" dirty="0"/>
              <a:t>Click to edit Master text styles</a:t>
            </a:r>
          </a:p>
          <a:p>
            <a:pPr lvl="1"/>
            <a:r>
              <a:rPr lang="en-US" dirty="0"/>
              <a:t>Second level</a:t>
            </a:r>
          </a:p>
        </p:txBody>
      </p:sp>
      <p:sp>
        <p:nvSpPr>
          <p:cNvPr id="13" name="Content Placeholder 5"/>
          <p:cNvSpPr>
            <a:spLocks noGrp="1"/>
          </p:cNvSpPr>
          <p:nvPr>
            <p:ph sz="quarter" idx="19"/>
          </p:nvPr>
        </p:nvSpPr>
        <p:spPr>
          <a:xfrm>
            <a:off x="351116" y="4100678"/>
            <a:ext cx="4113904" cy="2415307"/>
          </a:xfrm>
        </p:spPr>
        <p:txBody>
          <a:bodyPr/>
          <a:lstStyle>
            <a:lvl1pPr marL="176213" indent="-176213" algn="l">
              <a:buClr>
                <a:schemeClr val="accent1"/>
              </a:buClr>
              <a:buFont typeface="Arial" panose="020B0604020202020204" pitchFamily="34" charset="0"/>
              <a:buChar char="•"/>
              <a:defRPr sz="2000"/>
            </a:lvl1pPr>
            <a:lvl2pPr marL="396875" indent="-223838" algn="l" defTabSz="452438">
              <a:buClr>
                <a:schemeClr val="accent1"/>
              </a:buClr>
              <a:defRPr sz="1800"/>
            </a:lvl2pPr>
            <a:lvl3pPr algn="l">
              <a:defRPr sz="1600"/>
            </a:lvl3pPr>
            <a:lvl4pPr algn="l">
              <a:defRPr sz="1400"/>
            </a:lvl4pPr>
            <a:lvl5pPr algn="l">
              <a:defRPr sz="1200"/>
            </a:lvl5pPr>
          </a:lstStyle>
          <a:p>
            <a:pPr lvl="0"/>
            <a:r>
              <a:rPr lang="en-US"/>
              <a:t>Edit Master text styles</a:t>
            </a:r>
          </a:p>
          <a:p>
            <a:pPr lvl="1"/>
            <a:r>
              <a:rPr lang="en-US"/>
              <a:t>Second level</a:t>
            </a:r>
          </a:p>
        </p:txBody>
      </p:sp>
    </p:spTree>
    <p:extLst>
      <p:ext uri="{BB962C8B-B14F-4D97-AF65-F5344CB8AC3E}">
        <p14:creationId xmlns:p14="http://schemas.microsoft.com/office/powerpoint/2010/main" val="13526771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Title Only">
    <p:spTree>
      <p:nvGrpSpPr>
        <p:cNvPr id="1" name=""/>
        <p:cNvGrpSpPr/>
        <p:nvPr/>
      </p:nvGrpSpPr>
      <p:grpSpPr>
        <a:xfrm>
          <a:off x="0" y="0"/>
          <a:ext cx="0" cy="0"/>
          <a:chOff x="0" y="0"/>
          <a:chExt cx="0" cy="0"/>
        </a:xfrm>
      </p:grpSpPr>
      <p:pic>
        <p:nvPicPr>
          <p:cNvPr id="24" name="Picture 23"/>
          <p:cNvPicPr>
            <a:picLocks noChangeAspect="1"/>
          </p:cNvPicPr>
          <p:nvPr userDrawn="1"/>
        </p:nvPicPr>
        <p:blipFill rotWithShape="1">
          <a:blip r:embed="rId2" cstate="print">
            <a:extLst>
              <a:ext uri="{28A0092B-C50C-407E-A947-70E740481C1C}">
                <a14:useLocalDpi xmlns:a14="http://schemas.microsoft.com/office/drawing/2010/main" val="0"/>
              </a:ext>
            </a:extLst>
          </a:blip>
          <a:srcRect t="91557" b="649"/>
          <a:stretch/>
        </p:blipFill>
        <p:spPr>
          <a:xfrm>
            <a:off x="-1" y="6259484"/>
            <a:ext cx="9144002" cy="598516"/>
          </a:xfrm>
          <a:prstGeom prst="rect">
            <a:avLst/>
          </a:prstGeom>
        </p:spPr>
      </p:pic>
      <p:sp>
        <p:nvSpPr>
          <p:cNvPr id="5" name="Slide Number Placeholder 4"/>
          <p:cNvSpPr>
            <a:spLocks noGrp="1"/>
          </p:cNvSpPr>
          <p:nvPr>
            <p:ph type="sldNum" sz="quarter" idx="12"/>
          </p:nvPr>
        </p:nvSpPr>
        <p:spPr/>
        <p:txBody>
          <a:bodyPr/>
          <a:lstStyle>
            <a:lvl1pPr>
              <a:defRPr>
                <a:latin typeface="Arial" panose="020B0604020202020204" pitchFamily="34" charset="0"/>
                <a:cs typeface="Arial" panose="020B0604020202020204" pitchFamily="34" charset="0"/>
              </a:defRPr>
            </a:lvl1pPr>
          </a:lstStyle>
          <a:p>
            <a:fld id="{F6728BC2-ACA3-447C-A909-F3F49211C066}" type="slidenum">
              <a:rPr lang="en-US" smtClean="0"/>
              <a:pPr/>
              <a:t>‹#›</a:t>
            </a:fld>
            <a:endParaRPr lang="en-US" dirty="0"/>
          </a:p>
        </p:txBody>
      </p:sp>
      <p:sp>
        <p:nvSpPr>
          <p:cNvPr id="46" name="Content Placeholder 45"/>
          <p:cNvSpPr>
            <a:spLocks noGrp="1"/>
          </p:cNvSpPr>
          <p:nvPr>
            <p:ph sz="quarter" idx="13"/>
          </p:nvPr>
        </p:nvSpPr>
        <p:spPr>
          <a:xfrm>
            <a:off x="157163" y="133350"/>
            <a:ext cx="8826500" cy="5951538"/>
          </a:xfrm>
        </p:spPr>
        <p:txBody>
          <a:bodyPr/>
          <a:lstStyle>
            <a:lvl1pPr marL="0" indent="0">
              <a:buNone/>
              <a:defRPr/>
            </a:lvl1pPr>
          </a:lstStyle>
          <a:p>
            <a:pPr lvl="0"/>
            <a:r>
              <a:rPr lang="en-US"/>
              <a:t>Edit Master text styles</a:t>
            </a:r>
          </a:p>
        </p:txBody>
      </p:sp>
    </p:spTree>
    <p:extLst>
      <p:ext uri="{BB962C8B-B14F-4D97-AF65-F5344CB8AC3E}">
        <p14:creationId xmlns:p14="http://schemas.microsoft.com/office/powerpoint/2010/main" val="16268102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only - white">
    <p:spTree>
      <p:nvGrpSpPr>
        <p:cNvPr id="1" name=""/>
        <p:cNvGrpSpPr/>
        <p:nvPr/>
      </p:nvGrpSpPr>
      <p:grpSpPr>
        <a:xfrm>
          <a:off x="0" y="0"/>
          <a:ext cx="0" cy="0"/>
          <a:chOff x="0" y="0"/>
          <a:chExt cx="0" cy="0"/>
        </a:xfrm>
      </p:grpSpPr>
      <p:sp>
        <p:nvSpPr>
          <p:cNvPr id="4" name="Rectangle 3"/>
          <p:cNvSpPr/>
          <p:nvPr userDrawn="1"/>
        </p:nvSpPr>
        <p:spPr>
          <a:xfrm>
            <a:off x="0" y="0"/>
            <a:ext cx="9144000" cy="1219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p:txBody>
          <a:bodyPr/>
          <a:lstStyle>
            <a:lvl1pPr>
              <a:defRPr baseline="0">
                <a:solidFill>
                  <a:schemeClr val="accent3"/>
                </a:solidFill>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6" name="Slide Number Placeholder 5"/>
          <p:cNvSpPr>
            <a:spLocks noGrp="1"/>
          </p:cNvSpPr>
          <p:nvPr>
            <p:ph type="sldNum" sz="quarter" idx="12"/>
          </p:nvPr>
        </p:nvSpPr>
        <p:spPr/>
        <p:txBody>
          <a:bodyPr/>
          <a:lstStyle>
            <a:lvl1pPr>
              <a:defRPr b="0">
                <a:latin typeface="Arial" panose="020B0604020202020204" pitchFamily="34" charset="0"/>
                <a:cs typeface="Arial" panose="020B0604020202020204" pitchFamily="34" charset="0"/>
              </a:defRPr>
            </a:lvl1pPr>
          </a:lstStyle>
          <a:p>
            <a:fld id="{F6728BC2-ACA3-447C-A909-F3F49211C066}" type="slidenum">
              <a:rPr lang="en-US" smtClean="0"/>
              <a:pPr/>
              <a:t>‹#›</a:t>
            </a:fld>
            <a:endParaRPr lang="en-US" dirty="0"/>
          </a:p>
        </p:txBody>
      </p:sp>
      <p:grpSp>
        <p:nvGrpSpPr>
          <p:cNvPr id="7" name="Group 6"/>
          <p:cNvGrpSpPr/>
          <p:nvPr userDrawn="1"/>
        </p:nvGrpSpPr>
        <p:grpSpPr>
          <a:xfrm>
            <a:off x="7264458" y="365740"/>
            <a:ext cx="1553307" cy="487719"/>
            <a:chOff x="7264458" y="365740"/>
            <a:chExt cx="1553307" cy="487719"/>
          </a:xfrm>
        </p:grpSpPr>
        <p:sp>
          <p:nvSpPr>
            <p:cNvPr id="8" name="Freeform 6"/>
            <p:cNvSpPr>
              <a:spLocks noEditPoints="1"/>
            </p:cNvSpPr>
            <p:nvPr userDrawn="1"/>
          </p:nvSpPr>
          <p:spPr bwMode="auto">
            <a:xfrm>
              <a:off x="7264458" y="705011"/>
              <a:ext cx="148988" cy="144669"/>
            </a:xfrm>
            <a:custGeom>
              <a:avLst/>
              <a:gdLst>
                <a:gd name="T0" fmla="*/ 98 w 552"/>
                <a:gd name="T1" fmla="*/ 79 h 536"/>
                <a:gd name="T2" fmla="*/ 98 w 552"/>
                <a:gd name="T3" fmla="*/ 241 h 536"/>
                <a:gd name="T4" fmla="*/ 307 w 552"/>
                <a:gd name="T5" fmla="*/ 241 h 536"/>
                <a:gd name="T6" fmla="*/ 342 w 552"/>
                <a:gd name="T7" fmla="*/ 241 h 536"/>
                <a:gd name="T8" fmla="*/ 374 w 552"/>
                <a:gd name="T9" fmla="*/ 238 h 536"/>
                <a:gd name="T10" fmla="*/ 398 w 552"/>
                <a:gd name="T11" fmla="*/ 231 h 536"/>
                <a:gd name="T12" fmla="*/ 417 w 552"/>
                <a:gd name="T13" fmla="*/ 222 h 536"/>
                <a:gd name="T14" fmla="*/ 431 w 552"/>
                <a:gd name="T15" fmla="*/ 206 h 536"/>
                <a:gd name="T16" fmla="*/ 440 w 552"/>
                <a:gd name="T17" fmla="*/ 187 h 536"/>
                <a:gd name="T18" fmla="*/ 443 w 552"/>
                <a:gd name="T19" fmla="*/ 161 h 536"/>
                <a:gd name="T20" fmla="*/ 440 w 552"/>
                <a:gd name="T21" fmla="*/ 135 h 536"/>
                <a:gd name="T22" fmla="*/ 431 w 552"/>
                <a:gd name="T23" fmla="*/ 114 h 536"/>
                <a:gd name="T24" fmla="*/ 417 w 552"/>
                <a:gd name="T25" fmla="*/ 100 h 536"/>
                <a:gd name="T26" fmla="*/ 398 w 552"/>
                <a:gd name="T27" fmla="*/ 89 h 536"/>
                <a:gd name="T28" fmla="*/ 374 w 552"/>
                <a:gd name="T29" fmla="*/ 84 h 536"/>
                <a:gd name="T30" fmla="*/ 342 w 552"/>
                <a:gd name="T31" fmla="*/ 80 h 536"/>
                <a:gd name="T32" fmla="*/ 307 w 552"/>
                <a:gd name="T33" fmla="*/ 79 h 536"/>
                <a:gd name="T34" fmla="*/ 98 w 552"/>
                <a:gd name="T35" fmla="*/ 79 h 536"/>
                <a:gd name="T36" fmla="*/ 0 w 552"/>
                <a:gd name="T37" fmla="*/ 0 h 536"/>
                <a:gd name="T38" fmla="*/ 323 w 552"/>
                <a:gd name="T39" fmla="*/ 0 h 536"/>
                <a:gd name="T40" fmla="*/ 377 w 552"/>
                <a:gd name="T41" fmla="*/ 2 h 536"/>
                <a:gd name="T42" fmla="*/ 422 w 552"/>
                <a:gd name="T43" fmla="*/ 9 h 536"/>
                <a:gd name="T44" fmla="*/ 461 w 552"/>
                <a:gd name="T45" fmla="*/ 19 h 536"/>
                <a:gd name="T46" fmla="*/ 490 w 552"/>
                <a:gd name="T47" fmla="*/ 37 h 536"/>
                <a:gd name="T48" fmla="*/ 513 w 552"/>
                <a:gd name="T49" fmla="*/ 58 h 536"/>
                <a:gd name="T50" fmla="*/ 529 w 552"/>
                <a:gd name="T51" fmla="*/ 86 h 536"/>
                <a:gd name="T52" fmla="*/ 538 w 552"/>
                <a:gd name="T53" fmla="*/ 119 h 536"/>
                <a:gd name="T54" fmla="*/ 541 w 552"/>
                <a:gd name="T55" fmla="*/ 157 h 536"/>
                <a:gd name="T56" fmla="*/ 538 w 552"/>
                <a:gd name="T57" fmla="*/ 194 h 536"/>
                <a:gd name="T58" fmla="*/ 529 w 552"/>
                <a:gd name="T59" fmla="*/ 225 h 536"/>
                <a:gd name="T60" fmla="*/ 513 w 552"/>
                <a:gd name="T61" fmla="*/ 252 h 536"/>
                <a:gd name="T62" fmla="*/ 494 w 552"/>
                <a:gd name="T63" fmla="*/ 272 h 536"/>
                <a:gd name="T64" fmla="*/ 473 w 552"/>
                <a:gd name="T65" fmla="*/ 290 h 536"/>
                <a:gd name="T66" fmla="*/ 447 w 552"/>
                <a:gd name="T67" fmla="*/ 302 h 536"/>
                <a:gd name="T68" fmla="*/ 421 w 552"/>
                <a:gd name="T69" fmla="*/ 311 h 536"/>
                <a:gd name="T70" fmla="*/ 393 w 552"/>
                <a:gd name="T71" fmla="*/ 314 h 536"/>
                <a:gd name="T72" fmla="*/ 384 w 552"/>
                <a:gd name="T73" fmla="*/ 314 h 536"/>
                <a:gd name="T74" fmla="*/ 552 w 552"/>
                <a:gd name="T75" fmla="*/ 536 h 536"/>
                <a:gd name="T76" fmla="*/ 431 w 552"/>
                <a:gd name="T77" fmla="*/ 536 h 536"/>
                <a:gd name="T78" fmla="*/ 274 w 552"/>
                <a:gd name="T79" fmla="*/ 323 h 536"/>
                <a:gd name="T80" fmla="*/ 274 w 552"/>
                <a:gd name="T81" fmla="*/ 321 h 536"/>
                <a:gd name="T82" fmla="*/ 98 w 552"/>
                <a:gd name="T83" fmla="*/ 321 h 536"/>
                <a:gd name="T84" fmla="*/ 98 w 552"/>
                <a:gd name="T85" fmla="*/ 536 h 536"/>
                <a:gd name="T86" fmla="*/ 0 w 552"/>
                <a:gd name="T87" fmla="*/ 536 h 536"/>
                <a:gd name="T88" fmla="*/ 0 w 552"/>
                <a:gd name="T8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52" h="536">
                  <a:moveTo>
                    <a:pt x="98" y="79"/>
                  </a:moveTo>
                  <a:lnTo>
                    <a:pt x="98" y="241"/>
                  </a:lnTo>
                  <a:lnTo>
                    <a:pt x="307" y="241"/>
                  </a:lnTo>
                  <a:lnTo>
                    <a:pt x="342" y="241"/>
                  </a:lnTo>
                  <a:lnTo>
                    <a:pt x="374" y="238"/>
                  </a:lnTo>
                  <a:lnTo>
                    <a:pt x="398" y="231"/>
                  </a:lnTo>
                  <a:lnTo>
                    <a:pt x="417" y="222"/>
                  </a:lnTo>
                  <a:lnTo>
                    <a:pt x="431" y="206"/>
                  </a:lnTo>
                  <a:lnTo>
                    <a:pt x="440" y="187"/>
                  </a:lnTo>
                  <a:lnTo>
                    <a:pt x="443" y="161"/>
                  </a:lnTo>
                  <a:lnTo>
                    <a:pt x="440" y="135"/>
                  </a:lnTo>
                  <a:lnTo>
                    <a:pt x="431" y="114"/>
                  </a:lnTo>
                  <a:lnTo>
                    <a:pt x="417" y="100"/>
                  </a:lnTo>
                  <a:lnTo>
                    <a:pt x="398" y="89"/>
                  </a:lnTo>
                  <a:lnTo>
                    <a:pt x="374" y="84"/>
                  </a:lnTo>
                  <a:lnTo>
                    <a:pt x="342" y="80"/>
                  </a:lnTo>
                  <a:lnTo>
                    <a:pt x="307" y="79"/>
                  </a:lnTo>
                  <a:lnTo>
                    <a:pt x="98" y="79"/>
                  </a:lnTo>
                  <a:close/>
                  <a:moveTo>
                    <a:pt x="0" y="0"/>
                  </a:moveTo>
                  <a:lnTo>
                    <a:pt x="323" y="0"/>
                  </a:lnTo>
                  <a:lnTo>
                    <a:pt x="377" y="2"/>
                  </a:lnTo>
                  <a:lnTo>
                    <a:pt x="422" y="9"/>
                  </a:lnTo>
                  <a:lnTo>
                    <a:pt x="461" y="19"/>
                  </a:lnTo>
                  <a:lnTo>
                    <a:pt x="490" y="37"/>
                  </a:lnTo>
                  <a:lnTo>
                    <a:pt x="513" y="58"/>
                  </a:lnTo>
                  <a:lnTo>
                    <a:pt x="529" y="86"/>
                  </a:lnTo>
                  <a:lnTo>
                    <a:pt x="538" y="119"/>
                  </a:lnTo>
                  <a:lnTo>
                    <a:pt x="541" y="157"/>
                  </a:lnTo>
                  <a:lnTo>
                    <a:pt x="538" y="194"/>
                  </a:lnTo>
                  <a:lnTo>
                    <a:pt x="529" y="225"/>
                  </a:lnTo>
                  <a:lnTo>
                    <a:pt x="513" y="252"/>
                  </a:lnTo>
                  <a:lnTo>
                    <a:pt x="494" y="272"/>
                  </a:lnTo>
                  <a:lnTo>
                    <a:pt x="473" y="290"/>
                  </a:lnTo>
                  <a:lnTo>
                    <a:pt x="447" y="302"/>
                  </a:lnTo>
                  <a:lnTo>
                    <a:pt x="421" y="311"/>
                  </a:lnTo>
                  <a:lnTo>
                    <a:pt x="393" y="314"/>
                  </a:lnTo>
                  <a:lnTo>
                    <a:pt x="384" y="314"/>
                  </a:lnTo>
                  <a:lnTo>
                    <a:pt x="552" y="536"/>
                  </a:lnTo>
                  <a:lnTo>
                    <a:pt x="431" y="536"/>
                  </a:lnTo>
                  <a:lnTo>
                    <a:pt x="274" y="323"/>
                  </a:lnTo>
                  <a:lnTo>
                    <a:pt x="274" y="321"/>
                  </a:lnTo>
                  <a:lnTo>
                    <a:pt x="98" y="321"/>
                  </a:lnTo>
                  <a:lnTo>
                    <a:pt x="98" y="536"/>
                  </a:lnTo>
                  <a:lnTo>
                    <a:pt x="0" y="536"/>
                  </a:lnTo>
                  <a:lnTo>
                    <a:pt x="0"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9" name="Freeform 7"/>
            <p:cNvSpPr>
              <a:spLocks/>
            </p:cNvSpPr>
            <p:nvPr userDrawn="1"/>
          </p:nvSpPr>
          <p:spPr bwMode="auto">
            <a:xfrm>
              <a:off x="7450153" y="705011"/>
              <a:ext cx="131714" cy="144669"/>
            </a:xfrm>
            <a:custGeom>
              <a:avLst/>
              <a:gdLst>
                <a:gd name="T0" fmla="*/ 0 w 488"/>
                <a:gd name="T1" fmla="*/ 0 h 536"/>
                <a:gd name="T2" fmla="*/ 440 w 488"/>
                <a:gd name="T3" fmla="*/ 0 h 536"/>
                <a:gd name="T4" fmla="*/ 455 w 488"/>
                <a:gd name="T5" fmla="*/ 2 h 536"/>
                <a:gd name="T6" fmla="*/ 467 w 488"/>
                <a:gd name="T7" fmla="*/ 12 h 536"/>
                <a:gd name="T8" fmla="*/ 476 w 488"/>
                <a:gd name="T9" fmla="*/ 25 h 536"/>
                <a:gd name="T10" fmla="*/ 480 w 488"/>
                <a:gd name="T11" fmla="*/ 40 h 536"/>
                <a:gd name="T12" fmla="*/ 476 w 488"/>
                <a:gd name="T13" fmla="*/ 56 h 536"/>
                <a:gd name="T14" fmla="*/ 467 w 488"/>
                <a:gd name="T15" fmla="*/ 70 h 536"/>
                <a:gd name="T16" fmla="*/ 455 w 488"/>
                <a:gd name="T17" fmla="*/ 79 h 536"/>
                <a:gd name="T18" fmla="*/ 440 w 488"/>
                <a:gd name="T19" fmla="*/ 82 h 536"/>
                <a:gd name="T20" fmla="*/ 97 w 488"/>
                <a:gd name="T21" fmla="*/ 82 h 536"/>
                <a:gd name="T22" fmla="*/ 97 w 488"/>
                <a:gd name="T23" fmla="*/ 218 h 536"/>
                <a:gd name="T24" fmla="*/ 354 w 488"/>
                <a:gd name="T25" fmla="*/ 218 h 536"/>
                <a:gd name="T26" fmla="*/ 370 w 488"/>
                <a:gd name="T27" fmla="*/ 222 h 536"/>
                <a:gd name="T28" fmla="*/ 384 w 488"/>
                <a:gd name="T29" fmla="*/ 231 h 536"/>
                <a:gd name="T30" fmla="*/ 392 w 488"/>
                <a:gd name="T31" fmla="*/ 243 h 536"/>
                <a:gd name="T32" fmla="*/ 396 w 488"/>
                <a:gd name="T33" fmla="*/ 259 h 536"/>
                <a:gd name="T34" fmla="*/ 392 w 488"/>
                <a:gd name="T35" fmla="*/ 276 h 536"/>
                <a:gd name="T36" fmla="*/ 384 w 488"/>
                <a:gd name="T37" fmla="*/ 288 h 536"/>
                <a:gd name="T38" fmla="*/ 370 w 488"/>
                <a:gd name="T39" fmla="*/ 297 h 536"/>
                <a:gd name="T40" fmla="*/ 354 w 488"/>
                <a:gd name="T41" fmla="*/ 300 h 536"/>
                <a:gd name="T42" fmla="*/ 97 w 488"/>
                <a:gd name="T43" fmla="*/ 300 h 536"/>
                <a:gd name="T44" fmla="*/ 97 w 488"/>
                <a:gd name="T45" fmla="*/ 454 h 536"/>
                <a:gd name="T46" fmla="*/ 448 w 488"/>
                <a:gd name="T47" fmla="*/ 454 h 536"/>
                <a:gd name="T48" fmla="*/ 464 w 488"/>
                <a:gd name="T49" fmla="*/ 457 h 536"/>
                <a:gd name="T50" fmla="*/ 478 w 488"/>
                <a:gd name="T51" fmla="*/ 466 h 536"/>
                <a:gd name="T52" fmla="*/ 487 w 488"/>
                <a:gd name="T53" fmla="*/ 478 h 536"/>
                <a:gd name="T54" fmla="*/ 488 w 488"/>
                <a:gd name="T55" fmla="*/ 494 h 536"/>
                <a:gd name="T56" fmla="*/ 487 w 488"/>
                <a:gd name="T57" fmla="*/ 512 h 536"/>
                <a:gd name="T58" fmla="*/ 478 w 488"/>
                <a:gd name="T59" fmla="*/ 524 h 536"/>
                <a:gd name="T60" fmla="*/ 464 w 488"/>
                <a:gd name="T61" fmla="*/ 533 h 536"/>
                <a:gd name="T62" fmla="*/ 448 w 488"/>
                <a:gd name="T63" fmla="*/ 536 h 536"/>
                <a:gd name="T64" fmla="*/ 0 w 488"/>
                <a:gd name="T65" fmla="*/ 536 h 536"/>
                <a:gd name="T66" fmla="*/ 0 w 488"/>
                <a:gd name="T6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88" h="536">
                  <a:moveTo>
                    <a:pt x="0" y="0"/>
                  </a:moveTo>
                  <a:lnTo>
                    <a:pt x="440" y="0"/>
                  </a:lnTo>
                  <a:lnTo>
                    <a:pt x="455" y="2"/>
                  </a:lnTo>
                  <a:lnTo>
                    <a:pt x="467" y="12"/>
                  </a:lnTo>
                  <a:lnTo>
                    <a:pt x="476" y="25"/>
                  </a:lnTo>
                  <a:lnTo>
                    <a:pt x="480" y="40"/>
                  </a:lnTo>
                  <a:lnTo>
                    <a:pt x="476" y="56"/>
                  </a:lnTo>
                  <a:lnTo>
                    <a:pt x="467" y="70"/>
                  </a:lnTo>
                  <a:lnTo>
                    <a:pt x="455" y="79"/>
                  </a:lnTo>
                  <a:lnTo>
                    <a:pt x="440" y="82"/>
                  </a:lnTo>
                  <a:lnTo>
                    <a:pt x="97" y="82"/>
                  </a:lnTo>
                  <a:lnTo>
                    <a:pt x="97" y="218"/>
                  </a:lnTo>
                  <a:lnTo>
                    <a:pt x="354" y="218"/>
                  </a:lnTo>
                  <a:lnTo>
                    <a:pt x="370" y="222"/>
                  </a:lnTo>
                  <a:lnTo>
                    <a:pt x="384" y="231"/>
                  </a:lnTo>
                  <a:lnTo>
                    <a:pt x="392" y="243"/>
                  </a:lnTo>
                  <a:lnTo>
                    <a:pt x="396" y="259"/>
                  </a:lnTo>
                  <a:lnTo>
                    <a:pt x="392" y="276"/>
                  </a:lnTo>
                  <a:lnTo>
                    <a:pt x="384" y="288"/>
                  </a:lnTo>
                  <a:lnTo>
                    <a:pt x="370" y="297"/>
                  </a:lnTo>
                  <a:lnTo>
                    <a:pt x="354" y="300"/>
                  </a:lnTo>
                  <a:lnTo>
                    <a:pt x="97" y="300"/>
                  </a:lnTo>
                  <a:lnTo>
                    <a:pt x="97" y="454"/>
                  </a:lnTo>
                  <a:lnTo>
                    <a:pt x="448" y="454"/>
                  </a:lnTo>
                  <a:lnTo>
                    <a:pt x="464" y="457"/>
                  </a:lnTo>
                  <a:lnTo>
                    <a:pt x="478" y="466"/>
                  </a:lnTo>
                  <a:lnTo>
                    <a:pt x="487" y="478"/>
                  </a:lnTo>
                  <a:lnTo>
                    <a:pt x="488" y="494"/>
                  </a:lnTo>
                  <a:lnTo>
                    <a:pt x="487" y="512"/>
                  </a:lnTo>
                  <a:lnTo>
                    <a:pt x="478" y="524"/>
                  </a:lnTo>
                  <a:lnTo>
                    <a:pt x="464" y="533"/>
                  </a:lnTo>
                  <a:lnTo>
                    <a:pt x="448" y="536"/>
                  </a:lnTo>
                  <a:lnTo>
                    <a:pt x="0" y="536"/>
                  </a:lnTo>
                  <a:lnTo>
                    <a:pt x="0"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 name="Freeform 8"/>
            <p:cNvSpPr>
              <a:spLocks/>
            </p:cNvSpPr>
            <p:nvPr userDrawn="1"/>
          </p:nvSpPr>
          <p:spPr bwMode="auto">
            <a:xfrm>
              <a:off x="7613446" y="705011"/>
              <a:ext cx="154116" cy="144669"/>
            </a:xfrm>
            <a:custGeom>
              <a:avLst/>
              <a:gdLst>
                <a:gd name="T0" fmla="*/ 48 w 571"/>
                <a:gd name="T1" fmla="*/ 0 h 536"/>
                <a:gd name="T2" fmla="*/ 65 w 571"/>
                <a:gd name="T3" fmla="*/ 4 h 536"/>
                <a:gd name="T4" fmla="*/ 79 w 571"/>
                <a:gd name="T5" fmla="*/ 12 h 536"/>
                <a:gd name="T6" fmla="*/ 89 w 571"/>
                <a:gd name="T7" fmla="*/ 26 h 536"/>
                <a:gd name="T8" fmla="*/ 280 w 571"/>
                <a:gd name="T9" fmla="*/ 431 h 536"/>
                <a:gd name="T10" fmla="*/ 285 w 571"/>
                <a:gd name="T11" fmla="*/ 440 h 536"/>
                <a:gd name="T12" fmla="*/ 484 w 571"/>
                <a:gd name="T13" fmla="*/ 26 h 536"/>
                <a:gd name="T14" fmla="*/ 494 w 571"/>
                <a:gd name="T15" fmla="*/ 12 h 536"/>
                <a:gd name="T16" fmla="*/ 508 w 571"/>
                <a:gd name="T17" fmla="*/ 2 h 536"/>
                <a:gd name="T18" fmla="*/ 526 w 571"/>
                <a:gd name="T19" fmla="*/ 0 h 536"/>
                <a:gd name="T20" fmla="*/ 541 w 571"/>
                <a:gd name="T21" fmla="*/ 2 h 536"/>
                <a:gd name="T22" fmla="*/ 554 w 571"/>
                <a:gd name="T23" fmla="*/ 9 h 536"/>
                <a:gd name="T24" fmla="*/ 564 w 571"/>
                <a:gd name="T25" fmla="*/ 21 h 536"/>
                <a:gd name="T26" fmla="*/ 571 w 571"/>
                <a:gd name="T27" fmla="*/ 35 h 536"/>
                <a:gd name="T28" fmla="*/ 571 w 571"/>
                <a:gd name="T29" fmla="*/ 51 h 536"/>
                <a:gd name="T30" fmla="*/ 568 w 571"/>
                <a:gd name="T31" fmla="*/ 67 h 536"/>
                <a:gd name="T32" fmla="*/ 337 w 571"/>
                <a:gd name="T33" fmla="*/ 536 h 536"/>
                <a:gd name="T34" fmla="*/ 233 w 571"/>
                <a:gd name="T35" fmla="*/ 536 h 536"/>
                <a:gd name="T36" fmla="*/ 6 w 571"/>
                <a:gd name="T37" fmla="*/ 67 h 536"/>
                <a:gd name="T38" fmla="*/ 0 w 571"/>
                <a:gd name="T39" fmla="*/ 51 h 536"/>
                <a:gd name="T40" fmla="*/ 2 w 571"/>
                <a:gd name="T41" fmla="*/ 35 h 536"/>
                <a:gd name="T42" fmla="*/ 7 w 571"/>
                <a:gd name="T43" fmla="*/ 21 h 536"/>
                <a:gd name="T44" fmla="*/ 18 w 571"/>
                <a:gd name="T45" fmla="*/ 9 h 536"/>
                <a:gd name="T46" fmla="*/ 32 w 571"/>
                <a:gd name="T47" fmla="*/ 2 h 536"/>
                <a:gd name="T48" fmla="*/ 48 w 571"/>
                <a:gd name="T4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571" h="536">
                  <a:moveTo>
                    <a:pt x="48" y="0"/>
                  </a:moveTo>
                  <a:lnTo>
                    <a:pt x="65" y="4"/>
                  </a:lnTo>
                  <a:lnTo>
                    <a:pt x="79" y="12"/>
                  </a:lnTo>
                  <a:lnTo>
                    <a:pt x="89" y="26"/>
                  </a:lnTo>
                  <a:lnTo>
                    <a:pt x="280" y="431"/>
                  </a:lnTo>
                  <a:lnTo>
                    <a:pt x="285" y="440"/>
                  </a:lnTo>
                  <a:lnTo>
                    <a:pt x="484" y="26"/>
                  </a:lnTo>
                  <a:lnTo>
                    <a:pt x="494" y="12"/>
                  </a:lnTo>
                  <a:lnTo>
                    <a:pt x="508" y="2"/>
                  </a:lnTo>
                  <a:lnTo>
                    <a:pt x="526" y="0"/>
                  </a:lnTo>
                  <a:lnTo>
                    <a:pt x="541" y="2"/>
                  </a:lnTo>
                  <a:lnTo>
                    <a:pt x="554" y="9"/>
                  </a:lnTo>
                  <a:lnTo>
                    <a:pt x="564" y="21"/>
                  </a:lnTo>
                  <a:lnTo>
                    <a:pt x="571" y="35"/>
                  </a:lnTo>
                  <a:lnTo>
                    <a:pt x="571" y="51"/>
                  </a:lnTo>
                  <a:lnTo>
                    <a:pt x="568" y="67"/>
                  </a:lnTo>
                  <a:lnTo>
                    <a:pt x="337" y="536"/>
                  </a:lnTo>
                  <a:lnTo>
                    <a:pt x="233" y="536"/>
                  </a:lnTo>
                  <a:lnTo>
                    <a:pt x="6" y="67"/>
                  </a:lnTo>
                  <a:lnTo>
                    <a:pt x="0" y="51"/>
                  </a:lnTo>
                  <a:lnTo>
                    <a:pt x="2" y="35"/>
                  </a:lnTo>
                  <a:lnTo>
                    <a:pt x="7" y="21"/>
                  </a:lnTo>
                  <a:lnTo>
                    <a:pt x="18" y="9"/>
                  </a:lnTo>
                  <a:lnTo>
                    <a:pt x="32" y="2"/>
                  </a:lnTo>
                  <a:lnTo>
                    <a:pt x="48"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 name="Freeform 9"/>
            <p:cNvSpPr>
              <a:spLocks noEditPoints="1"/>
            </p:cNvSpPr>
            <p:nvPr userDrawn="1"/>
          </p:nvSpPr>
          <p:spPr bwMode="auto">
            <a:xfrm>
              <a:off x="7767562" y="705011"/>
              <a:ext cx="173010" cy="144669"/>
            </a:xfrm>
            <a:custGeom>
              <a:avLst/>
              <a:gdLst>
                <a:gd name="T0" fmla="*/ 321 w 641"/>
                <a:gd name="T1" fmla="*/ 70 h 536"/>
                <a:gd name="T2" fmla="*/ 201 w 641"/>
                <a:gd name="T3" fmla="*/ 328 h 536"/>
                <a:gd name="T4" fmla="*/ 443 w 641"/>
                <a:gd name="T5" fmla="*/ 328 h 536"/>
                <a:gd name="T6" fmla="*/ 321 w 641"/>
                <a:gd name="T7" fmla="*/ 70 h 536"/>
                <a:gd name="T8" fmla="*/ 264 w 641"/>
                <a:gd name="T9" fmla="*/ 0 h 536"/>
                <a:gd name="T10" fmla="*/ 381 w 641"/>
                <a:gd name="T11" fmla="*/ 0 h 536"/>
                <a:gd name="T12" fmla="*/ 641 w 641"/>
                <a:gd name="T13" fmla="*/ 536 h 536"/>
                <a:gd name="T14" fmla="*/ 538 w 641"/>
                <a:gd name="T15" fmla="*/ 536 h 536"/>
                <a:gd name="T16" fmla="*/ 482 w 641"/>
                <a:gd name="T17" fmla="*/ 414 h 536"/>
                <a:gd name="T18" fmla="*/ 480 w 641"/>
                <a:gd name="T19" fmla="*/ 410 h 536"/>
                <a:gd name="T20" fmla="*/ 161 w 641"/>
                <a:gd name="T21" fmla="*/ 410 h 536"/>
                <a:gd name="T22" fmla="*/ 103 w 641"/>
                <a:gd name="T23" fmla="*/ 536 h 536"/>
                <a:gd name="T24" fmla="*/ 0 w 641"/>
                <a:gd name="T25" fmla="*/ 536 h 536"/>
                <a:gd name="T26" fmla="*/ 264 w 641"/>
                <a:gd name="T2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41" h="536">
                  <a:moveTo>
                    <a:pt x="321" y="70"/>
                  </a:moveTo>
                  <a:lnTo>
                    <a:pt x="201" y="328"/>
                  </a:lnTo>
                  <a:lnTo>
                    <a:pt x="443" y="328"/>
                  </a:lnTo>
                  <a:lnTo>
                    <a:pt x="321" y="70"/>
                  </a:lnTo>
                  <a:close/>
                  <a:moveTo>
                    <a:pt x="264" y="0"/>
                  </a:moveTo>
                  <a:lnTo>
                    <a:pt x="381" y="0"/>
                  </a:lnTo>
                  <a:lnTo>
                    <a:pt x="641" y="536"/>
                  </a:lnTo>
                  <a:lnTo>
                    <a:pt x="538" y="536"/>
                  </a:lnTo>
                  <a:lnTo>
                    <a:pt x="482" y="414"/>
                  </a:lnTo>
                  <a:lnTo>
                    <a:pt x="480" y="410"/>
                  </a:lnTo>
                  <a:lnTo>
                    <a:pt x="161" y="410"/>
                  </a:lnTo>
                  <a:lnTo>
                    <a:pt x="103" y="536"/>
                  </a:lnTo>
                  <a:lnTo>
                    <a:pt x="0" y="536"/>
                  </a:lnTo>
                  <a:lnTo>
                    <a:pt x="264"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2" name="Freeform 10"/>
            <p:cNvSpPr>
              <a:spLocks/>
            </p:cNvSpPr>
            <p:nvPr userDrawn="1"/>
          </p:nvSpPr>
          <p:spPr bwMode="auto">
            <a:xfrm>
              <a:off x="7934364" y="705011"/>
              <a:ext cx="157895" cy="144669"/>
            </a:xfrm>
            <a:custGeom>
              <a:avLst/>
              <a:gdLst>
                <a:gd name="T0" fmla="*/ 42 w 585"/>
                <a:gd name="T1" fmla="*/ 0 h 536"/>
                <a:gd name="T2" fmla="*/ 545 w 585"/>
                <a:gd name="T3" fmla="*/ 0 h 536"/>
                <a:gd name="T4" fmla="*/ 560 w 585"/>
                <a:gd name="T5" fmla="*/ 2 h 536"/>
                <a:gd name="T6" fmla="*/ 574 w 585"/>
                <a:gd name="T7" fmla="*/ 12 h 536"/>
                <a:gd name="T8" fmla="*/ 583 w 585"/>
                <a:gd name="T9" fmla="*/ 25 h 536"/>
                <a:gd name="T10" fmla="*/ 585 w 585"/>
                <a:gd name="T11" fmla="*/ 40 h 536"/>
                <a:gd name="T12" fmla="*/ 583 w 585"/>
                <a:gd name="T13" fmla="*/ 56 h 536"/>
                <a:gd name="T14" fmla="*/ 574 w 585"/>
                <a:gd name="T15" fmla="*/ 70 h 536"/>
                <a:gd name="T16" fmla="*/ 560 w 585"/>
                <a:gd name="T17" fmla="*/ 79 h 536"/>
                <a:gd name="T18" fmla="*/ 545 w 585"/>
                <a:gd name="T19" fmla="*/ 82 h 536"/>
                <a:gd name="T20" fmla="*/ 342 w 585"/>
                <a:gd name="T21" fmla="*/ 82 h 536"/>
                <a:gd name="T22" fmla="*/ 342 w 585"/>
                <a:gd name="T23" fmla="*/ 536 h 536"/>
                <a:gd name="T24" fmla="*/ 244 w 585"/>
                <a:gd name="T25" fmla="*/ 536 h 536"/>
                <a:gd name="T26" fmla="*/ 244 w 585"/>
                <a:gd name="T27" fmla="*/ 82 h 536"/>
                <a:gd name="T28" fmla="*/ 42 w 585"/>
                <a:gd name="T29" fmla="*/ 82 h 536"/>
                <a:gd name="T30" fmla="*/ 26 w 585"/>
                <a:gd name="T31" fmla="*/ 79 h 536"/>
                <a:gd name="T32" fmla="*/ 12 w 585"/>
                <a:gd name="T33" fmla="*/ 70 h 536"/>
                <a:gd name="T34" fmla="*/ 4 w 585"/>
                <a:gd name="T35" fmla="*/ 56 h 536"/>
                <a:gd name="T36" fmla="*/ 0 w 585"/>
                <a:gd name="T37" fmla="*/ 40 h 536"/>
                <a:gd name="T38" fmla="*/ 4 w 585"/>
                <a:gd name="T39" fmla="*/ 25 h 536"/>
                <a:gd name="T40" fmla="*/ 12 w 585"/>
                <a:gd name="T41" fmla="*/ 12 h 536"/>
                <a:gd name="T42" fmla="*/ 26 w 585"/>
                <a:gd name="T43" fmla="*/ 2 h 536"/>
                <a:gd name="T44" fmla="*/ 42 w 585"/>
                <a:gd name="T45"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585" h="536">
                  <a:moveTo>
                    <a:pt x="42" y="0"/>
                  </a:moveTo>
                  <a:lnTo>
                    <a:pt x="545" y="0"/>
                  </a:lnTo>
                  <a:lnTo>
                    <a:pt x="560" y="2"/>
                  </a:lnTo>
                  <a:lnTo>
                    <a:pt x="574" y="12"/>
                  </a:lnTo>
                  <a:lnTo>
                    <a:pt x="583" y="25"/>
                  </a:lnTo>
                  <a:lnTo>
                    <a:pt x="585" y="40"/>
                  </a:lnTo>
                  <a:lnTo>
                    <a:pt x="583" y="56"/>
                  </a:lnTo>
                  <a:lnTo>
                    <a:pt x="574" y="70"/>
                  </a:lnTo>
                  <a:lnTo>
                    <a:pt x="560" y="79"/>
                  </a:lnTo>
                  <a:lnTo>
                    <a:pt x="545" y="82"/>
                  </a:lnTo>
                  <a:lnTo>
                    <a:pt x="342" y="82"/>
                  </a:lnTo>
                  <a:lnTo>
                    <a:pt x="342" y="536"/>
                  </a:lnTo>
                  <a:lnTo>
                    <a:pt x="244" y="536"/>
                  </a:lnTo>
                  <a:lnTo>
                    <a:pt x="244" y="82"/>
                  </a:lnTo>
                  <a:lnTo>
                    <a:pt x="42" y="82"/>
                  </a:lnTo>
                  <a:lnTo>
                    <a:pt x="26" y="79"/>
                  </a:lnTo>
                  <a:lnTo>
                    <a:pt x="12" y="70"/>
                  </a:lnTo>
                  <a:lnTo>
                    <a:pt x="4" y="56"/>
                  </a:lnTo>
                  <a:lnTo>
                    <a:pt x="0" y="40"/>
                  </a:lnTo>
                  <a:lnTo>
                    <a:pt x="4" y="25"/>
                  </a:lnTo>
                  <a:lnTo>
                    <a:pt x="12" y="12"/>
                  </a:lnTo>
                  <a:lnTo>
                    <a:pt x="26" y="2"/>
                  </a:lnTo>
                  <a:lnTo>
                    <a:pt x="42"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3" name="Freeform 11"/>
            <p:cNvSpPr>
              <a:spLocks/>
            </p:cNvSpPr>
            <p:nvPr userDrawn="1"/>
          </p:nvSpPr>
          <p:spPr bwMode="auto">
            <a:xfrm>
              <a:off x="8122758" y="705011"/>
              <a:ext cx="154116" cy="148448"/>
            </a:xfrm>
            <a:custGeom>
              <a:avLst/>
              <a:gdLst>
                <a:gd name="T0" fmla="*/ 49 w 571"/>
                <a:gd name="T1" fmla="*/ 0 h 550"/>
                <a:gd name="T2" fmla="*/ 68 w 571"/>
                <a:gd name="T3" fmla="*/ 4 h 550"/>
                <a:gd name="T4" fmla="*/ 84 w 571"/>
                <a:gd name="T5" fmla="*/ 14 h 550"/>
                <a:gd name="T6" fmla="*/ 94 w 571"/>
                <a:gd name="T7" fmla="*/ 30 h 550"/>
                <a:gd name="T8" fmla="*/ 98 w 571"/>
                <a:gd name="T9" fmla="*/ 49 h 550"/>
                <a:gd name="T10" fmla="*/ 98 w 571"/>
                <a:gd name="T11" fmla="*/ 299 h 550"/>
                <a:gd name="T12" fmla="*/ 98 w 571"/>
                <a:gd name="T13" fmla="*/ 320 h 550"/>
                <a:gd name="T14" fmla="*/ 101 w 571"/>
                <a:gd name="T15" fmla="*/ 342 h 550"/>
                <a:gd name="T16" fmla="*/ 105 w 571"/>
                <a:gd name="T17" fmla="*/ 363 h 550"/>
                <a:gd name="T18" fmla="*/ 112 w 571"/>
                <a:gd name="T19" fmla="*/ 384 h 550"/>
                <a:gd name="T20" fmla="*/ 122 w 571"/>
                <a:gd name="T21" fmla="*/ 403 h 550"/>
                <a:gd name="T22" fmla="*/ 136 w 571"/>
                <a:gd name="T23" fmla="*/ 421 h 550"/>
                <a:gd name="T24" fmla="*/ 156 w 571"/>
                <a:gd name="T25" fmla="*/ 437 h 550"/>
                <a:gd name="T26" fmla="*/ 180 w 571"/>
                <a:gd name="T27" fmla="*/ 449 h 550"/>
                <a:gd name="T28" fmla="*/ 208 w 571"/>
                <a:gd name="T29" fmla="*/ 459 h 550"/>
                <a:gd name="T30" fmla="*/ 245 w 571"/>
                <a:gd name="T31" fmla="*/ 464 h 550"/>
                <a:gd name="T32" fmla="*/ 286 w 571"/>
                <a:gd name="T33" fmla="*/ 466 h 550"/>
                <a:gd name="T34" fmla="*/ 328 w 571"/>
                <a:gd name="T35" fmla="*/ 464 h 550"/>
                <a:gd name="T36" fmla="*/ 363 w 571"/>
                <a:gd name="T37" fmla="*/ 459 h 550"/>
                <a:gd name="T38" fmla="*/ 391 w 571"/>
                <a:gd name="T39" fmla="*/ 449 h 550"/>
                <a:gd name="T40" fmla="*/ 416 w 571"/>
                <a:gd name="T41" fmla="*/ 437 h 550"/>
                <a:gd name="T42" fmla="*/ 435 w 571"/>
                <a:gd name="T43" fmla="*/ 421 h 550"/>
                <a:gd name="T44" fmla="*/ 449 w 571"/>
                <a:gd name="T45" fmla="*/ 403 h 550"/>
                <a:gd name="T46" fmla="*/ 459 w 571"/>
                <a:gd name="T47" fmla="*/ 384 h 550"/>
                <a:gd name="T48" fmla="*/ 466 w 571"/>
                <a:gd name="T49" fmla="*/ 363 h 550"/>
                <a:gd name="T50" fmla="*/ 470 w 571"/>
                <a:gd name="T51" fmla="*/ 342 h 550"/>
                <a:gd name="T52" fmla="*/ 473 w 571"/>
                <a:gd name="T53" fmla="*/ 320 h 550"/>
                <a:gd name="T54" fmla="*/ 473 w 571"/>
                <a:gd name="T55" fmla="*/ 299 h 550"/>
                <a:gd name="T56" fmla="*/ 473 w 571"/>
                <a:gd name="T57" fmla="*/ 49 h 550"/>
                <a:gd name="T58" fmla="*/ 477 w 571"/>
                <a:gd name="T59" fmla="*/ 30 h 550"/>
                <a:gd name="T60" fmla="*/ 487 w 571"/>
                <a:gd name="T61" fmla="*/ 14 h 550"/>
                <a:gd name="T62" fmla="*/ 503 w 571"/>
                <a:gd name="T63" fmla="*/ 4 h 550"/>
                <a:gd name="T64" fmla="*/ 522 w 571"/>
                <a:gd name="T65" fmla="*/ 0 h 550"/>
                <a:gd name="T66" fmla="*/ 541 w 571"/>
                <a:gd name="T67" fmla="*/ 4 h 550"/>
                <a:gd name="T68" fmla="*/ 557 w 571"/>
                <a:gd name="T69" fmla="*/ 14 h 550"/>
                <a:gd name="T70" fmla="*/ 567 w 571"/>
                <a:gd name="T71" fmla="*/ 30 h 550"/>
                <a:gd name="T72" fmla="*/ 571 w 571"/>
                <a:gd name="T73" fmla="*/ 49 h 550"/>
                <a:gd name="T74" fmla="*/ 571 w 571"/>
                <a:gd name="T75" fmla="*/ 306 h 550"/>
                <a:gd name="T76" fmla="*/ 567 w 571"/>
                <a:gd name="T77" fmla="*/ 358 h 550"/>
                <a:gd name="T78" fmla="*/ 557 w 571"/>
                <a:gd name="T79" fmla="*/ 402 h 550"/>
                <a:gd name="T80" fmla="*/ 540 w 571"/>
                <a:gd name="T81" fmla="*/ 442 h 550"/>
                <a:gd name="T82" fmla="*/ 513 w 571"/>
                <a:gd name="T83" fmla="*/ 475 h 550"/>
                <a:gd name="T84" fmla="*/ 482 w 571"/>
                <a:gd name="T85" fmla="*/ 501 h 550"/>
                <a:gd name="T86" fmla="*/ 444 w 571"/>
                <a:gd name="T87" fmla="*/ 522 h 550"/>
                <a:gd name="T88" fmla="*/ 398 w 571"/>
                <a:gd name="T89" fmla="*/ 538 h 550"/>
                <a:gd name="T90" fmla="*/ 346 w 571"/>
                <a:gd name="T91" fmla="*/ 547 h 550"/>
                <a:gd name="T92" fmla="*/ 286 w 571"/>
                <a:gd name="T93" fmla="*/ 550 h 550"/>
                <a:gd name="T94" fmla="*/ 225 w 571"/>
                <a:gd name="T95" fmla="*/ 547 h 550"/>
                <a:gd name="T96" fmla="*/ 173 w 571"/>
                <a:gd name="T97" fmla="*/ 538 h 550"/>
                <a:gd name="T98" fmla="*/ 128 w 571"/>
                <a:gd name="T99" fmla="*/ 522 h 550"/>
                <a:gd name="T100" fmla="*/ 89 w 571"/>
                <a:gd name="T101" fmla="*/ 501 h 550"/>
                <a:gd name="T102" fmla="*/ 58 w 571"/>
                <a:gd name="T103" fmla="*/ 475 h 550"/>
                <a:gd name="T104" fmla="*/ 32 w 571"/>
                <a:gd name="T105" fmla="*/ 442 h 550"/>
                <a:gd name="T106" fmla="*/ 14 w 571"/>
                <a:gd name="T107" fmla="*/ 402 h 550"/>
                <a:gd name="T108" fmla="*/ 4 w 571"/>
                <a:gd name="T109" fmla="*/ 358 h 550"/>
                <a:gd name="T110" fmla="*/ 0 w 571"/>
                <a:gd name="T111" fmla="*/ 306 h 550"/>
                <a:gd name="T112" fmla="*/ 0 w 571"/>
                <a:gd name="T113" fmla="*/ 49 h 550"/>
                <a:gd name="T114" fmla="*/ 4 w 571"/>
                <a:gd name="T115" fmla="*/ 30 h 550"/>
                <a:gd name="T116" fmla="*/ 14 w 571"/>
                <a:gd name="T117" fmla="*/ 14 h 550"/>
                <a:gd name="T118" fmla="*/ 30 w 571"/>
                <a:gd name="T119" fmla="*/ 4 h 550"/>
                <a:gd name="T120" fmla="*/ 49 w 571"/>
                <a:gd name="T121" fmla="*/ 0 h 5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571" h="550">
                  <a:moveTo>
                    <a:pt x="49" y="0"/>
                  </a:moveTo>
                  <a:lnTo>
                    <a:pt x="68" y="4"/>
                  </a:lnTo>
                  <a:lnTo>
                    <a:pt x="84" y="14"/>
                  </a:lnTo>
                  <a:lnTo>
                    <a:pt x="94" y="30"/>
                  </a:lnTo>
                  <a:lnTo>
                    <a:pt x="98" y="49"/>
                  </a:lnTo>
                  <a:lnTo>
                    <a:pt x="98" y="299"/>
                  </a:lnTo>
                  <a:lnTo>
                    <a:pt x="98" y="320"/>
                  </a:lnTo>
                  <a:lnTo>
                    <a:pt x="101" y="342"/>
                  </a:lnTo>
                  <a:lnTo>
                    <a:pt x="105" y="363"/>
                  </a:lnTo>
                  <a:lnTo>
                    <a:pt x="112" y="384"/>
                  </a:lnTo>
                  <a:lnTo>
                    <a:pt x="122" y="403"/>
                  </a:lnTo>
                  <a:lnTo>
                    <a:pt x="136" y="421"/>
                  </a:lnTo>
                  <a:lnTo>
                    <a:pt x="156" y="437"/>
                  </a:lnTo>
                  <a:lnTo>
                    <a:pt x="180" y="449"/>
                  </a:lnTo>
                  <a:lnTo>
                    <a:pt x="208" y="459"/>
                  </a:lnTo>
                  <a:lnTo>
                    <a:pt x="245" y="464"/>
                  </a:lnTo>
                  <a:lnTo>
                    <a:pt x="286" y="466"/>
                  </a:lnTo>
                  <a:lnTo>
                    <a:pt x="328" y="464"/>
                  </a:lnTo>
                  <a:lnTo>
                    <a:pt x="363" y="459"/>
                  </a:lnTo>
                  <a:lnTo>
                    <a:pt x="391" y="449"/>
                  </a:lnTo>
                  <a:lnTo>
                    <a:pt x="416" y="437"/>
                  </a:lnTo>
                  <a:lnTo>
                    <a:pt x="435" y="421"/>
                  </a:lnTo>
                  <a:lnTo>
                    <a:pt x="449" y="403"/>
                  </a:lnTo>
                  <a:lnTo>
                    <a:pt x="459" y="384"/>
                  </a:lnTo>
                  <a:lnTo>
                    <a:pt x="466" y="363"/>
                  </a:lnTo>
                  <a:lnTo>
                    <a:pt x="470" y="342"/>
                  </a:lnTo>
                  <a:lnTo>
                    <a:pt x="473" y="320"/>
                  </a:lnTo>
                  <a:lnTo>
                    <a:pt x="473" y="299"/>
                  </a:lnTo>
                  <a:lnTo>
                    <a:pt x="473" y="49"/>
                  </a:lnTo>
                  <a:lnTo>
                    <a:pt x="477" y="30"/>
                  </a:lnTo>
                  <a:lnTo>
                    <a:pt x="487" y="14"/>
                  </a:lnTo>
                  <a:lnTo>
                    <a:pt x="503" y="4"/>
                  </a:lnTo>
                  <a:lnTo>
                    <a:pt x="522" y="0"/>
                  </a:lnTo>
                  <a:lnTo>
                    <a:pt x="541" y="4"/>
                  </a:lnTo>
                  <a:lnTo>
                    <a:pt x="557" y="14"/>
                  </a:lnTo>
                  <a:lnTo>
                    <a:pt x="567" y="30"/>
                  </a:lnTo>
                  <a:lnTo>
                    <a:pt x="571" y="49"/>
                  </a:lnTo>
                  <a:lnTo>
                    <a:pt x="571" y="306"/>
                  </a:lnTo>
                  <a:lnTo>
                    <a:pt x="567" y="358"/>
                  </a:lnTo>
                  <a:lnTo>
                    <a:pt x="557" y="402"/>
                  </a:lnTo>
                  <a:lnTo>
                    <a:pt x="540" y="442"/>
                  </a:lnTo>
                  <a:lnTo>
                    <a:pt x="513" y="475"/>
                  </a:lnTo>
                  <a:lnTo>
                    <a:pt x="482" y="501"/>
                  </a:lnTo>
                  <a:lnTo>
                    <a:pt x="444" y="522"/>
                  </a:lnTo>
                  <a:lnTo>
                    <a:pt x="398" y="538"/>
                  </a:lnTo>
                  <a:lnTo>
                    <a:pt x="346" y="547"/>
                  </a:lnTo>
                  <a:lnTo>
                    <a:pt x="286" y="550"/>
                  </a:lnTo>
                  <a:lnTo>
                    <a:pt x="225" y="547"/>
                  </a:lnTo>
                  <a:lnTo>
                    <a:pt x="173" y="538"/>
                  </a:lnTo>
                  <a:lnTo>
                    <a:pt x="128" y="522"/>
                  </a:lnTo>
                  <a:lnTo>
                    <a:pt x="89" y="501"/>
                  </a:lnTo>
                  <a:lnTo>
                    <a:pt x="58" y="475"/>
                  </a:lnTo>
                  <a:lnTo>
                    <a:pt x="32" y="442"/>
                  </a:lnTo>
                  <a:lnTo>
                    <a:pt x="14" y="402"/>
                  </a:lnTo>
                  <a:lnTo>
                    <a:pt x="4" y="358"/>
                  </a:lnTo>
                  <a:lnTo>
                    <a:pt x="0" y="306"/>
                  </a:lnTo>
                  <a:lnTo>
                    <a:pt x="0" y="49"/>
                  </a:lnTo>
                  <a:lnTo>
                    <a:pt x="4" y="30"/>
                  </a:lnTo>
                  <a:lnTo>
                    <a:pt x="14" y="14"/>
                  </a:lnTo>
                  <a:lnTo>
                    <a:pt x="30" y="4"/>
                  </a:lnTo>
                  <a:lnTo>
                    <a:pt x="49"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4" name="Freeform 12"/>
            <p:cNvSpPr>
              <a:spLocks noEditPoints="1"/>
            </p:cNvSpPr>
            <p:nvPr userDrawn="1"/>
          </p:nvSpPr>
          <p:spPr bwMode="auto">
            <a:xfrm>
              <a:off x="8321678" y="705011"/>
              <a:ext cx="148448" cy="144669"/>
            </a:xfrm>
            <a:custGeom>
              <a:avLst/>
              <a:gdLst>
                <a:gd name="T0" fmla="*/ 96 w 550"/>
                <a:gd name="T1" fmla="*/ 79 h 536"/>
                <a:gd name="T2" fmla="*/ 96 w 550"/>
                <a:gd name="T3" fmla="*/ 241 h 536"/>
                <a:gd name="T4" fmla="*/ 307 w 550"/>
                <a:gd name="T5" fmla="*/ 241 h 536"/>
                <a:gd name="T6" fmla="*/ 342 w 550"/>
                <a:gd name="T7" fmla="*/ 241 h 536"/>
                <a:gd name="T8" fmla="*/ 372 w 550"/>
                <a:gd name="T9" fmla="*/ 238 h 536"/>
                <a:gd name="T10" fmla="*/ 398 w 550"/>
                <a:gd name="T11" fmla="*/ 231 h 536"/>
                <a:gd name="T12" fmla="*/ 417 w 550"/>
                <a:gd name="T13" fmla="*/ 222 h 536"/>
                <a:gd name="T14" fmla="*/ 431 w 550"/>
                <a:gd name="T15" fmla="*/ 206 h 536"/>
                <a:gd name="T16" fmla="*/ 440 w 550"/>
                <a:gd name="T17" fmla="*/ 187 h 536"/>
                <a:gd name="T18" fmla="*/ 443 w 550"/>
                <a:gd name="T19" fmla="*/ 161 h 536"/>
                <a:gd name="T20" fmla="*/ 440 w 550"/>
                <a:gd name="T21" fmla="*/ 135 h 536"/>
                <a:gd name="T22" fmla="*/ 431 w 550"/>
                <a:gd name="T23" fmla="*/ 114 h 536"/>
                <a:gd name="T24" fmla="*/ 417 w 550"/>
                <a:gd name="T25" fmla="*/ 100 h 536"/>
                <a:gd name="T26" fmla="*/ 398 w 550"/>
                <a:gd name="T27" fmla="*/ 89 h 536"/>
                <a:gd name="T28" fmla="*/ 372 w 550"/>
                <a:gd name="T29" fmla="*/ 84 h 536"/>
                <a:gd name="T30" fmla="*/ 342 w 550"/>
                <a:gd name="T31" fmla="*/ 80 h 536"/>
                <a:gd name="T32" fmla="*/ 307 w 550"/>
                <a:gd name="T33" fmla="*/ 79 h 536"/>
                <a:gd name="T34" fmla="*/ 96 w 550"/>
                <a:gd name="T35" fmla="*/ 79 h 536"/>
                <a:gd name="T36" fmla="*/ 0 w 550"/>
                <a:gd name="T37" fmla="*/ 0 h 536"/>
                <a:gd name="T38" fmla="*/ 323 w 550"/>
                <a:gd name="T39" fmla="*/ 0 h 536"/>
                <a:gd name="T40" fmla="*/ 377 w 550"/>
                <a:gd name="T41" fmla="*/ 2 h 536"/>
                <a:gd name="T42" fmla="*/ 422 w 550"/>
                <a:gd name="T43" fmla="*/ 9 h 536"/>
                <a:gd name="T44" fmla="*/ 459 w 550"/>
                <a:gd name="T45" fmla="*/ 19 h 536"/>
                <a:gd name="T46" fmla="*/ 489 w 550"/>
                <a:gd name="T47" fmla="*/ 37 h 536"/>
                <a:gd name="T48" fmla="*/ 511 w 550"/>
                <a:gd name="T49" fmla="*/ 58 h 536"/>
                <a:gd name="T50" fmla="*/ 527 w 550"/>
                <a:gd name="T51" fmla="*/ 86 h 536"/>
                <a:gd name="T52" fmla="*/ 537 w 550"/>
                <a:gd name="T53" fmla="*/ 119 h 536"/>
                <a:gd name="T54" fmla="*/ 539 w 550"/>
                <a:gd name="T55" fmla="*/ 157 h 536"/>
                <a:gd name="T56" fmla="*/ 537 w 550"/>
                <a:gd name="T57" fmla="*/ 194 h 536"/>
                <a:gd name="T58" fmla="*/ 527 w 550"/>
                <a:gd name="T59" fmla="*/ 225 h 536"/>
                <a:gd name="T60" fmla="*/ 513 w 550"/>
                <a:gd name="T61" fmla="*/ 252 h 536"/>
                <a:gd name="T62" fmla="*/ 494 w 550"/>
                <a:gd name="T63" fmla="*/ 272 h 536"/>
                <a:gd name="T64" fmla="*/ 471 w 550"/>
                <a:gd name="T65" fmla="*/ 290 h 536"/>
                <a:gd name="T66" fmla="*/ 447 w 550"/>
                <a:gd name="T67" fmla="*/ 302 h 536"/>
                <a:gd name="T68" fmla="*/ 419 w 550"/>
                <a:gd name="T69" fmla="*/ 311 h 536"/>
                <a:gd name="T70" fmla="*/ 393 w 550"/>
                <a:gd name="T71" fmla="*/ 314 h 536"/>
                <a:gd name="T72" fmla="*/ 384 w 550"/>
                <a:gd name="T73" fmla="*/ 314 h 536"/>
                <a:gd name="T74" fmla="*/ 550 w 550"/>
                <a:gd name="T75" fmla="*/ 536 h 536"/>
                <a:gd name="T76" fmla="*/ 431 w 550"/>
                <a:gd name="T77" fmla="*/ 536 h 536"/>
                <a:gd name="T78" fmla="*/ 274 w 550"/>
                <a:gd name="T79" fmla="*/ 323 h 536"/>
                <a:gd name="T80" fmla="*/ 272 w 550"/>
                <a:gd name="T81" fmla="*/ 321 h 536"/>
                <a:gd name="T82" fmla="*/ 96 w 550"/>
                <a:gd name="T83" fmla="*/ 321 h 536"/>
                <a:gd name="T84" fmla="*/ 96 w 550"/>
                <a:gd name="T85" fmla="*/ 536 h 536"/>
                <a:gd name="T86" fmla="*/ 0 w 550"/>
                <a:gd name="T87" fmla="*/ 536 h 536"/>
                <a:gd name="T88" fmla="*/ 0 w 550"/>
                <a:gd name="T8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50" h="536">
                  <a:moveTo>
                    <a:pt x="96" y="79"/>
                  </a:moveTo>
                  <a:lnTo>
                    <a:pt x="96" y="241"/>
                  </a:lnTo>
                  <a:lnTo>
                    <a:pt x="307" y="241"/>
                  </a:lnTo>
                  <a:lnTo>
                    <a:pt x="342" y="241"/>
                  </a:lnTo>
                  <a:lnTo>
                    <a:pt x="372" y="238"/>
                  </a:lnTo>
                  <a:lnTo>
                    <a:pt x="398" y="231"/>
                  </a:lnTo>
                  <a:lnTo>
                    <a:pt x="417" y="222"/>
                  </a:lnTo>
                  <a:lnTo>
                    <a:pt x="431" y="206"/>
                  </a:lnTo>
                  <a:lnTo>
                    <a:pt x="440" y="187"/>
                  </a:lnTo>
                  <a:lnTo>
                    <a:pt x="443" y="161"/>
                  </a:lnTo>
                  <a:lnTo>
                    <a:pt x="440" y="135"/>
                  </a:lnTo>
                  <a:lnTo>
                    <a:pt x="431" y="114"/>
                  </a:lnTo>
                  <a:lnTo>
                    <a:pt x="417" y="100"/>
                  </a:lnTo>
                  <a:lnTo>
                    <a:pt x="398" y="89"/>
                  </a:lnTo>
                  <a:lnTo>
                    <a:pt x="372" y="84"/>
                  </a:lnTo>
                  <a:lnTo>
                    <a:pt x="342" y="80"/>
                  </a:lnTo>
                  <a:lnTo>
                    <a:pt x="307" y="79"/>
                  </a:lnTo>
                  <a:lnTo>
                    <a:pt x="96" y="79"/>
                  </a:lnTo>
                  <a:close/>
                  <a:moveTo>
                    <a:pt x="0" y="0"/>
                  </a:moveTo>
                  <a:lnTo>
                    <a:pt x="323" y="0"/>
                  </a:lnTo>
                  <a:lnTo>
                    <a:pt x="377" y="2"/>
                  </a:lnTo>
                  <a:lnTo>
                    <a:pt x="422" y="9"/>
                  </a:lnTo>
                  <a:lnTo>
                    <a:pt x="459" y="19"/>
                  </a:lnTo>
                  <a:lnTo>
                    <a:pt x="489" y="37"/>
                  </a:lnTo>
                  <a:lnTo>
                    <a:pt x="511" y="58"/>
                  </a:lnTo>
                  <a:lnTo>
                    <a:pt x="527" y="86"/>
                  </a:lnTo>
                  <a:lnTo>
                    <a:pt x="537" y="119"/>
                  </a:lnTo>
                  <a:lnTo>
                    <a:pt x="539" y="157"/>
                  </a:lnTo>
                  <a:lnTo>
                    <a:pt x="537" y="194"/>
                  </a:lnTo>
                  <a:lnTo>
                    <a:pt x="527" y="225"/>
                  </a:lnTo>
                  <a:lnTo>
                    <a:pt x="513" y="252"/>
                  </a:lnTo>
                  <a:lnTo>
                    <a:pt x="494" y="272"/>
                  </a:lnTo>
                  <a:lnTo>
                    <a:pt x="471" y="290"/>
                  </a:lnTo>
                  <a:lnTo>
                    <a:pt x="447" y="302"/>
                  </a:lnTo>
                  <a:lnTo>
                    <a:pt x="419" y="311"/>
                  </a:lnTo>
                  <a:lnTo>
                    <a:pt x="393" y="314"/>
                  </a:lnTo>
                  <a:lnTo>
                    <a:pt x="384" y="314"/>
                  </a:lnTo>
                  <a:lnTo>
                    <a:pt x="550" y="536"/>
                  </a:lnTo>
                  <a:lnTo>
                    <a:pt x="431" y="536"/>
                  </a:lnTo>
                  <a:lnTo>
                    <a:pt x="274" y="323"/>
                  </a:lnTo>
                  <a:lnTo>
                    <a:pt x="272" y="321"/>
                  </a:lnTo>
                  <a:lnTo>
                    <a:pt x="96" y="321"/>
                  </a:lnTo>
                  <a:lnTo>
                    <a:pt x="96" y="536"/>
                  </a:lnTo>
                  <a:lnTo>
                    <a:pt x="0" y="536"/>
                  </a:lnTo>
                  <a:lnTo>
                    <a:pt x="0"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5" name="Freeform 13"/>
            <p:cNvSpPr>
              <a:spLocks/>
            </p:cNvSpPr>
            <p:nvPr userDrawn="1"/>
          </p:nvSpPr>
          <p:spPr bwMode="auto">
            <a:xfrm>
              <a:off x="8507374" y="705011"/>
              <a:ext cx="131714" cy="144669"/>
            </a:xfrm>
            <a:custGeom>
              <a:avLst/>
              <a:gdLst>
                <a:gd name="T0" fmla="*/ 0 w 488"/>
                <a:gd name="T1" fmla="*/ 0 h 536"/>
                <a:gd name="T2" fmla="*/ 438 w 488"/>
                <a:gd name="T3" fmla="*/ 0 h 536"/>
                <a:gd name="T4" fmla="*/ 453 w 488"/>
                <a:gd name="T5" fmla="*/ 2 h 536"/>
                <a:gd name="T6" fmla="*/ 467 w 488"/>
                <a:gd name="T7" fmla="*/ 12 h 536"/>
                <a:gd name="T8" fmla="*/ 476 w 488"/>
                <a:gd name="T9" fmla="*/ 25 h 536"/>
                <a:gd name="T10" fmla="*/ 480 w 488"/>
                <a:gd name="T11" fmla="*/ 40 h 536"/>
                <a:gd name="T12" fmla="*/ 476 w 488"/>
                <a:gd name="T13" fmla="*/ 56 h 536"/>
                <a:gd name="T14" fmla="*/ 467 w 488"/>
                <a:gd name="T15" fmla="*/ 70 h 536"/>
                <a:gd name="T16" fmla="*/ 453 w 488"/>
                <a:gd name="T17" fmla="*/ 79 h 536"/>
                <a:gd name="T18" fmla="*/ 438 w 488"/>
                <a:gd name="T19" fmla="*/ 82 h 536"/>
                <a:gd name="T20" fmla="*/ 97 w 488"/>
                <a:gd name="T21" fmla="*/ 82 h 536"/>
                <a:gd name="T22" fmla="*/ 97 w 488"/>
                <a:gd name="T23" fmla="*/ 218 h 536"/>
                <a:gd name="T24" fmla="*/ 333 w 488"/>
                <a:gd name="T25" fmla="*/ 218 h 536"/>
                <a:gd name="T26" fmla="*/ 349 w 488"/>
                <a:gd name="T27" fmla="*/ 222 h 536"/>
                <a:gd name="T28" fmla="*/ 361 w 488"/>
                <a:gd name="T29" fmla="*/ 231 h 536"/>
                <a:gd name="T30" fmla="*/ 370 w 488"/>
                <a:gd name="T31" fmla="*/ 243 h 536"/>
                <a:gd name="T32" fmla="*/ 373 w 488"/>
                <a:gd name="T33" fmla="*/ 259 h 536"/>
                <a:gd name="T34" fmla="*/ 370 w 488"/>
                <a:gd name="T35" fmla="*/ 276 h 536"/>
                <a:gd name="T36" fmla="*/ 361 w 488"/>
                <a:gd name="T37" fmla="*/ 288 h 536"/>
                <a:gd name="T38" fmla="*/ 349 w 488"/>
                <a:gd name="T39" fmla="*/ 297 h 536"/>
                <a:gd name="T40" fmla="*/ 333 w 488"/>
                <a:gd name="T41" fmla="*/ 300 h 536"/>
                <a:gd name="T42" fmla="*/ 97 w 488"/>
                <a:gd name="T43" fmla="*/ 300 h 536"/>
                <a:gd name="T44" fmla="*/ 97 w 488"/>
                <a:gd name="T45" fmla="*/ 454 h 536"/>
                <a:gd name="T46" fmla="*/ 446 w 488"/>
                <a:gd name="T47" fmla="*/ 454 h 536"/>
                <a:gd name="T48" fmla="*/ 464 w 488"/>
                <a:gd name="T49" fmla="*/ 457 h 536"/>
                <a:gd name="T50" fmla="*/ 476 w 488"/>
                <a:gd name="T51" fmla="*/ 466 h 536"/>
                <a:gd name="T52" fmla="*/ 485 w 488"/>
                <a:gd name="T53" fmla="*/ 478 h 536"/>
                <a:gd name="T54" fmla="*/ 488 w 488"/>
                <a:gd name="T55" fmla="*/ 494 h 536"/>
                <a:gd name="T56" fmla="*/ 485 w 488"/>
                <a:gd name="T57" fmla="*/ 512 h 536"/>
                <a:gd name="T58" fmla="*/ 476 w 488"/>
                <a:gd name="T59" fmla="*/ 524 h 536"/>
                <a:gd name="T60" fmla="*/ 464 w 488"/>
                <a:gd name="T61" fmla="*/ 533 h 536"/>
                <a:gd name="T62" fmla="*/ 446 w 488"/>
                <a:gd name="T63" fmla="*/ 536 h 536"/>
                <a:gd name="T64" fmla="*/ 0 w 488"/>
                <a:gd name="T65" fmla="*/ 536 h 536"/>
                <a:gd name="T66" fmla="*/ 0 w 488"/>
                <a:gd name="T6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88" h="536">
                  <a:moveTo>
                    <a:pt x="0" y="0"/>
                  </a:moveTo>
                  <a:lnTo>
                    <a:pt x="438" y="0"/>
                  </a:lnTo>
                  <a:lnTo>
                    <a:pt x="453" y="2"/>
                  </a:lnTo>
                  <a:lnTo>
                    <a:pt x="467" y="12"/>
                  </a:lnTo>
                  <a:lnTo>
                    <a:pt x="476" y="25"/>
                  </a:lnTo>
                  <a:lnTo>
                    <a:pt x="480" y="40"/>
                  </a:lnTo>
                  <a:lnTo>
                    <a:pt x="476" y="56"/>
                  </a:lnTo>
                  <a:lnTo>
                    <a:pt x="467" y="70"/>
                  </a:lnTo>
                  <a:lnTo>
                    <a:pt x="453" y="79"/>
                  </a:lnTo>
                  <a:lnTo>
                    <a:pt x="438" y="82"/>
                  </a:lnTo>
                  <a:lnTo>
                    <a:pt x="97" y="82"/>
                  </a:lnTo>
                  <a:lnTo>
                    <a:pt x="97" y="218"/>
                  </a:lnTo>
                  <a:lnTo>
                    <a:pt x="333" y="218"/>
                  </a:lnTo>
                  <a:lnTo>
                    <a:pt x="349" y="222"/>
                  </a:lnTo>
                  <a:lnTo>
                    <a:pt x="361" y="231"/>
                  </a:lnTo>
                  <a:lnTo>
                    <a:pt x="370" y="243"/>
                  </a:lnTo>
                  <a:lnTo>
                    <a:pt x="373" y="259"/>
                  </a:lnTo>
                  <a:lnTo>
                    <a:pt x="370" y="276"/>
                  </a:lnTo>
                  <a:lnTo>
                    <a:pt x="361" y="288"/>
                  </a:lnTo>
                  <a:lnTo>
                    <a:pt x="349" y="297"/>
                  </a:lnTo>
                  <a:lnTo>
                    <a:pt x="333" y="300"/>
                  </a:lnTo>
                  <a:lnTo>
                    <a:pt x="97" y="300"/>
                  </a:lnTo>
                  <a:lnTo>
                    <a:pt x="97" y="454"/>
                  </a:lnTo>
                  <a:lnTo>
                    <a:pt x="446" y="454"/>
                  </a:lnTo>
                  <a:lnTo>
                    <a:pt x="464" y="457"/>
                  </a:lnTo>
                  <a:lnTo>
                    <a:pt x="476" y="466"/>
                  </a:lnTo>
                  <a:lnTo>
                    <a:pt x="485" y="478"/>
                  </a:lnTo>
                  <a:lnTo>
                    <a:pt x="488" y="494"/>
                  </a:lnTo>
                  <a:lnTo>
                    <a:pt x="485" y="512"/>
                  </a:lnTo>
                  <a:lnTo>
                    <a:pt x="476" y="524"/>
                  </a:lnTo>
                  <a:lnTo>
                    <a:pt x="464" y="533"/>
                  </a:lnTo>
                  <a:lnTo>
                    <a:pt x="446" y="536"/>
                  </a:lnTo>
                  <a:lnTo>
                    <a:pt x="0" y="536"/>
                  </a:lnTo>
                  <a:lnTo>
                    <a:pt x="0"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6" name="Freeform 14"/>
            <p:cNvSpPr>
              <a:spLocks/>
            </p:cNvSpPr>
            <p:nvPr userDrawn="1"/>
          </p:nvSpPr>
          <p:spPr bwMode="auto">
            <a:xfrm>
              <a:off x="7785916" y="618911"/>
              <a:ext cx="25911" cy="24831"/>
            </a:xfrm>
            <a:custGeom>
              <a:avLst/>
              <a:gdLst>
                <a:gd name="T0" fmla="*/ 51 w 96"/>
                <a:gd name="T1" fmla="*/ 0 h 92"/>
                <a:gd name="T2" fmla="*/ 53 w 96"/>
                <a:gd name="T3" fmla="*/ 0 h 92"/>
                <a:gd name="T4" fmla="*/ 70 w 96"/>
                <a:gd name="T5" fmla="*/ 5 h 92"/>
                <a:gd name="T6" fmla="*/ 84 w 96"/>
                <a:gd name="T7" fmla="*/ 15 h 92"/>
                <a:gd name="T8" fmla="*/ 93 w 96"/>
                <a:gd name="T9" fmla="*/ 31 h 92"/>
                <a:gd name="T10" fmla="*/ 96 w 96"/>
                <a:gd name="T11" fmla="*/ 49 h 92"/>
                <a:gd name="T12" fmla="*/ 91 w 96"/>
                <a:gd name="T13" fmla="*/ 66 h 92"/>
                <a:gd name="T14" fmla="*/ 81 w 96"/>
                <a:gd name="T15" fmla="*/ 80 h 92"/>
                <a:gd name="T16" fmla="*/ 65 w 96"/>
                <a:gd name="T17" fmla="*/ 91 h 92"/>
                <a:gd name="T18" fmla="*/ 47 w 96"/>
                <a:gd name="T19" fmla="*/ 92 h 92"/>
                <a:gd name="T20" fmla="*/ 44 w 96"/>
                <a:gd name="T21" fmla="*/ 92 h 92"/>
                <a:gd name="T22" fmla="*/ 26 w 96"/>
                <a:gd name="T23" fmla="*/ 87 h 92"/>
                <a:gd name="T24" fmla="*/ 12 w 96"/>
                <a:gd name="T25" fmla="*/ 77 h 92"/>
                <a:gd name="T26" fmla="*/ 4 w 96"/>
                <a:gd name="T27" fmla="*/ 61 h 92"/>
                <a:gd name="T28" fmla="*/ 0 w 96"/>
                <a:gd name="T29" fmla="*/ 43 h 92"/>
                <a:gd name="T30" fmla="*/ 5 w 96"/>
                <a:gd name="T31" fmla="*/ 26 h 92"/>
                <a:gd name="T32" fmla="*/ 16 w 96"/>
                <a:gd name="T33" fmla="*/ 12 h 92"/>
                <a:gd name="T34" fmla="*/ 32 w 96"/>
                <a:gd name="T35" fmla="*/ 2 h 92"/>
                <a:gd name="T36" fmla="*/ 51 w 96"/>
                <a:gd name="T37" fmla="*/ 0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6" h="92">
                  <a:moveTo>
                    <a:pt x="51" y="0"/>
                  </a:moveTo>
                  <a:lnTo>
                    <a:pt x="53" y="0"/>
                  </a:lnTo>
                  <a:lnTo>
                    <a:pt x="70" y="5"/>
                  </a:lnTo>
                  <a:lnTo>
                    <a:pt x="84" y="15"/>
                  </a:lnTo>
                  <a:lnTo>
                    <a:pt x="93" y="31"/>
                  </a:lnTo>
                  <a:lnTo>
                    <a:pt x="96" y="49"/>
                  </a:lnTo>
                  <a:lnTo>
                    <a:pt x="91" y="66"/>
                  </a:lnTo>
                  <a:lnTo>
                    <a:pt x="81" y="80"/>
                  </a:lnTo>
                  <a:lnTo>
                    <a:pt x="65" y="91"/>
                  </a:lnTo>
                  <a:lnTo>
                    <a:pt x="47" y="92"/>
                  </a:lnTo>
                  <a:lnTo>
                    <a:pt x="44" y="92"/>
                  </a:lnTo>
                  <a:lnTo>
                    <a:pt x="26" y="87"/>
                  </a:lnTo>
                  <a:lnTo>
                    <a:pt x="12" y="77"/>
                  </a:lnTo>
                  <a:lnTo>
                    <a:pt x="4" y="61"/>
                  </a:lnTo>
                  <a:lnTo>
                    <a:pt x="0" y="43"/>
                  </a:lnTo>
                  <a:lnTo>
                    <a:pt x="5" y="26"/>
                  </a:lnTo>
                  <a:lnTo>
                    <a:pt x="16" y="12"/>
                  </a:lnTo>
                  <a:lnTo>
                    <a:pt x="32" y="2"/>
                  </a:lnTo>
                  <a:lnTo>
                    <a:pt x="51"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7" name="Freeform 15"/>
            <p:cNvSpPr>
              <a:spLocks/>
            </p:cNvSpPr>
            <p:nvPr userDrawn="1"/>
          </p:nvSpPr>
          <p:spPr bwMode="auto">
            <a:xfrm>
              <a:off x="7868507" y="539289"/>
              <a:ext cx="37247" cy="44804"/>
            </a:xfrm>
            <a:custGeom>
              <a:avLst/>
              <a:gdLst>
                <a:gd name="T0" fmla="*/ 40 w 138"/>
                <a:gd name="T1" fmla="*/ 0 h 166"/>
                <a:gd name="T2" fmla="*/ 57 w 138"/>
                <a:gd name="T3" fmla="*/ 2 h 166"/>
                <a:gd name="T4" fmla="*/ 73 w 138"/>
                <a:gd name="T5" fmla="*/ 9 h 166"/>
                <a:gd name="T6" fmla="*/ 85 w 138"/>
                <a:gd name="T7" fmla="*/ 22 h 166"/>
                <a:gd name="T8" fmla="*/ 132 w 138"/>
                <a:gd name="T9" fmla="*/ 96 h 166"/>
                <a:gd name="T10" fmla="*/ 138 w 138"/>
                <a:gd name="T11" fmla="*/ 113 h 166"/>
                <a:gd name="T12" fmla="*/ 138 w 138"/>
                <a:gd name="T13" fmla="*/ 131 h 166"/>
                <a:gd name="T14" fmla="*/ 129 w 138"/>
                <a:gd name="T15" fmla="*/ 146 h 166"/>
                <a:gd name="T16" fmla="*/ 115 w 138"/>
                <a:gd name="T17" fmla="*/ 159 h 166"/>
                <a:gd name="T18" fmla="*/ 99 w 138"/>
                <a:gd name="T19" fmla="*/ 166 h 166"/>
                <a:gd name="T20" fmla="*/ 80 w 138"/>
                <a:gd name="T21" fmla="*/ 164 h 166"/>
                <a:gd name="T22" fmla="*/ 64 w 138"/>
                <a:gd name="T23" fmla="*/ 157 h 166"/>
                <a:gd name="T24" fmla="*/ 52 w 138"/>
                <a:gd name="T25" fmla="*/ 143 h 166"/>
                <a:gd name="T26" fmla="*/ 5 w 138"/>
                <a:gd name="T27" fmla="*/ 70 h 166"/>
                <a:gd name="T28" fmla="*/ 0 w 138"/>
                <a:gd name="T29" fmla="*/ 52 h 166"/>
                <a:gd name="T30" fmla="*/ 0 w 138"/>
                <a:gd name="T31" fmla="*/ 35 h 166"/>
                <a:gd name="T32" fmla="*/ 8 w 138"/>
                <a:gd name="T33" fmla="*/ 17 h 166"/>
                <a:gd name="T34" fmla="*/ 22 w 138"/>
                <a:gd name="T35" fmla="*/ 7 h 166"/>
                <a:gd name="T36" fmla="*/ 40 w 138"/>
                <a:gd name="T37" fmla="*/ 0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38" h="166">
                  <a:moveTo>
                    <a:pt x="40" y="0"/>
                  </a:moveTo>
                  <a:lnTo>
                    <a:pt x="57" y="2"/>
                  </a:lnTo>
                  <a:lnTo>
                    <a:pt x="73" y="9"/>
                  </a:lnTo>
                  <a:lnTo>
                    <a:pt x="85" y="22"/>
                  </a:lnTo>
                  <a:lnTo>
                    <a:pt x="132" y="96"/>
                  </a:lnTo>
                  <a:lnTo>
                    <a:pt x="138" y="113"/>
                  </a:lnTo>
                  <a:lnTo>
                    <a:pt x="138" y="131"/>
                  </a:lnTo>
                  <a:lnTo>
                    <a:pt x="129" y="146"/>
                  </a:lnTo>
                  <a:lnTo>
                    <a:pt x="115" y="159"/>
                  </a:lnTo>
                  <a:lnTo>
                    <a:pt x="99" y="166"/>
                  </a:lnTo>
                  <a:lnTo>
                    <a:pt x="80" y="164"/>
                  </a:lnTo>
                  <a:lnTo>
                    <a:pt x="64" y="157"/>
                  </a:lnTo>
                  <a:lnTo>
                    <a:pt x="52" y="143"/>
                  </a:lnTo>
                  <a:lnTo>
                    <a:pt x="5" y="70"/>
                  </a:lnTo>
                  <a:lnTo>
                    <a:pt x="0" y="52"/>
                  </a:lnTo>
                  <a:lnTo>
                    <a:pt x="0" y="35"/>
                  </a:lnTo>
                  <a:lnTo>
                    <a:pt x="8" y="17"/>
                  </a:lnTo>
                  <a:lnTo>
                    <a:pt x="22" y="7"/>
                  </a:lnTo>
                  <a:lnTo>
                    <a:pt x="40"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8" name="Freeform 16"/>
            <p:cNvSpPr>
              <a:spLocks/>
            </p:cNvSpPr>
            <p:nvPr userDrawn="1"/>
          </p:nvSpPr>
          <p:spPr bwMode="auto">
            <a:xfrm>
              <a:off x="7965403" y="477481"/>
              <a:ext cx="37787" cy="69366"/>
            </a:xfrm>
            <a:custGeom>
              <a:avLst/>
              <a:gdLst>
                <a:gd name="T0" fmla="*/ 53 w 140"/>
                <a:gd name="T1" fmla="*/ 0 h 257"/>
                <a:gd name="T2" fmla="*/ 68 w 140"/>
                <a:gd name="T3" fmla="*/ 7 h 257"/>
                <a:gd name="T4" fmla="*/ 82 w 140"/>
                <a:gd name="T5" fmla="*/ 19 h 257"/>
                <a:gd name="T6" fmla="*/ 89 w 140"/>
                <a:gd name="T7" fmla="*/ 35 h 257"/>
                <a:gd name="T8" fmla="*/ 140 w 140"/>
                <a:gd name="T9" fmla="*/ 199 h 257"/>
                <a:gd name="T10" fmla="*/ 140 w 140"/>
                <a:gd name="T11" fmla="*/ 218 h 257"/>
                <a:gd name="T12" fmla="*/ 135 w 140"/>
                <a:gd name="T13" fmla="*/ 234 h 257"/>
                <a:gd name="T14" fmla="*/ 122 w 140"/>
                <a:gd name="T15" fmla="*/ 248 h 257"/>
                <a:gd name="T16" fmla="*/ 105 w 140"/>
                <a:gd name="T17" fmla="*/ 255 h 257"/>
                <a:gd name="T18" fmla="*/ 88 w 140"/>
                <a:gd name="T19" fmla="*/ 257 h 257"/>
                <a:gd name="T20" fmla="*/ 70 w 140"/>
                <a:gd name="T21" fmla="*/ 250 h 257"/>
                <a:gd name="T22" fmla="*/ 58 w 140"/>
                <a:gd name="T23" fmla="*/ 239 h 257"/>
                <a:gd name="T24" fmla="*/ 49 w 140"/>
                <a:gd name="T25" fmla="*/ 222 h 257"/>
                <a:gd name="T26" fmla="*/ 0 w 140"/>
                <a:gd name="T27" fmla="*/ 58 h 257"/>
                <a:gd name="T28" fmla="*/ 0 w 140"/>
                <a:gd name="T29" fmla="*/ 40 h 257"/>
                <a:gd name="T30" fmla="*/ 5 w 140"/>
                <a:gd name="T31" fmla="*/ 23 h 257"/>
                <a:gd name="T32" fmla="*/ 18 w 140"/>
                <a:gd name="T33" fmla="*/ 11 h 257"/>
                <a:gd name="T34" fmla="*/ 33 w 140"/>
                <a:gd name="T35" fmla="*/ 2 h 257"/>
                <a:gd name="T36" fmla="*/ 53 w 140"/>
                <a:gd name="T37" fmla="*/ 0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40" h="257">
                  <a:moveTo>
                    <a:pt x="53" y="0"/>
                  </a:moveTo>
                  <a:lnTo>
                    <a:pt x="68" y="7"/>
                  </a:lnTo>
                  <a:lnTo>
                    <a:pt x="82" y="19"/>
                  </a:lnTo>
                  <a:lnTo>
                    <a:pt x="89" y="35"/>
                  </a:lnTo>
                  <a:lnTo>
                    <a:pt x="140" y="199"/>
                  </a:lnTo>
                  <a:lnTo>
                    <a:pt x="140" y="218"/>
                  </a:lnTo>
                  <a:lnTo>
                    <a:pt x="135" y="234"/>
                  </a:lnTo>
                  <a:lnTo>
                    <a:pt x="122" y="248"/>
                  </a:lnTo>
                  <a:lnTo>
                    <a:pt x="105" y="255"/>
                  </a:lnTo>
                  <a:lnTo>
                    <a:pt x="88" y="257"/>
                  </a:lnTo>
                  <a:lnTo>
                    <a:pt x="70" y="250"/>
                  </a:lnTo>
                  <a:lnTo>
                    <a:pt x="58" y="239"/>
                  </a:lnTo>
                  <a:lnTo>
                    <a:pt x="49" y="222"/>
                  </a:lnTo>
                  <a:lnTo>
                    <a:pt x="0" y="58"/>
                  </a:lnTo>
                  <a:lnTo>
                    <a:pt x="0" y="40"/>
                  </a:lnTo>
                  <a:lnTo>
                    <a:pt x="5" y="23"/>
                  </a:lnTo>
                  <a:lnTo>
                    <a:pt x="18" y="11"/>
                  </a:lnTo>
                  <a:lnTo>
                    <a:pt x="33" y="2"/>
                  </a:lnTo>
                  <a:lnTo>
                    <a:pt x="53"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9" name="Freeform 17"/>
            <p:cNvSpPr>
              <a:spLocks/>
            </p:cNvSpPr>
            <p:nvPr userDrawn="1"/>
          </p:nvSpPr>
          <p:spPr bwMode="auto">
            <a:xfrm>
              <a:off x="8070936" y="427548"/>
              <a:ext cx="32119" cy="95546"/>
            </a:xfrm>
            <a:custGeom>
              <a:avLst/>
              <a:gdLst>
                <a:gd name="T0" fmla="*/ 44 w 119"/>
                <a:gd name="T1" fmla="*/ 0 h 354"/>
                <a:gd name="T2" fmla="*/ 63 w 119"/>
                <a:gd name="T3" fmla="*/ 4 h 354"/>
                <a:gd name="T4" fmla="*/ 77 w 119"/>
                <a:gd name="T5" fmla="*/ 12 h 354"/>
                <a:gd name="T6" fmla="*/ 87 w 119"/>
                <a:gd name="T7" fmla="*/ 26 h 354"/>
                <a:gd name="T8" fmla="*/ 93 w 119"/>
                <a:gd name="T9" fmla="*/ 44 h 354"/>
                <a:gd name="T10" fmla="*/ 119 w 119"/>
                <a:gd name="T11" fmla="*/ 306 h 354"/>
                <a:gd name="T12" fmla="*/ 115 w 119"/>
                <a:gd name="T13" fmla="*/ 323 h 354"/>
                <a:gd name="T14" fmla="*/ 107 w 119"/>
                <a:gd name="T15" fmla="*/ 339 h 354"/>
                <a:gd name="T16" fmla="*/ 93 w 119"/>
                <a:gd name="T17" fmla="*/ 349 h 354"/>
                <a:gd name="T18" fmla="*/ 75 w 119"/>
                <a:gd name="T19" fmla="*/ 354 h 354"/>
                <a:gd name="T20" fmla="*/ 58 w 119"/>
                <a:gd name="T21" fmla="*/ 351 h 354"/>
                <a:gd name="T22" fmla="*/ 42 w 119"/>
                <a:gd name="T23" fmla="*/ 342 h 354"/>
                <a:gd name="T24" fmla="*/ 32 w 119"/>
                <a:gd name="T25" fmla="*/ 328 h 354"/>
                <a:gd name="T26" fmla="*/ 26 w 119"/>
                <a:gd name="T27" fmla="*/ 311 h 354"/>
                <a:gd name="T28" fmla="*/ 0 w 119"/>
                <a:gd name="T29" fmla="*/ 49 h 354"/>
                <a:gd name="T30" fmla="*/ 4 w 119"/>
                <a:gd name="T31" fmla="*/ 32 h 354"/>
                <a:gd name="T32" fmla="*/ 12 w 119"/>
                <a:gd name="T33" fmla="*/ 16 h 354"/>
                <a:gd name="T34" fmla="*/ 26 w 119"/>
                <a:gd name="T35" fmla="*/ 5 h 354"/>
                <a:gd name="T36" fmla="*/ 44 w 119"/>
                <a:gd name="T37" fmla="*/ 0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9" h="354">
                  <a:moveTo>
                    <a:pt x="44" y="0"/>
                  </a:moveTo>
                  <a:lnTo>
                    <a:pt x="63" y="4"/>
                  </a:lnTo>
                  <a:lnTo>
                    <a:pt x="77" y="12"/>
                  </a:lnTo>
                  <a:lnTo>
                    <a:pt x="87" y="26"/>
                  </a:lnTo>
                  <a:lnTo>
                    <a:pt x="93" y="44"/>
                  </a:lnTo>
                  <a:lnTo>
                    <a:pt x="119" y="306"/>
                  </a:lnTo>
                  <a:lnTo>
                    <a:pt x="115" y="323"/>
                  </a:lnTo>
                  <a:lnTo>
                    <a:pt x="107" y="339"/>
                  </a:lnTo>
                  <a:lnTo>
                    <a:pt x="93" y="349"/>
                  </a:lnTo>
                  <a:lnTo>
                    <a:pt x="75" y="354"/>
                  </a:lnTo>
                  <a:lnTo>
                    <a:pt x="58" y="351"/>
                  </a:lnTo>
                  <a:lnTo>
                    <a:pt x="42" y="342"/>
                  </a:lnTo>
                  <a:lnTo>
                    <a:pt x="32" y="328"/>
                  </a:lnTo>
                  <a:lnTo>
                    <a:pt x="26" y="311"/>
                  </a:lnTo>
                  <a:lnTo>
                    <a:pt x="0" y="49"/>
                  </a:lnTo>
                  <a:lnTo>
                    <a:pt x="4" y="32"/>
                  </a:lnTo>
                  <a:lnTo>
                    <a:pt x="12" y="16"/>
                  </a:lnTo>
                  <a:lnTo>
                    <a:pt x="26" y="5"/>
                  </a:lnTo>
                  <a:lnTo>
                    <a:pt x="44"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0" name="Freeform 18"/>
            <p:cNvSpPr>
              <a:spLocks/>
            </p:cNvSpPr>
            <p:nvPr userDrawn="1"/>
          </p:nvSpPr>
          <p:spPr bwMode="auto">
            <a:xfrm>
              <a:off x="8178358" y="392731"/>
              <a:ext cx="29690" cy="119568"/>
            </a:xfrm>
            <a:custGeom>
              <a:avLst/>
              <a:gdLst>
                <a:gd name="T0" fmla="*/ 68 w 110"/>
                <a:gd name="T1" fmla="*/ 0 h 443"/>
                <a:gd name="T2" fmla="*/ 86 w 110"/>
                <a:gd name="T3" fmla="*/ 5 h 443"/>
                <a:gd name="T4" fmla="*/ 100 w 110"/>
                <a:gd name="T5" fmla="*/ 16 h 443"/>
                <a:gd name="T6" fmla="*/ 107 w 110"/>
                <a:gd name="T7" fmla="*/ 31 h 443"/>
                <a:gd name="T8" fmla="*/ 110 w 110"/>
                <a:gd name="T9" fmla="*/ 51 h 443"/>
                <a:gd name="T10" fmla="*/ 93 w 110"/>
                <a:gd name="T11" fmla="*/ 401 h 443"/>
                <a:gd name="T12" fmla="*/ 87 w 110"/>
                <a:gd name="T13" fmla="*/ 419 h 443"/>
                <a:gd name="T14" fmla="*/ 75 w 110"/>
                <a:gd name="T15" fmla="*/ 433 h 443"/>
                <a:gd name="T16" fmla="*/ 61 w 110"/>
                <a:gd name="T17" fmla="*/ 442 h 443"/>
                <a:gd name="T18" fmla="*/ 42 w 110"/>
                <a:gd name="T19" fmla="*/ 443 h 443"/>
                <a:gd name="T20" fmla="*/ 25 w 110"/>
                <a:gd name="T21" fmla="*/ 438 h 443"/>
                <a:gd name="T22" fmla="*/ 11 w 110"/>
                <a:gd name="T23" fmla="*/ 426 h 443"/>
                <a:gd name="T24" fmla="*/ 2 w 110"/>
                <a:gd name="T25" fmla="*/ 412 h 443"/>
                <a:gd name="T26" fmla="*/ 0 w 110"/>
                <a:gd name="T27" fmla="*/ 393 h 443"/>
                <a:gd name="T28" fmla="*/ 18 w 110"/>
                <a:gd name="T29" fmla="*/ 42 h 443"/>
                <a:gd name="T30" fmla="*/ 23 w 110"/>
                <a:gd name="T31" fmla="*/ 24 h 443"/>
                <a:gd name="T32" fmla="*/ 33 w 110"/>
                <a:gd name="T33" fmla="*/ 10 h 443"/>
                <a:gd name="T34" fmla="*/ 49 w 110"/>
                <a:gd name="T35" fmla="*/ 2 h 443"/>
                <a:gd name="T36" fmla="*/ 68 w 110"/>
                <a:gd name="T37" fmla="*/ 0 h 4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0" h="443">
                  <a:moveTo>
                    <a:pt x="68" y="0"/>
                  </a:moveTo>
                  <a:lnTo>
                    <a:pt x="86" y="5"/>
                  </a:lnTo>
                  <a:lnTo>
                    <a:pt x="100" y="16"/>
                  </a:lnTo>
                  <a:lnTo>
                    <a:pt x="107" y="31"/>
                  </a:lnTo>
                  <a:lnTo>
                    <a:pt x="110" y="51"/>
                  </a:lnTo>
                  <a:lnTo>
                    <a:pt x="93" y="401"/>
                  </a:lnTo>
                  <a:lnTo>
                    <a:pt x="87" y="419"/>
                  </a:lnTo>
                  <a:lnTo>
                    <a:pt x="75" y="433"/>
                  </a:lnTo>
                  <a:lnTo>
                    <a:pt x="61" y="442"/>
                  </a:lnTo>
                  <a:lnTo>
                    <a:pt x="42" y="443"/>
                  </a:lnTo>
                  <a:lnTo>
                    <a:pt x="25" y="438"/>
                  </a:lnTo>
                  <a:lnTo>
                    <a:pt x="11" y="426"/>
                  </a:lnTo>
                  <a:lnTo>
                    <a:pt x="2" y="412"/>
                  </a:lnTo>
                  <a:lnTo>
                    <a:pt x="0" y="393"/>
                  </a:lnTo>
                  <a:lnTo>
                    <a:pt x="18" y="42"/>
                  </a:lnTo>
                  <a:lnTo>
                    <a:pt x="23" y="24"/>
                  </a:lnTo>
                  <a:lnTo>
                    <a:pt x="33" y="10"/>
                  </a:lnTo>
                  <a:lnTo>
                    <a:pt x="49" y="2"/>
                  </a:lnTo>
                  <a:lnTo>
                    <a:pt x="68"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1" name="Freeform 19"/>
            <p:cNvSpPr>
              <a:spLocks/>
            </p:cNvSpPr>
            <p:nvPr userDrawn="1"/>
          </p:nvSpPr>
          <p:spPr bwMode="auto">
            <a:xfrm>
              <a:off x="8280113" y="371948"/>
              <a:ext cx="46154" cy="141430"/>
            </a:xfrm>
            <a:custGeom>
              <a:avLst/>
              <a:gdLst>
                <a:gd name="T0" fmla="*/ 119 w 171"/>
                <a:gd name="T1" fmla="*/ 0 h 524"/>
                <a:gd name="T2" fmla="*/ 136 w 171"/>
                <a:gd name="T3" fmla="*/ 0 h 524"/>
                <a:gd name="T4" fmla="*/ 154 w 171"/>
                <a:gd name="T5" fmla="*/ 9 h 524"/>
                <a:gd name="T6" fmla="*/ 166 w 171"/>
                <a:gd name="T7" fmla="*/ 21 h 524"/>
                <a:gd name="T8" fmla="*/ 171 w 171"/>
                <a:gd name="T9" fmla="*/ 37 h 524"/>
                <a:gd name="T10" fmla="*/ 171 w 171"/>
                <a:gd name="T11" fmla="*/ 56 h 524"/>
                <a:gd name="T12" fmla="*/ 91 w 171"/>
                <a:gd name="T13" fmla="*/ 489 h 524"/>
                <a:gd name="T14" fmla="*/ 84 w 171"/>
                <a:gd name="T15" fmla="*/ 506 h 524"/>
                <a:gd name="T16" fmla="*/ 70 w 171"/>
                <a:gd name="T17" fmla="*/ 517 h 524"/>
                <a:gd name="T18" fmla="*/ 54 w 171"/>
                <a:gd name="T19" fmla="*/ 524 h 524"/>
                <a:gd name="T20" fmla="*/ 37 w 171"/>
                <a:gd name="T21" fmla="*/ 524 h 524"/>
                <a:gd name="T22" fmla="*/ 19 w 171"/>
                <a:gd name="T23" fmla="*/ 517 h 524"/>
                <a:gd name="T24" fmla="*/ 7 w 171"/>
                <a:gd name="T25" fmla="*/ 503 h 524"/>
                <a:gd name="T26" fmla="*/ 0 w 171"/>
                <a:gd name="T27" fmla="*/ 487 h 524"/>
                <a:gd name="T28" fmla="*/ 2 w 171"/>
                <a:gd name="T29" fmla="*/ 468 h 524"/>
                <a:gd name="T30" fmla="*/ 82 w 171"/>
                <a:gd name="T31" fmla="*/ 35 h 524"/>
                <a:gd name="T32" fmla="*/ 89 w 171"/>
                <a:gd name="T33" fmla="*/ 19 h 524"/>
                <a:gd name="T34" fmla="*/ 101 w 171"/>
                <a:gd name="T35" fmla="*/ 7 h 524"/>
                <a:gd name="T36" fmla="*/ 119 w 171"/>
                <a:gd name="T37" fmla="*/ 0 h 5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71" h="524">
                  <a:moveTo>
                    <a:pt x="119" y="0"/>
                  </a:moveTo>
                  <a:lnTo>
                    <a:pt x="136" y="0"/>
                  </a:lnTo>
                  <a:lnTo>
                    <a:pt x="154" y="9"/>
                  </a:lnTo>
                  <a:lnTo>
                    <a:pt x="166" y="21"/>
                  </a:lnTo>
                  <a:lnTo>
                    <a:pt x="171" y="37"/>
                  </a:lnTo>
                  <a:lnTo>
                    <a:pt x="171" y="56"/>
                  </a:lnTo>
                  <a:lnTo>
                    <a:pt x="91" y="489"/>
                  </a:lnTo>
                  <a:lnTo>
                    <a:pt x="84" y="506"/>
                  </a:lnTo>
                  <a:lnTo>
                    <a:pt x="70" y="517"/>
                  </a:lnTo>
                  <a:lnTo>
                    <a:pt x="54" y="524"/>
                  </a:lnTo>
                  <a:lnTo>
                    <a:pt x="37" y="524"/>
                  </a:lnTo>
                  <a:lnTo>
                    <a:pt x="19" y="517"/>
                  </a:lnTo>
                  <a:lnTo>
                    <a:pt x="7" y="503"/>
                  </a:lnTo>
                  <a:lnTo>
                    <a:pt x="0" y="487"/>
                  </a:lnTo>
                  <a:lnTo>
                    <a:pt x="2" y="468"/>
                  </a:lnTo>
                  <a:lnTo>
                    <a:pt x="82" y="35"/>
                  </a:lnTo>
                  <a:lnTo>
                    <a:pt x="89" y="19"/>
                  </a:lnTo>
                  <a:lnTo>
                    <a:pt x="101" y="7"/>
                  </a:lnTo>
                  <a:lnTo>
                    <a:pt x="119"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2" name="Freeform 20"/>
            <p:cNvSpPr>
              <a:spLocks/>
            </p:cNvSpPr>
            <p:nvPr userDrawn="1"/>
          </p:nvSpPr>
          <p:spPr bwMode="auto">
            <a:xfrm>
              <a:off x="8379438" y="365740"/>
              <a:ext cx="68826" cy="161673"/>
            </a:xfrm>
            <a:custGeom>
              <a:avLst/>
              <a:gdLst>
                <a:gd name="T0" fmla="*/ 206 w 255"/>
                <a:gd name="T1" fmla="*/ 0 h 599"/>
                <a:gd name="T2" fmla="*/ 226 w 255"/>
                <a:gd name="T3" fmla="*/ 4 h 599"/>
                <a:gd name="T4" fmla="*/ 241 w 255"/>
                <a:gd name="T5" fmla="*/ 13 h 599"/>
                <a:gd name="T6" fmla="*/ 252 w 255"/>
                <a:gd name="T7" fmla="*/ 27 h 599"/>
                <a:gd name="T8" fmla="*/ 255 w 255"/>
                <a:gd name="T9" fmla="*/ 44 h 599"/>
                <a:gd name="T10" fmla="*/ 254 w 255"/>
                <a:gd name="T11" fmla="*/ 62 h 599"/>
                <a:gd name="T12" fmla="*/ 90 w 255"/>
                <a:gd name="T13" fmla="*/ 569 h 599"/>
                <a:gd name="T14" fmla="*/ 81 w 255"/>
                <a:gd name="T15" fmla="*/ 585 h 599"/>
                <a:gd name="T16" fmla="*/ 65 w 255"/>
                <a:gd name="T17" fmla="*/ 596 h 599"/>
                <a:gd name="T18" fmla="*/ 49 w 255"/>
                <a:gd name="T19" fmla="*/ 599 h 599"/>
                <a:gd name="T20" fmla="*/ 30 w 255"/>
                <a:gd name="T21" fmla="*/ 597 h 599"/>
                <a:gd name="T22" fmla="*/ 14 w 255"/>
                <a:gd name="T23" fmla="*/ 587 h 599"/>
                <a:gd name="T24" fmla="*/ 4 w 255"/>
                <a:gd name="T25" fmla="*/ 573 h 599"/>
                <a:gd name="T26" fmla="*/ 0 w 255"/>
                <a:gd name="T27" fmla="*/ 556 h 599"/>
                <a:gd name="T28" fmla="*/ 2 w 255"/>
                <a:gd name="T29" fmla="*/ 538 h 599"/>
                <a:gd name="T30" fmla="*/ 166 w 255"/>
                <a:gd name="T31" fmla="*/ 30 h 599"/>
                <a:gd name="T32" fmla="*/ 175 w 255"/>
                <a:gd name="T33" fmla="*/ 16 h 599"/>
                <a:gd name="T34" fmla="*/ 191 w 255"/>
                <a:gd name="T35" fmla="*/ 6 h 599"/>
                <a:gd name="T36" fmla="*/ 206 w 255"/>
                <a:gd name="T37" fmla="*/ 0 h 5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5" h="599">
                  <a:moveTo>
                    <a:pt x="206" y="0"/>
                  </a:moveTo>
                  <a:lnTo>
                    <a:pt x="226" y="4"/>
                  </a:lnTo>
                  <a:lnTo>
                    <a:pt x="241" y="13"/>
                  </a:lnTo>
                  <a:lnTo>
                    <a:pt x="252" y="27"/>
                  </a:lnTo>
                  <a:lnTo>
                    <a:pt x="255" y="44"/>
                  </a:lnTo>
                  <a:lnTo>
                    <a:pt x="254" y="62"/>
                  </a:lnTo>
                  <a:lnTo>
                    <a:pt x="90" y="569"/>
                  </a:lnTo>
                  <a:lnTo>
                    <a:pt x="81" y="585"/>
                  </a:lnTo>
                  <a:lnTo>
                    <a:pt x="65" y="596"/>
                  </a:lnTo>
                  <a:lnTo>
                    <a:pt x="49" y="599"/>
                  </a:lnTo>
                  <a:lnTo>
                    <a:pt x="30" y="597"/>
                  </a:lnTo>
                  <a:lnTo>
                    <a:pt x="14" y="587"/>
                  </a:lnTo>
                  <a:lnTo>
                    <a:pt x="4" y="573"/>
                  </a:lnTo>
                  <a:lnTo>
                    <a:pt x="0" y="556"/>
                  </a:lnTo>
                  <a:lnTo>
                    <a:pt x="2" y="538"/>
                  </a:lnTo>
                  <a:lnTo>
                    <a:pt x="166" y="30"/>
                  </a:lnTo>
                  <a:lnTo>
                    <a:pt x="175" y="16"/>
                  </a:lnTo>
                  <a:lnTo>
                    <a:pt x="191" y="6"/>
                  </a:lnTo>
                  <a:lnTo>
                    <a:pt x="206"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3" name="Freeform 21"/>
            <p:cNvSpPr>
              <a:spLocks/>
            </p:cNvSpPr>
            <p:nvPr userDrawn="1"/>
          </p:nvSpPr>
          <p:spPr bwMode="auto">
            <a:xfrm>
              <a:off x="8477144" y="377076"/>
              <a:ext cx="95007" cy="176788"/>
            </a:xfrm>
            <a:custGeom>
              <a:avLst/>
              <a:gdLst>
                <a:gd name="T0" fmla="*/ 309 w 352"/>
                <a:gd name="T1" fmla="*/ 0 h 655"/>
                <a:gd name="T2" fmla="*/ 326 w 352"/>
                <a:gd name="T3" fmla="*/ 6 h 655"/>
                <a:gd name="T4" fmla="*/ 342 w 352"/>
                <a:gd name="T5" fmla="*/ 18 h 655"/>
                <a:gd name="T6" fmla="*/ 349 w 352"/>
                <a:gd name="T7" fmla="*/ 32 h 655"/>
                <a:gd name="T8" fmla="*/ 352 w 352"/>
                <a:gd name="T9" fmla="*/ 49 h 655"/>
                <a:gd name="T10" fmla="*/ 347 w 352"/>
                <a:gd name="T11" fmla="*/ 68 h 655"/>
                <a:gd name="T12" fmla="*/ 87 w 352"/>
                <a:gd name="T13" fmla="*/ 630 h 655"/>
                <a:gd name="T14" fmla="*/ 77 w 352"/>
                <a:gd name="T15" fmla="*/ 644 h 655"/>
                <a:gd name="T16" fmla="*/ 61 w 352"/>
                <a:gd name="T17" fmla="*/ 653 h 655"/>
                <a:gd name="T18" fmla="*/ 43 w 352"/>
                <a:gd name="T19" fmla="*/ 655 h 655"/>
                <a:gd name="T20" fmla="*/ 26 w 352"/>
                <a:gd name="T21" fmla="*/ 650 h 655"/>
                <a:gd name="T22" fmla="*/ 10 w 352"/>
                <a:gd name="T23" fmla="*/ 639 h 655"/>
                <a:gd name="T24" fmla="*/ 3 w 352"/>
                <a:gd name="T25" fmla="*/ 623 h 655"/>
                <a:gd name="T26" fmla="*/ 0 w 352"/>
                <a:gd name="T27" fmla="*/ 606 h 655"/>
                <a:gd name="T28" fmla="*/ 5 w 352"/>
                <a:gd name="T29" fmla="*/ 589 h 655"/>
                <a:gd name="T30" fmla="*/ 265 w 352"/>
                <a:gd name="T31" fmla="*/ 27 h 655"/>
                <a:gd name="T32" fmla="*/ 276 w 352"/>
                <a:gd name="T33" fmla="*/ 11 h 655"/>
                <a:gd name="T34" fmla="*/ 291 w 352"/>
                <a:gd name="T35" fmla="*/ 4 h 655"/>
                <a:gd name="T36" fmla="*/ 309 w 352"/>
                <a:gd name="T37" fmla="*/ 0 h 6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52" h="655">
                  <a:moveTo>
                    <a:pt x="309" y="0"/>
                  </a:moveTo>
                  <a:lnTo>
                    <a:pt x="326" y="6"/>
                  </a:lnTo>
                  <a:lnTo>
                    <a:pt x="342" y="18"/>
                  </a:lnTo>
                  <a:lnTo>
                    <a:pt x="349" y="32"/>
                  </a:lnTo>
                  <a:lnTo>
                    <a:pt x="352" y="49"/>
                  </a:lnTo>
                  <a:lnTo>
                    <a:pt x="347" y="68"/>
                  </a:lnTo>
                  <a:lnTo>
                    <a:pt x="87" y="630"/>
                  </a:lnTo>
                  <a:lnTo>
                    <a:pt x="77" y="644"/>
                  </a:lnTo>
                  <a:lnTo>
                    <a:pt x="61" y="653"/>
                  </a:lnTo>
                  <a:lnTo>
                    <a:pt x="43" y="655"/>
                  </a:lnTo>
                  <a:lnTo>
                    <a:pt x="26" y="650"/>
                  </a:lnTo>
                  <a:lnTo>
                    <a:pt x="10" y="639"/>
                  </a:lnTo>
                  <a:lnTo>
                    <a:pt x="3" y="623"/>
                  </a:lnTo>
                  <a:lnTo>
                    <a:pt x="0" y="606"/>
                  </a:lnTo>
                  <a:lnTo>
                    <a:pt x="5" y="589"/>
                  </a:lnTo>
                  <a:lnTo>
                    <a:pt x="265" y="27"/>
                  </a:lnTo>
                  <a:lnTo>
                    <a:pt x="276" y="11"/>
                  </a:lnTo>
                  <a:lnTo>
                    <a:pt x="291" y="4"/>
                  </a:lnTo>
                  <a:lnTo>
                    <a:pt x="309"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4" name="Freeform 22"/>
            <p:cNvSpPr>
              <a:spLocks/>
            </p:cNvSpPr>
            <p:nvPr userDrawn="1"/>
          </p:nvSpPr>
          <p:spPr bwMode="auto">
            <a:xfrm>
              <a:off x="8573230" y="405416"/>
              <a:ext cx="122537" cy="187584"/>
            </a:xfrm>
            <a:custGeom>
              <a:avLst/>
              <a:gdLst>
                <a:gd name="T0" fmla="*/ 417 w 454"/>
                <a:gd name="T1" fmla="*/ 0 h 695"/>
                <a:gd name="T2" fmla="*/ 433 w 454"/>
                <a:gd name="T3" fmla="*/ 7 h 695"/>
                <a:gd name="T4" fmla="*/ 447 w 454"/>
                <a:gd name="T5" fmla="*/ 21 h 695"/>
                <a:gd name="T6" fmla="*/ 454 w 454"/>
                <a:gd name="T7" fmla="*/ 37 h 695"/>
                <a:gd name="T8" fmla="*/ 454 w 454"/>
                <a:gd name="T9" fmla="*/ 54 h 695"/>
                <a:gd name="T10" fmla="*/ 447 w 454"/>
                <a:gd name="T11" fmla="*/ 72 h 695"/>
                <a:gd name="T12" fmla="*/ 84 w 454"/>
                <a:gd name="T13" fmla="*/ 676 h 695"/>
                <a:gd name="T14" fmla="*/ 70 w 454"/>
                <a:gd name="T15" fmla="*/ 688 h 695"/>
                <a:gd name="T16" fmla="*/ 54 w 454"/>
                <a:gd name="T17" fmla="*/ 695 h 695"/>
                <a:gd name="T18" fmla="*/ 37 w 454"/>
                <a:gd name="T19" fmla="*/ 695 h 695"/>
                <a:gd name="T20" fmla="*/ 19 w 454"/>
                <a:gd name="T21" fmla="*/ 688 h 695"/>
                <a:gd name="T22" fmla="*/ 7 w 454"/>
                <a:gd name="T23" fmla="*/ 676 h 695"/>
                <a:gd name="T24" fmla="*/ 0 w 454"/>
                <a:gd name="T25" fmla="*/ 660 h 695"/>
                <a:gd name="T26" fmla="*/ 0 w 454"/>
                <a:gd name="T27" fmla="*/ 642 h 695"/>
                <a:gd name="T28" fmla="*/ 7 w 454"/>
                <a:gd name="T29" fmla="*/ 625 h 695"/>
                <a:gd name="T30" fmla="*/ 370 w 454"/>
                <a:gd name="T31" fmla="*/ 21 h 695"/>
                <a:gd name="T32" fmla="*/ 382 w 454"/>
                <a:gd name="T33" fmla="*/ 7 h 695"/>
                <a:gd name="T34" fmla="*/ 400 w 454"/>
                <a:gd name="T35" fmla="*/ 0 h 695"/>
                <a:gd name="T36" fmla="*/ 417 w 454"/>
                <a:gd name="T37" fmla="*/ 0 h 6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54" h="695">
                  <a:moveTo>
                    <a:pt x="417" y="0"/>
                  </a:moveTo>
                  <a:lnTo>
                    <a:pt x="433" y="7"/>
                  </a:lnTo>
                  <a:lnTo>
                    <a:pt x="447" y="21"/>
                  </a:lnTo>
                  <a:lnTo>
                    <a:pt x="454" y="37"/>
                  </a:lnTo>
                  <a:lnTo>
                    <a:pt x="454" y="54"/>
                  </a:lnTo>
                  <a:lnTo>
                    <a:pt x="447" y="72"/>
                  </a:lnTo>
                  <a:lnTo>
                    <a:pt x="84" y="676"/>
                  </a:lnTo>
                  <a:lnTo>
                    <a:pt x="70" y="688"/>
                  </a:lnTo>
                  <a:lnTo>
                    <a:pt x="54" y="695"/>
                  </a:lnTo>
                  <a:lnTo>
                    <a:pt x="37" y="695"/>
                  </a:lnTo>
                  <a:lnTo>
                    <a:pt x="19" y="688"/>
                  </a:lnTo>
                  <a:lnTo>
                    <a:pt x="7" y="676"/>
                  </a:lnTo>
                  <a:lnTo>
                    <a:pt x="0" y="660"/>
                  </a:lnTo>
                  <a:lnTo>
                    <a:pt x="0" y="642"/>
                  </a:lnTo>
                  <a:lnTo>
                    <a:pt x="7" y="625"/>
                  </a:lnTo>
                  <a:lnTo>
                    <a:pt x="370" y="21"/>
                  </a:lnTo>
                  <a:lnTo>
                    <a:pt x="382" y="7"/>
                  </a:lnTo>
                  <a:lnTo>
                    <a:pt x="400" y="0"/>
                  </a:lnTo>
                  <a:lnTo>
                    <a:pt x="417"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5" name="Freeform 23"/>
            <p:cNvSpPr>
              <a:spLocks/>
            </p:cNvSpPr>
            <p:nvPr userDrawn="1"/>
          </p:nvSpPr>
          <p:spPr bwMode="auto">
            <a:xfrm>
              <a:off x="8663109" y="450760"/>
              <a:ext cx="154656" cy="193522"/>
            </a:xfrm>
            <a:custGeom>
              <a:avLst/>
              <a:gdLst>
                <a:gd name="T0" fmla="*/ 522 w 573"/>
                <a:gd name="T1" fmla="*/ 0 h 717"/>
                <a:gd name="T2" fmla="*/ 540 w 573"/>
                <a:gd name="T3" fmla="*/ 1 h 717"/>
                <a:gd name="T4" fmla="*/ 557 w 573"/>
                <a:gd name="T5" fmla="*/ 10 h 717"/>
                <a:gd name="T6" fmla="*/ 568 w 573"/>
                <a:gd name="T7" fmla="*/ 24 h 717"/>
                <a:gd name="T8" fmla="*/ 573 w 573"/>
                <a:gd name="T9" fmla="*/ 40 h 717"/>
                <a:gd name="T10" fmla="*/ 571 w 573"/>
                <a:gd name="T11" fmla="*/ 57 h 717"/>
                <a:gd name="T12" fmla="*/ 562 w 573"/>
                <a:gd name="T13" fmla="*/ 75 h 717"/>
                <a:gd name="T14" fmla="*/ 81 w 573"/>
                <a:gd name="T15" fmla="*/ 700 h 717"/>
                <a:gd name="T16" fmla="*/ 67 w 573"/>
                <a:gd name="T17" fmla="*/ 712 h 717"/>
                <a:gd name="T18" fmla="*/ 51 w 573"/>
                <a:gd name="T19" fmla="*/ 717 h 717"/>
                <a:gd name="T20" fmla="*/ 32 w 573"/>
                <a:gd name="T21" fmla="*/ 715 h 717"/>
                <a:gd name="T22" fmla="*/ 16 w 573"/>
                <a:gd name="T23" fmla="*/ 707 h 717"/>
                <a:gd name="T24" fmla="*/ 5 w 573"/>
                <a:gd name="T25" fmla="*/ 693 h 717"/>
                <a:gd name="T26" fmla="*/ 0 w 573"/>
                <a:gd name="T27" fmla="*/ 675 h 717"/>
                <a:gd name="T28" fmla="*/ 2 w 573"/>
                <a:gd name="T29" fmla="*/ 658 h 717"/>
                <a:gd name="T30" fmla="*/ 11 w 573"/>
                <a:gd name="T31" fmla="*/ 642 h 717"/>
                <a:gd name="T32" fmla="*/ 491 w 573"/>
                <a:gd name="T33" fmla="*/ 15 h 717"/>
                <a:gd name="T34" fmla="*/ 506 w 573"/>
                <a:gd name="T35" fmla="*/ 3 h 717"/>
                <a:gd name="T36" fmla="*/ 522 w 573"/>
                <a:gd name="T37" fmla="*/ 0 h 7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73" h="717">
                  <a:moveTo>
                    <a:pt x="522" y="0"/>
                  </a:moveTo>
                  <a:lnTo>
                    <a:pt x="540" y="1"/>
                  </a:lnTo>
                  <a:lnTo>
                    <a:pt x="557" y="10"/>
                  </a:lnTo>
                  <a:lnTo>
                    <a:pt x="568" y="24"/>
                  </a:lnTo>
                  <a:lnTo>
                    <a:pt x="573" y="40"/>
                  </a:lnTo>
                  <a:lnTo>
                    <a:pt x="571" y="57"/>
                  </a:lnTo>
                  <a:lnTo>
                    <a:pt x="562" y="75"/>
                  </a:lnTo>
                  <a:lnTo>
                    <a:pt x="81" y="700"/>
                  </a:lnTo>
                  <a:lnTo>
                    <a:pt x="67" y="712"/>
                  </a:lnTo>
                  <a:lnTo>
                    <a:pt x="51" y="717"/>
                  </a:lnTo>
                  <a:lnTo>
                    <a:pt x="32" y="715"/>
                  </a:lnTo>
                  <a:lnTo>
                    <a:pt x="16" y="707"/>
                  </a:lnTo>
                  <a:lnTo>
                    <a:pt x="5" y="693"/>
                  </a:lnTo>
                  <a:lnTo>
                    <a:pt x="0" y="675"/>
                  </a:lnTo>
                  <a:lnTo>
                    <a:pt x="2" y="658"/>
                  </a:lnTo>
                  <a:lnTo>
                    <a:pt x="11" y="642"/>
                  </a:lnTo>
                  <a:lnTo>
                    <a:pt x="491" y="15"/>
                  </a:lnTo>
                  <a:lnTo>
                    <a:pt x="506" y="3"/>
                  </a:lnTo>
                  <a:lnTo>
                    <a:pt x="522"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29641375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3_Title Only">
    <p:spTree>
      <p:nvGrpSpPr>
        <p:cNvPr id="1" name=""/>
        <p:cNvGrpSpPr/>
        <p:nvPr/>
      </p:nvGrpSpPr>
      <p:grpSpPr>
        <a:xfrm>
          <a:off x="0" y="0"/>
          <a:ext cx="0" cy="0"/>
          <a:chOff x="0" y="0"/>
          <a:chExt cx="0" cy="0"/>
        </a:xfrm>
      </p:grpSpPr>
      <p:pic>
        <p:nvPicPr>
          <p:cNvPr id="24" name="Picture 23"/>
          <p:cNvPicPr>
            <a:picLocks noChangeAspect="1"/>
          </p:cNvPicPr>
          <p:nvPr userDrawn="1"/>
        </p:nvPicPr>
        <p:blipFill rotWithShape="1">
          <a:blip r:embed="rId2" cstate="print">
            <a:extLst>
              <a:ext uri="{28A0092B-C50C-407E-A947-70E740481C1C}">
                <a14:useLocalDpi xmlns:a14="http://schemas.microsoft.com/office/drawing/2010/main" val="0"/>
              </a:ext>
            </a:extLst>
          </a:blip>
          <a:srcRect t="91557" b="649"/>
          <a:stretch/>
        </p:blipFill>
        <p:spPr>
          <a:xfrm>
            <a:off x="-1" y="6259484"/>
            <a:ext cx="9144002" cy="598516"/>
          </a:xfrm>
          <a:prstGeom prst="rect">
            <a:avLst/>
          </a:prstGeom>
        </p:spPr>
      </p:pic>
      <p:sp>
        <p:nvSpPr>
          <p:cNvPr id="5" name="Slide Number Placeholder 4"/>
          <p:cNvSpPr>
            <a:spLocks noGrp="1"/>
          </p:cNvSpPr>
          <p:nvPr>
            <p:ph type="sldNum" sz="quarter" idx="12"/>
          </p:nvPr>
        </p:nvSpPr>
        <p:spPr/>
        <p:txBody>
          <a:bodyPr/>
          <a:lstStyle>
            <a:lvl1pPr>
              <a:defRPr>
                <a:latin typeface="Arial" panose="020B0604020202020204" pitchFamily="34" charset="0"/>
                <a:cs typeface="Arial" panose="020B0604020202020204" pitchFamily="34" charset="0"/>
              </a:defRPr>
            </a:lvl1pPr>
          </a:lstStyle>
          <a:p>
            <a:fld id="{F6728BC2-ACA3-447C-A909-F3F49211C066}" type="slidenum">
              <a:rPr lang="en-US" smtClean="0"/>
              <a:pPr/>
              <a:t>‹#›</a:t>
            </a:fld>
            <a:endParaRPr lang="en-US" dirty="0"/>
          </a:p>
        </p:txBody>
      </p:sp>
      <p:sp>
        <p:nvSpPr>
          <p:cNvPr id="3" name="SmartArt Placeholder 2"/>
          <p:cNvSpPr>
            <a:spLocks noGrp="1"/>
          </p:cNvSpPr>
          <p:nvPr>
            <p:ph type="dgm" sz="quarter" idx="13"/>
          </p:nvPr>
        </p:nvSpPr>
        <p:spPr>
          <a:xfrm>
            <a:off x="133350" y="125413"/>
            <a:ext cx="8850313" cy="6008687"/>
          </a:xfrm>
        </p:spPr>
        <p:txBody>
          <a:bodyPr/>
          <a:lstStyle/>
          <a:p>
            <a:r>
              <a:rPr lang="en-US"/>
              <a:t>Click icon to add SmartArt graphic</a:t>
            </a:r>
          </a:p>
        </p:txBody>
      </p:sp>
    </p:spTree>
    <p:extLst>
      <p:ext uri="{BB962C8B-B14F-4D97-AF65-F5344CB8AC3E}">
        <p14:creationId xmlns:p14="http://schemas.microsoft.com/office/powerpoint/2010/main" val="29985618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2_Title Only">
    <p:spTree>
      <p:nvGrpSpPr>
        <p:cNvPr id="1" name=""/>
        <p:cNvGrpSpPr/>
        <p:nvPr/>
      </p:nvGrpSpPr>
      <p:grpSpPr>
        <a:xfrm>
          <a:off x="0" y="0"/>
          <a:ext cx="0" cy="0"/>
          <a:chOff x="0" y="0"/>
          <a:chExt cx="0" cy="0"/>
        </a:xfrm>
      </p:grpSpPr>
      <p:sp>
        <p:nvSpPr>
          <p:cNvPr id="2" name="Rectangle 1"/>
          <p:cNvSpPr/>
          <p:nvPr userDrawn="1"/>
        </p:nvSpPr>
        <p:spPr>
          <a:xfrm>
            <a:off x="0" y="6251171"/>
            <a:ext cx="9144000" cy="60682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Slide Number Placeholder 4"/>
          <p:cNvSpPr>
            <a:spLocks noGrp="1"/>
          </p:cNvSpPr>
          <p:nvPr>
            <p:ph type="sldNum" sz="quarter" idx="12"/>
          </p:nvPr>
        </p:nvSpPr>
        <p:spPr/>
        <p:txBody>
          <a:bodyPr/>
          <a:lstStyle>
            <a:lvl1pPr>
              <a:defRPr>
                <a:solidFill>
                  <a:schemeClr val="bg1"/>
                </a:solidFill>
                <a:latin typeface="Arial" panose="020B0604020202020204" pitchFamily="34" charset="0"/>
                <a:cs typeface="Arial" panose="020B0604020202020204" pitchFamily="34" charset="0"/>
              </a:defRPr>
            </a:lvl1pPr>
          </a:lstStyle>
          <a:p>
            <a:fld id="{F6728BC2-ACA3-447C-A909-F3F49211C066}" type="slidenum">
              <a:rPr lang="en-US" smtClean="0"/>
              <a:pPr/>
              <a:t>‹#›</a:t>
            </a:fld>
            <a:endParaRPr lang="en-US" dirty="0"/>
          </a:p>
        </p:txBody>
      </p:sp>
      <p:pic>
        <p:nvPicPr>
          <p:cNvPr id="3" name="Picture 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27765" y="6367323"/>
            <a:ext cx="1260213" cy="394766"/>
          </a:xfrm>
          <a:prstGeom prst="rect">
            <a:avLst/>
          </a:prstGeom>
        </p:spPr>
      </p:pic>
      <p:sp>
        <p:nvSpPr>
          <p:cNvPr id="7" name="Title 1"/>
          <p:cNvSpPr>
            <a:spLocks noGrp="1"/>
          </p:cNvSpPr>
          <p:nvPr>
            <p:ph type="title"/>
          </p:nvPr>
        </p:nvSpPr>
        <p:spPr>
          <a:xfrm>
            <a:off x="380010" y="-4950"/>
            <a:ext cx="8383980" cy="844535"/>
          </a:xfrm>
        </p:spPr>
        <p:txBody>
          <a:bodyPr/>
          <a:lstStyle>
            <a:lvl1pPr>
              <a:defRPr baseline="0">
                <a:solidFill>
                  <a:schemeClr val="accent1"/>
                </a:solidFill>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8" name="Content Placeholder 2"/>
          <p:cNvSpPr>
            <a:spLocks noGrp="1"/>
          </p:cNvSpPr>
          <p:nvPr>
            <p:ph idx="1"/>
          </p:nvPr>
        </p:nvSpPr>
        <p:spPr>
          <a:xfrm>
            <a:off x="380010" y="1097280"/>
            <a:ext cx="8383980" cy="4910129"/>
          </a:xfrm>
        </p:spPr>
        <p:txBody>
          <a:bodyPr/>
          <a:lstStyle>
            <a:lvl1pPr>
              <a:defRPr baseline="0">
                <a:latin typeface="Arial" panose="020B0604020202020204" pitchFamily="34" charset="0"/>
                <a:cs typeface="Arial" panose="020B0604020202020204" pitchFamily="34" charset="0"/>
              </a:defRPr>
            </a:lvl1pPr>
            <a:lvl2pPr>
              <a:defRPr baseline="0">
                <a:latin typeface="Arial" panose="020B0604020202020204" pitchFamily="34" charset="0"/>
                <a:cs typeface="Arial" panose="020B0604020202020204" pitchFamily="34" charset="0"/>
              </a:defRPr>
            </a:lvl2pPr>
            <a:lvl3pPr>
              <a:defRPr baseline="0">
                <a:latin typeface="Arial" panose="020B0604020202020204" pitchFamily="34" charset="0"/>
                <a:cs typeface="Arial" panose="020B0604020202020204" pitchFamily="34" charset="0"/>
              </a:defRPr>
            </a:lvl3pPr>
            <a:lvl4pPr>
              <a:defRPr baseline="0">
                <a:latin typeface="Arial" panose="020B0604020202020204" pitchFamily="34" charset="0"/>
                <a:cs typeface="Arial" panose="020B0604020202020204" pitchFamily="34" charset="0"/>
              </a:defRPr>
            </a:lvl4pPr>
            <a:lvl5pPr>
              <a:defRPr baseline="0">
                <a:latin typeface="Arial" panose="020B0604020202020204" pitchFamily="34" charset="0"/>
                <a:cs typeface="Arial" panose="020B0604020202020204"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33025133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1_Title Only">
    <p:spTree>
      <p:nvGrpSpPr>
        <p:cNvPr id="1" name=""/>
        <p:cNvGrpSpPr/>
        <p:nvPr/>
      </p:nvGrpSpPr>
      <p:grpSpPr>
        <a:xfrm>
          <a:off x="0" y="0"/>
          <a:ext cx="0" cy="0"/>
          <a:chOff x="0" y="0"/>
          <a:chExt cx="0" cy="0"/>
        </a:xfrm>
      </p:grpSpPr>
      <p:sp>
        <p:nvSpPr>
          <p:cNvPr id="4" name="Rectangle 3"/>
          <p:cNvSpPr/>
          <p:nvPr userDrawn="1"/>
        </p:nvSpPr>
        <p:spPr>
          <a:xfrm flipV="1">
            <a:off x="0" y="1219200"/>
            <a:ext cx="9144000" cy="56388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Rectangle 5"/>
          <p:cNvSpPr/>
          <p:nvPr userDrawn="1"/>
        </p:nvSpPr>
        <p:spPr>
          <a:xfrm>
            <a:off x="0" y="0"/>
            <a:ext cx="9144000" cy="1219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p:txBody>
          <a:bodyPr/>
          <a:lstStyle>
            <a:lvl1pPr>
              <a:defRPr baseline="0">
                <a:solidFill>
                  <a:schemeClr val="tx2"/>
                </a:solidFill>
                <a:latin typeface="Arial" panose="020B0604020202020204" pitchFamily="34" charset="0"/>
                <a:cs typeface="Arial" panose="020B0604020202020204" pitchFamily="34" charset="0"/>
              </a:defRPr>
            </a:lvl1pPr>
          </a:lstStyle>
          <a:p>
            <a:r>
              <a:rPr lang="en-US" dirty="0"/>
              <a:t>Click to edit Master title style</a:t>
            </a:r>
          </a:p>
        </p:txBody>
      </p:sp>
      <p:sp>
        <p:nvSpPr>
          <p:cNvPr id="5" name="Slide Number Placeholder 4"/>
          <p:cNvSpPr>
            <a:spLocks noGrp="1"/>
          </p:cNvSpPr>
          <p:nvPr>
            <p:ph type="sldNum" sz="quarter" idx="12"/>
          </p:nvPr>
        </p:nvSpPr>
        <p:spPr/>
        <p:txBody>
          <a:bodyPr/>
          <a:lstStyle>
            <a:lvl1pPr>
              <a:defRPr>
                <a:latin typeface="Arial" panose="020B0604020202020204" pitchFamily="34" charset="0"/>
                <a:cs typeface="Arial" panose="020B0604020202020204" pitchFamily="34" charset="0"/>
              </a:defRPr>
            </a:lvl1pPr>
          </a:lstStyle>
          <a:p>
            <a:fld id="{F6728BC2-ACA3-447C-A909-F3F49211C066}" type="slidenum">
              <a:rPr lang="en-US" smtClean="0"/>
              <a:pPr/>
              <a:t>‹#›</a:t>
            </a:fld>
            <a:endParaRPr lang="en-US" dirty="0"/>
          </a:p>
        </p:txBody>
      </p:sp>
      <p:grpSp>
        <p:nvGrpSpPr>
          <p:cNvPr id="3" name="Group 2"/>
          <p:cNvGrpSpPr/>
          <p:nvPr userDrawn="1"/>
        </p:nvGrpSpPr>
        <p:grpSpPr>
          <a:xfrm>
            <a:off x="7264458" y="365740"/>
            <a:ext cx="1553307" cy="487719"/>
            <a:chOff x="7264458" y="365740"/>
            <a:chExt cx="1553307" cy="487719"/>
          </a:xfrm>
        </p:grpSpPr>
        <p:sp>
          <p:nvSpPr>
            <p:cNvPr id="8" name="Freeform 6"/>
            <p:cNvSpPr>
              <a:spLocks noEditPoints="1"/>
            </p:cNvSpPr>
            <p:nvPr userDrawn="1"/>
          </p:nvSpPr>
          <p:spPr bwMode="auto">
            <a:xfrm>
              <a:off x="7264458" y="705011"/>
              <a:ext cx="148988" cy="144669"/>
            </a:xfrm>
            <a:custGeom>
              <a:avLst/>
              <a:gdLst>
                <a:gd name="T0" fmla="*/ 98 w 552"/>
                <a:gd name="T1" fmla="*/ 79 h 536"/>
                <a:gd name="T2" fmla="*/ 98 w 552"/>
                <a:gd name="T3" fmla="*/ 241 h 536"/>
                <a:gd name="T4" fmla="*/ 307 w 552"/>
                <a:gd name="T5" fmla="*/ 241 h 536"/>
                <a:gd name="T6" fmla="*/ 342 w 552"/>
                <a:gd name="T7" fmla="*/ 241 h 536"/>
                <a:gd name="T8" fmla="*/ 374 w 552"/>
                <a:gd name="T9" fmla="*/ 238 h 536"/>
                <a:gd name="T10" fmla="*/ 398 w 552"/>
                <a:gd name="T11" fmla="*/ 231 h 536"/>
                <a:gd name="T12" fmla="*/ 417 w 552"/>
                <a:gd name="T13" fmla="*/ 222 h 536"/>
                <a:gd name="T14" fmla="*/ 431 w 552"/>
                <a:gd name="T15" fmla="*/ 206 h 536"/>
                <a:gd name="T16" fmla="*/ 440 w 552"/>
                <a:gd name="T17" fmla="*/ 187 h 536"/>
                <a:gd name="T18" fmla="*/ 443 w 552"/>
                <a:gd name="T19" fmla="*/ 161 h 536"/>
                <a:gd name="T20" fmla="*/ 440 w 552"/>
                <a:gd name="T21" fmla="*/ 135 h 536"/>
                <a:gd name="T22" fmla="*/ 431 w 552"/>
                <a:gd name="T23" fmla="*/ 114 h 536"/>
                <a:gd name="T24" fmla="*/ 417 w 552"/>
                <a:gd name="T25" fmla="*/ 100 h 536"/>
                <a:gd name="T26" fmla="*/ 398 w 552"/>
                <a:gd name="T27" fmla="*/ 89 h 536"/>
                <a:gd name="T28" fmla="*/ 374 w 552"/>
                <a:gd name="T29" fmla="*/ 84 h 536"/>
                <a:gd name="T30" fmla="*/ 342 w 552"/>
                <a:gd name="T31" fmla="*/ 80 h 536"/>
                <a:gd name="T32" fmla="*/ 307 w 552"/>
                <a:gd name="T33" fmla="*/ 79 h 536"/>
                <a:gd name="T34" fmla="*/ 98 w 552"/>
                <a:gd name="T35" fmla="*/ 79 h 536"/>
                <a:gd name="T36" fmla="*/ 0 w 552"/>
                <a:gd name="T37" fmla="*/ 0 h 536"/>
                <a:gd name="T38" fmla="*/ 323 w 552"/>
                <a:gd name="T39" fmla="*/ 0 h 536"/>
                <a:gd name="T40" fmla="*/ 377 w 552"/>
                <a:gd name="T41" fmla="*/ 2 h 536"/>
                <a:gd name="T42" fmla="*/ 422 w 552"/>
                <a:gd name="T43" fmla="*/ 9 h 536"/>
                <a:gd name="T44" fmla="*/ 461 w 552"/>
                <a:gd name="T45" fmla="*/ 19 h 536"/>
                <a:gd name="T46" fmla="*/ 490 w 552"/>
                <a:gd name="T47" fmla="*/ 37 h 536"/>
                <a:gd name="T48" fmla="*/ 513 w 552"/>
                <a:gd name="T49" fmla="*/ 58 h 536"/>
                <a:gd name="T50" fmla="*/ 529 w 552"/>
                <a:gd name="T51" fmla="*/ 86 h 536"/>
                <a:gd name="T52" fmla="*/ 538 w 552"/>
                <a:gd name="T53" fmla="*/ 119 h 536"/>
                <a:gd name="T54" fmla="*/ 541 w 552"/>
                <a:gd name="T55" fmla="*/ 157 h 536"/>
                <a:gd name="T56" fmla="*/ 538 w 552"/>
                <a:gd name="T57" fmla="*/ 194 h 536"/>
                <a:gd name="T58" fmla="*/ 529 w 552"/>
                <a:gd name="T59" fmla="*/ 225 h 536"/>
                <a:gd name="T60" fmla="*/ 513 w 552"/>
                <a:gd name="T61" fmla="*/ 252 h 536"/>
                <a:gd name="T62" fmla="*/ 494 w 552"/>
                <a:gd name="T63" fmla="*/ 272 h 536"/>
                <a:gd name="T64" fmla="*/ 473 w 552"/>
                <a:gd name="T65" fmla="*/ 290 h 536"/>
                <a:gd name="T66" fmla="*/ 447 w 552"/>
                <a:gd name="T67" fmla="*/ 302 h 536"/>
                <a:gd name="T68" fmla="*/ 421 w 552"/>
                <a:gd name="T69" fmla="*/ 311 h 536"/>
                <a:gd name="T70" fmla="*/ 393 w 552"/>
                <a:gd name="T71" fmla="*/ 314 h 536"/>
                <a:gd name="T72" fmla="*/ 384 w 552"/>
                <a:gd name="T73" fmla="*/ 314 h 536"/>
                <a:gd name="T74" fmla="*/ 552 w 552"/>
                <a:gd name="T75" fmla="*/ 536 h 536"/>
                <a:gd name="T76" fmla="*/ 431 w 552"/>
                <a:gd name="T77" fmla="*/ 536 h 536"/>
                <a:gd name="T78" fmla="*/ 274 w 552"/>
                <a:gd name="T79" fmla="*/ 323 h 536"/>
                <a:gd name="T80" fmla="*/ 274 w 552"/>
                <a:gd name="T81" fmla="*/ 321 h 536"/>
                <a:gd name="T82" fmla="*/ 98 w 552"/>
                <a:gd name="T83" fmla="*/ 321 h 536"/>
                <a:gd name="T84" fmla="*/ 98 w 552"/>
                <a:gd name="T85" fmla="*/ 536 h 536"/>
                <a:gd name="T86" fmla="*/ 0 w 552"/>
                <a:gd name="T87" fmla="*/ 536 h 536"/>
                <a:gd name="T88" fmla="*/ 0 w 552"/>
                <a:gd name="T8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52" h="536">
                  <a:moveTo>
                    <a:pt x="98" y="79"/>
                  </a:moveTo>
                  <a:lnTo>
                    <a:pt x="98" y="241"/>
                  </a:lnTo>
                  <a:lnTo>
                    <a:pt x="307" y="241"/>
                  </a:lnTo>
                  <a:lnTo>
                    <a:pt x="342" y="241"/>
                  </a:lnTo>
                  <a:lnTo>
                    <a:pt x="374" y="238"/>
                  </a:lnTo>
                  <a:lnTo>
                    <a:pt x="398" y="231"/>
                  </a:lnTo>
                  <a:lnTo>
                    <a:pt x="417" y="222"/>
                  </a:lnTo>
                  <a:lnTo>
                    <a:pt x="431" y="206"/>
                  </a:lnTo>
                  <a:lnTo>
                    <a:pt x="440" y="187"/>
                  </a:lnTo>
                  <a:lnTo>
                    <a:pt x="443" y="161"/>
                  </a:lnTo>
                  <a:lnTo>
                    <a:pt x="440" y="135"/>
                  </a:lnTo>
                  <a:lnTo>
                    <a:pt x="431" y="114"/>
                  </a:lnTo>
                  <a:lnTo>
                    <a:pt x="417" y="100"/>
                  </a:lnTo>
                  <a:lnTo>
                    <a:pt x="398" y="89"/>
                  </a:lnTo>
                  <a:lnTo>
                    <a:pt x="374" y="84"/>
                  </a:lnTo>
                  <a:lnTo>
                    <a:pt x="342" y="80"/>
                  </a:lnTo>
                  <a:lnTo>
                    <a:pt x="307" y="79"/>
                  </a:lnTo>
                  <a:lnTo>
                    <a:pt x="98" y="79"/>
                  </a:lnTo>
                  <a:close/>
                  <a:moveTo>
                    <a:pt x="0" y="0"/>
                  </a:moveTo>
                  <a:lnTo>
                    <a:pt x="323" y="0"/>
                  </a:lnTo>
                  <a:lnTo>
                    <a:pt x="377" y="2"/>
                  </a:lnTo>
                  <a:lnTo>
                    <a:pt x="422" y="9"/>
                  </a:lnTo>
                  <a:lnTo>
                    <a:pt x="461" y="19"/>
                  </a:lnTo>
                  <a:lnTo>
                    <a:pt x="490" y="37"/>
                  </a:lnTo>
                  <a:lnTo>
                    <a:pt x="513" y="58"/>
                  </a:lnTo>
                  <a:lnTo>
                    <a:pt x="529" y="86"/>
                  </a:lnTo>
                  <a:lnTo>
                    <a:pt x="538" y="119"/>
                  </a:lnTo>
                  <a:lnTo>
                    <a:pt x="541" y="157"/>
                  </a:lnTo>
                  <a:lnTo>
                    <a:pt x="538" y="194"/>
                  </a:lnTo>
                  <a:lnTo>
                    <a:pt x="529" y="225"/>
                  </a:lnTo>
                  <a:lnTo>
                    <a:pt x="513" y="252"/>
                  </a:lnTo>
                  <a:lnTo>
                    <a:pt x="494" y="272"/>
                  </a:lnTo>
                  <a:lnTo>
                    <a:pt x="473" y="290"/>
                  </a:lnTo>
                  <a:lnTo>
                    <a:pt x="447" y="302"/>
                  </a:lnTo>
                  <a:lnTo>
                    <a:pt x="421" y="311"/>
                  </a:lnTo>
                  <a:lnTo>
                    <a:pt x="393" y="314"/>
                  </a:lnTo>
                  <a:lnTo>
                    <a:pt x="384" y="314"/>
                  </a:lnTo>
                  <a:lnTo>
                    <a:pt x="552" y="536"/>
                  </a:lnTo>
                  <a:lnTo>
                    <a:pt x="431" y="536"/>
                  </a:lnTo>
                  <a:lnTo>
                    <a:pt x="274" y="323"/>
                  </a:lnTo>
                  <a:lnTo>
                    <a:pt x="274" y="321"/>
                  </a:lnTo>
                  <a:lnTo>
                    <a:pt x="98" y="321"/>
                  </a:lnTo>
                  <a:lnTo>
                    <a:pt x="98" y="536"/>
                  </a:lnTo>
                  <a:lnTo>
                    <a:pt x="0" y="536"/>
                  </a:lnTo>
                  <a:lnTo>
                    <a:pt x="0"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9" name="Freeform 7"/>
            <p:cNvSpPr>
              <a:spLocks/>
            </p:cNvSpPr>
            <p:nvPr userDrawn="1"/>
          </p:nvSpPr>
          <p:spPr bwMode="auto">
            <a:xfrm>
              <a:off x="7450153" y="705011"/>
              <a:ext cx="131714" cy="144669"/>
            </a:xfrm>
            <a:custGeom>
              <a:avLst/>
              <a:gdLst>
                <a:gd name="T0" fmla="*/ 0 w 488"/>
                <a:gd name="T1" fmla="*/ 0 h 536"/>
                <a:gd name="T2" fmla="*/ 440 w 488"/>
                <a:gd name="T3" fmla="*/ 0 h 536"/>
                <a:gd name="T4" fmla="*/ 455 w 488"/>
                <a:gd name="T5" fmla="*/ 2 h 536"/>
                <a:gd name="T6" fmla="*/ 467 w 488"/>
                <a:gd name="T7" fmla="*/ 12 h 536"/>
                <a:gd name="T8" fmla="*/ 476 w 488"/>
                <a:gd name="T9" fmla="*/ 25 h 536"/>
                <a:gd name="T10" fmla="*/ 480 w 488"/>
                <a:gd name="T11" fmla="*/ 40 h 536"/>
                <a:gd name="T12" fmla="*/ 476 w 488"/>
                <a:gd name="T13" fmla="*/ 56 h 536"/>
                <a:gd name="T14" fmla="*/ 467 w 488"/>
                <a:gd name="T15" fmla="*/ 70 h 536"/>
                <a:gd name="T16" fmla="*/ 455 w 488"/>
                <a:gd name="T17" fmla="*/ 79 h 536"/>
                <a:gd name="T18" fmla="*/ 440 w 488"/>
                <a:gd name="T19" fmla="*/ 82 h 536"/>
                <a:gd name="T20" fmla="*/ 97 w 488"/>
                <a:gd name="T21" fmla="*/ 82 h 536"/>
                <a:gd name="T22" fmla="*/ 97 w 488"/>
                <a:gd name="T23" fmla="*/ 218 h 536"/>
                <a:gd name="T24" fmla="*/ 354 w 488"/>
                <a:gd name="T25" fmla="*/ 218 h 536"/>
                <a:gd name="T26" fmla="*/ 370 w 488"/>
                <a:gd name="T27" fmla="*/ 222 h 536"/>
                <a:gd name="T28" fmla="*/ 384 w 488"/>
                <a:gd name="T29" fmla="*/ 231 h 536"/>
                <a:gd name="T30" fmla="*/ 392 w 488"/>
                <a:gd name="T31" fmla="*/ 243 h 536"/>
                <a:gd name="T32" fmla="*/ 396 w 488"/>
                <a:gd name="T33" fmla="*/ 259 h 536"/>
                <a:gd name="T34" fmla="*/ 392 w 488"/>
                <a:gd name="T35" fmla="*/ 276 h 536"/>
                <a:gd name="T36" fmla="*/ 384 w 488"/>
                <a:gd name="T37" fmla="*/ 288 h 536"/>
                <a:gd name="T38" fmla="*/ 370 w 488"/>
                <a:gd name="T39" fmla="*/ 297 h 536"/>
                <a:gd name="T40" fmla="*/ 354 w 488"/>
                <a:gd name="T41" fmla="*/ 300 h 536"/>
                <a:gd name="T42" fmla="*/ 97 w 488"/>
                <a:gd name="T43" fmla="*/ 300 h 536"/>
                <a:gd name="T44" fmla="*/ 97 w 488"/>
                <a:gd name="T45" fmla="*/ 454 h 536"/>
                <a:gd name="T46" fmla="*/ 448 w 488"/>
                <a:gd name="T47" fmla="*/ 454 h 536"/>
                <a:gd name="T48" fmla="*/ 464 w 488"/>
                <a:gd name="T49" fmla="*/ 457 h 536"/>
                <a:gd name="T50" fmla="*/ 478 w 488"/>
                <a:gd name="T51" fmla="*/ 466 h 536"/>
                <a:gd name="T52" fmla="*/ 487 w 488"/>
                <a:gd name="T53" fmla="*/ 478 h 536"/>
                <a:gd name="T54" fmla="*/ 488 w 488"/>
                <a:gd name="T55" fmla="*/ 494 h 536"/>
                <a:gd name="T56" fmla="*/ 487 w 488"/>
                <a:gd name="T57" fmla="*/ 512 h 536"/>
                <a:gd name="T58" fmla="*/ 478 w 488"/>
                <a:gd name="T59" fmla="*/ 524 h 536"/>
                <a:gd name="T60" fmla="*/ 464 w 488"/>
                <a:gd name="T61" fmla="*/ 533 h 536"/>
                <a:gd name="T62" fmla="*/ 448 w 488"/>
                <a:gd name="T63" fmla="*/ 536 h 536"/>
                <a:gd name="T64" fmla="*/ 0 w 488"/>
                <a:gd name="T65" fmla="*/ 536 h 536"/>
                <a:gd name="T66" fmla="*/ 0 w 488"/>
                <a:gd name="T6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88" h="536">
                  <a:moveTo>
                    <a:pt x="0" y="0"/>
                  </a:moveTo>
                  <a:lnTo>
                    <a:pt x="440" y="0"/>
                  </a:lnTo>
                  <a:lnTo>
                    <a:pt x="455" y="2"/>
                  </a:lnTo>
                  <a:lnTo>
                    <a:pt x="467" y="12"/>
                  </a:lnTo>
                  <a:lnTo>
                    <a:pt x="476" y="25"/>
                  </a:lnTo>
                  <a:lnTo>
                    <a:pt x="480" y="40"/>
                  </a:lnTo>
                  <a:lnTo>
                    <a:pt x="476" y="56"/>
                  </a:lnTo>
                  <a:lnTo>
                    <a:pt x="467" y="70"/>
                  </a:lnTo>
                  <a:lnTo>
                    <a:pt x="455" y="79"/>
                  </a:lnTo>
                  <a:lnTo>
                    <a:pt x="440" y="82"/>
                  </a:lnTo>
                  <a:lnTo>
                    <a:pt x="97" y="82"/>
                  </a:lnTo>
                  <a:lnTo>
                    <a:pt x="97" y="218"/>
                  </a:lnTo>
                  <a:lnTo>
                    <a:pt x="354" y="218"/>
                  </a:lnTo>
                  <a:lnTo>
                    <a:pt x="370" y="222"/>
                  </a:lnTo>
                  <a:lnTo>
                    <a:pt x="384" y="231"/>
                  </a:lnTo>
                  <a:lnTo>
                    <a:pt x="392" y="243"/>
                  </a:lnTo>
                  <a:lnTo>
                    <a:pt x="396" y="259"/>
                  </a:lnTo>
                  <a:lnTo>
                    <a:pt x="392" y="276"/>
                  </a:lnTo>
                  <a:lnTo>
                    <a:pt x="384" y="288"/>
                  </a:lnTo>
                  <a:lnTo>
                    <a:pt x="370" y="297"/>
                  </a:lnTo>
                  <a:lnTo>
                    <a:pt x="354" y="300"/>
                  </a:lnTo>
                  <a:lnTo>
                    <a:pt x="97" y="300"/>
                  </a:lnTo>
                  <a:lnTo>
                    <a:pt x="97" y="454"/>
                  </a:lnTo>
                  <a:lnTo>
                    <a:pt x="448" y="454"/>
                  </a:lnTo>
                  <a:lnTo>
                    <a:pt x="464" y="457"/>
                  </a:lnTo>
                  <a:lnTo>
                    <a:pt x="478" y="466"/>
                  </a:lnTo>
                  <a:lnTo>
                    <a:pt x="487" y="478"/>
                  </a:lnTo>
                  <a:lnTo>
                    <a:pt x="488" y="494"/>
                  </a:lnTo>
                  <a:lnTo>
                    <a:pt x="487" y="512"/>
                  </a:lnTo>
                  <a:lnTo>
                    <a:pt x="478" y="524"/>
                  </a:lnTo>
                  <a:lnTo>
                    <a:pt x="464" y="533"/>
                  </a:lnTo>
                  <a:lnTo>
                    <a:pt x="448" y="536"/>
                  </a:lnTo>
                  <a:lnTo>
                    <a:pt x="0" y="536"/>
                  </a:lnTo>
                  <a:lnTo>
                    <a:pt x="0"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 name="Freeform 8"/>
            <p:cNvSpPr>
              <a:spLocks/>
            </p:cNvSpPr>
            <p:nvPr userDrawn="1"/>
          </p:nvSpPr>
          <p:spPr bwMode="auto">
            <a:xfrm>
              <a:off x="7613446" y="705011"/>
              <a:ext cx="154116" cy="144669"/>
            </a:xfrm>
            <a:custGeom>
              <a:avLst/>
              <a:gdLst>
                <a:gd name="T0" fmla="*/ 48 w 571"/>
                <a:gd name="T1" fmla="*/ 0 h 536"/>
                <a:gd name="T2" fmla="*/ 65 w 571"/>
                <a:gd name="T3" fmla="*/ 4 h 536"/>
                <a:gd name="T4" fmla="*/ 79 w 571"/>
                <a:gd name="T5" fmla="*/ 12 h 536"/>
                <a:gd name="T6" fmla="*/ 89 w 571"/>
                <a:gd name="T7" fmla="*/ 26 h 536"/>
                <a:gd name="T8" fmla="*/ 280 w 571"/>
                <a:gd name="T9" fmla="*/ 431 h 536"/>
                <a:gd name="T10" fmla="*/ 285 w 571"/>
                <a:gd name="T11" fmla="*/ 440 h 536"/>
                <a:gd name="T12" fmla="*/ 484 w 571"/>
                <a:gd name="T13" fmla="*/ 26 h 536"/>
                <a:gd name="T14" fmla="*/ 494 w 571"/>
                <a:gd name="T15" fmla="*/ 12 h 536"/>
                <a:gd name="T16" fmla="*/ 508 w 571"/>
                <a:gd name="T17" fmla="*/ 2 h 536"/>
                <a:gd name="T18" fmla="*/ 526 w 571"/>
                <a:gd name="T19" fmla="*/ 0 h 536"/>
                <a:gd name="T20" fmla="*/ 541 w 571"/>
                <a:gd name="T21" fmla="*/ 2 h 536"/>
                <a:gd name="T22" fmla="*/ 554 w 571"/>
                <a:gd name="T23" fmla="*/ 9 h 536"/>
                <a:gd name="T24" fmla="*/ 564 w 571"/>
                <a:gd name="T25" fmla="*/ 21 h 536"/>
                <a:gd name="T26" fmla="*/ 571 w 571"/>
                <a:gd name="T27" fmla="*/ 35 h 536"/>
                <a:gd name="T28" fmla="*/ 571 w 571"/>
                <a:gd name="T29" fmla="*/ 51 h 536"/>
                <a:gd name="T30" fmla="*/ 568 w 571"/>
                <a:gd name="T31" fmla="*/ 67 h 536"/>
                <a:gd name="T32" fmla="*/ 337 w 571"/>
                <a:gd name="T33" fmla="*/ 536 h 536"/>
                <a:gd name="T34" fmla="*/ 233 w 571"/>
                <a:gd name="T35" fmla="*/ 536 h 536"/>
                <a:gd name="T36" fmla="*/ 6 w 571"/>
                <a:gd name="T37" fmla="*/ 67 h 536"/>
                <a:gd name="T38" fmla="*/ 0 w 571"/>
                <a:gd name="T39" fmla="*/ 51 h 536"/>
                <a:gd name="T40" fmla="*/ 2 w 571"/>
                <a:gd name="T41" fmla="*/ 35 h 536"/>
                <a:gd name="T42" fmla="*/ 7 w 571"/>
                <a:gd name="T43" fmla="*/ 21 h 536"/>
                <a:gd name="T44" fmla="*/ 18 w 571"/>
                <a:gd name="T45" fmla="*/ 9 h 536"/>
                <a:gd name="T46" fmla="*/ 32 w 571"/>
                <a:gd name="T47" fmla="*/ 2 h 536"/>
                <a:gd name="T48" fmla="*/ 48 w 571"/>
                <a:gd name="T4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571" h="536">
                  <a:moveTo>
                    <a:pt x="48" y="0"/>
                  </a:moveTo>
                  <a:lnTo>
                    <a:pt x="65" y="4"/>
                  </a:lnTo>
                  <a:lnTo>
                    <a:pt x="79" y="12"/>
                  </a:lnTo>
                  <a:lnTo>
                    <a:pt x="89" y="26"/>
                  </a:lnTo>
                  <a:lnTo>
                    <a:pt x="280" y="431"/>
                  </a:lnTo>
                  <a:lnTo>
                    <a:pt x="285" y="440"/>
                  </a:lnTo>
                  <a:lnTo>
                    <a:pt x="484" y="26"/>
                  </a:lnTo>
                  <a:lnTo>
                    <a:pt x="494" y="12"/>
                  </a:lnTo>
                  <a:lnTo>
                    <a:pt x="508" y="2"/>
                  </a:lnTo>
                  <a:lnTo>
                    <a:pt x="526" y="0"/>
                  </a:lnTo>
                  <a:lnTo>
                    <a:pt x="541" y="2"/>
                  </a:lnTo>
                  <a:lnTo>
                    <a:pt x="554" y="9"/>
                  </a:lnTo>
                  <a:lnTo>
                    <a:pt x="564" y="21"/>
                  </a:lnTo>
                  <a:lnTo>
                    <a:pt x="571" y="35"/>
                  </a:lnTo>
                  <a:lnTo>
                    <a:pt x="571" y="51"/>
                  </a:lnTo>
                  <a:lnTo>
                    <a:pt x="568" y="67"/>
                  </a:lnTo>
                  <a:lnTo>
                    <a:pt x="337" y="536"/>
                  </a:lnTo>
                  <a:lnTo>
                    <a:pt x="233" y="536"/>
                  </a:lnTo>
                  <a:lnTo>
                    <a:pt x="6" y="67"/>
                  </a:lnTo>
                  <a:lnTo>
                    <a:pt x="0" y="51"/>
                  </a:lnTo>
                  <a:lnTo>
                    <a:pt x="2" y="35"/>
                  </a:lnTo>
                  <a:lnTo>
                    <a:pt x="7" y="21"/>
                  </a:lnTo>
                  <a:lnTo>
                    <a:pt x="18" y="9"/>
                  </a:lnTo>
                  <a:lnTo>
                    <a:pt x="32" y="2"/>
                  </a:lnTo>
                  <a:lnTo>
                    <a:pt x="48"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 name="Freeform 9"/>
            <p:cNvSpPr>
              <a:spLocks noEditPoints="1"/>
            </p:cNvSpPr>
            <p:nvPr userDrawn="1"/>
          </p:nvSpPr>
          <p:spPr bwMode="auto">
            <a:xfrm>
              <a:off x="7767562" y="705011"/>
              <a:ext cx="173010" cy="144669"/>
            </a:xfrm>
            <a:custGeom>
              <a:avLst/>
              <a:gdLst>
                <a:gd name="T0" fmla="*/ 321 w 641"/>
                <a:gd name="T1" fmla="*/ 70 h 536"/>
                <a:gd name="T2" fmla="*/ 201 w 641"/>
                <a:gd name="T3" fmla="*/ 328 h 536"/>
                <a:gd name="T4" fmla="*/ 443 w 641"/>
                <a:gd name="T5" fmla="*/ 328 h 536"/>
                <a:gd name="T6" fmla="*/ 321 w 641"/>
                <a:gd name="T7" fmla="*/ 70 h 536"/>
                <a:gd name="T8" fmla="*/ 264 w 641"/>
                <a:gd name="T9" fmla="*/ 0 h 536"/>
                <a:gd name="T10" fmla="*/ 381 w 641"/>
                <a:gd name="T11" fmla="*/ 0 h 536"/>
                <a:gd name="T12" fmla="*/ 641 w 641"/>
                <a:gd name="T13" fmla="*/ 536 h 536"/>
                <a:gd name="T14" fmla="*/ 538 w 641"/>
                <a:gd name="T15" fmla="*/ 536 h 536"/>
                <a:gd name="T16" fmla="*/ 482 w 641"/>
                <a:gd name="T17" fmla="*/ 414 h 536"/>
                <a:gd name="T18" fmla="*/ 480 w 641"/>
                <a:gd name="T19" fmla="*/ 410 h 536"/>
                <a:gd name="T20" fmla="*/ 161 w 641"/>
                <a:gd name="T21" fmla="*/ 410 h 536"/>
                <a:gd name="T22" fmla="*/ 103 w 641"/>
                <a:gd name="T23" fmla="*/ 536 h 536"/>
                <a:gd name="T24" fmla="*/ 0 w 641"/>
                <a:gd name="T25" fmla="*/ 536 h 536"/>
                <a:gd name="T26" fmla="*/ 264 w 641"/>
                <a:gd name="T2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41" h="536">
                  <a:moveTo>
                    <a:pt x="321" y="70"/>
                  </a:moveTo>
                  <a:lnTo>
                    <a:pt x="201" y="328"/>
                  </a:lnTo>
                  <a:lnTo>
                    <a:pt x="443" y="328"/>
                  </a:lnTo>
                  <a:lnTo>
                    <a:pt x="321" y="70"/>
                  </a:lnTo>
                  <a:close/>
                  <a:moveTo>
                    <a:pt x="264" y="0"/>
                  </a:moveTo>
                  <a:lnTo>
                    <a:pt x="381" y="0"/>
                  </a:lnTo>
                  <a:lnTo>
                    <a:pt x="641" y="536"/>
                  </a:lnTo>
                  <a:lnTo>
                    <a:pt x="538" y="536"/>
                  </a:lnTo>
                  <a:lnTo>
                    <a:pt x="482" y="414"/>
                  </a:lnTo>
                  <a:lnTo>
                    <a:pt x="480" y="410"/>
                  </a:lnTo>
                  <a:lnTo>
                    <a:pt x="161" y="410"/>
                  </a:lnTo>
                  <a:lnTo>
                    <a:pt x="103" y="536"/>
                  </a:lnTo>
                  <a:lnTo>
                    <a:pt x="0" y="536"/>
                  </a:lnTo>
                  <a:lnTo>
                    <a:pt x="264"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2" name="Freeform 10"/>
            <p:cNvSpPr>
              <a:spLocks/>
            </p:cNvSpPr>
            <p:nvPr userDrawn="1"/>
          </p:nvSpPr>
          <p:spPr bwMode="auto">
            <a:xfrm>
              <a:off x="7934364" y="705011"/>
              <a:ext cx="157895" cy="144669"/>
            </a:xfrm>
            <a:custGeom>
              <a:avLst/>
              <a:gdLst>
                <a:gd name="T0" fmla="*/ 42 w 585"/>
                <a:gd name="T1" fmla="*/ 0 h 536"/>
                <a:gd name="T2" fmla="*/ 545 w 585"/>
                <a:gd name="T3" fmla="*/ 0 h 536"/>
                <a:gd name="T4" fmla="*/ 560 w 585"/>
                <a:gd name="T5" fmla="*/ 2 h 536"/>
                <a:gd name="T6" fmla="*/ 574 w 585"/>
                <a:gd name="T7" fmla="*/ 12 h 536"/>
                <a:gd name="T8" fmla="*/ 583 w 585"/>
                <a:gd name="T9" fmla="*/ 25 h 536"/>
                <a:gd name="T10" fmla="*/ 585 w 585"/>
                <a:gd name="T11" fmla="*/ 40 h 536"/>
                <a:gd name="T12" fmla="*/ 583 w 585"/>
                <a:gd name="T13" fmla="*/ 56 h 536"/>
                <a:gd name="T14" fmla="*/ 574 w 585"/>
                <a:gd name="T15" fmla="*/ 70 h 536"/>
                <a:gd name="T16" fmla="*/ 560 w 585"/>
                <a:gd name="T17" fmla="*/ 79 h 536"/>
                <a:gd name="T18" fmla="*/ 545 w 585"/>
                <a:gd name="T19" fmla="*/ 82 h 536"/>
                <a:gd name="T20" fmla="*/ 342 w 585"/>
                <a:gd name="T21" fmla="*/ 82 h 536"/>
                <a:gd name="T22" fmla="*/ 342 w 585"/>
                <a:gd name="T23" fmla="*/ 536 h 536"/>
                <a:gd name="T24" fmla="*/ 244 w 585"/>
                <a:gd name="T25" fmla="*/ 536 h 536"/>
                <a:gd name="T26" fmla="*/ 244 w 585"/>
                <a:gd name="T27" fmla="*/ 82 h 536"/>
                <a:gd name="T28" fmla="*/ 42 w 585"/>
                <a:gd name="T29" fmla="*/ 82 h 536"/>
                <a:gd name="T30" fmla="*/ 26 w 585"/>
                <a:gd name="T31" fmla="*/ 79 h 536"/>
                <a:gd name="T32" fmla="*/ 12 w 585"/>
                <a:gd name="T33" fmla="*/ 70 h 536"/>
                <a:gd name="T34" fmla="*/ 4 w 585"/>
                <a:gd name="T35" fmla="*/ 56 h 536"/>
                <a:gd name="T36" fmla="*/ 0 w 585"/>
                <a:gd name="T37" fmla="*/ 40 h 536"/>
                <a:gd name="T38" fmla="*/ 4 w 585"/>
                <a:gd name="T39" fmla="*/ 25 h 536"/>
                <a:gd name="T40" fmla="*/ 12 w 585"/>
                <a:gd name="T41" fmla="*/ 12 h 536"/>
                <a:gd name="T42" fmla="*/ 26 w 585"/>
                <a:gd name="T43" fmla="*/ 2 h 536"/>
                <a:gd name="T44" fmla="*/ 42 w 585"/>
                <a:gd name="T45"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585" h="536">
                  <a:moveTo>
                    <a:pt x="42" y="0"/>
                  </a:moveTo>
                  <a:lnTo>
                    <a:pt x="545" y="0"/>
                  </a:lnTo>
                  <a:lnTo>
                    <a:pt x="560" y="2"/>
                  </a:lnTo>
                  <a:lnTo>
                    <a:pt x="574" y="12"/>
                  </a:lnTo>
                  <a:lnTo>
                    <a:pt x="583" y="25"/>
                  </a:lnTo>
                  <a:lnTo>
                    <a:pt x="585" y="40"/>
                  </a:lnTo>
                  <a:lnTo>
                    <a:pt x="583" y="56"/>
                  </a:lnTo>
                  <a:lnTo>
                    <a:pt x="574" y="70"/>
                  </a:lnTo>
                  <a:lnTo>
                    <a:pt x="560" y="79"/>
                  </a:lnTo>
                  <a:lnTo>
                    <a:pt x="545" y="82"/>
                  </a:lnTo>
                  <a:lnTo>
                    <a:pt x="342" y="82"/>
                  </a:lnTo>
                  <a:lnTo>
                    <a:pt x="342" y="536"/>
                  </a:lnTo>
                  <a:lnTo>
                    <a:pt x="244" y="536"/>
                  </a:lnTo>
                  <a:lnTo>
                    <a:pt x="244" y="82"/>
                  </a:lnTo>
                  <a:lnTo>
                    <a:pt x="42" y="82"/>
                  </a:lnTo>
                  <a:lnTo>
                    <a:pt x="26" y="79"/>
                  </a:lnTo>
                  <a:lnTo>
                    <a:pt x="12" y="70"/>
                  </a:lnTo>
                  <a:lnTo>
                    <a:pt x="4" y="56"/>
                  </a:lnTo>
                  <a:lnTo>
                    <a:pt x="0" y="40"/>
                  </a:lnTo>
                  <a:lnTo>
                    <a:pt x="4" y="25"/>
                  </a:lnTo>
                  <a:lnTo>
                    <a:pt x="12" y="12"/>
                  </a:lnTo>
                  <a:lnTo>
                    <a:pt x="26" y="2"/>
                  </a:lnTo>
                  <a:lnTo>
                    <a:pt x="42"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3" name="Freeform 11"/>
            <p:cNvSpPr>
              <a:spLocks/>
            </p:cNvSpPr>
            <p:nvPr userDrawn="1"/>
          </p:nvSpPr>
          <p:spPr bwMode="auto">
            <a:xfrm>
              <a:off x="8122758" y="705011"/>
              <a:ext cx="154116" cy="148448"/>
            </a:xfrm>
            <a:custGeom>
              <a:avLst/>
              <a:gdLst>
                <a:gd name="T0" fmla="*/ 49 w 571"/>
                <a:gd name="T1" fmla="*/ 0 h 550"/>
                <a:gd name="T2" fmla="*/ 68 w 571"/>
                <a:gd name="T3" fmla="*/ 4 h 550"/>
                <a:gd name="T4" fmla="*/ 84 w 571"/>
                <a:gd name="T5" fmla="*/ 14 h 550"/>
                <a:gd name="T6" fmla="*/ 94 w 571"/>
                <a:gd name="T7" fmla="*/ 30 h 550"/>
                <a:gd name="T8" fmla="*/ 98 w 571"/>
                <a:gd name="T9" fmla="*/ 49 h 550"/>
                <a:gd name="T10" fmla="*/ 98 w 571"/>
                <a:gd name="T11" fmla="*/ 299 h 550"/>
                <a:gd name="T12" fmla="*/ 98 w 571"/>
                <a:gd name="T13" fmla="*/ 320 h 550"/>
                <a:gd name="T14" fmla="*/ 101 w 571"/>
                <a:gd name="T15" fmla="*/ 342 h 550"/>
                <a:gd name="T16" fmla="*/ 105 w 571"/>
                <a:gd name="T17" fmla="*/ 363 h 550"/>
                <a:gd name="T18" fmla="*/ 112 w 571"/>
                <a:gd name="T19" fmla="*/ 384 h 550"/>
                <a:gd name="T20" fmla="*/ 122 w 571"/>
                <a:gd name="T21" fmla="*/ 403 h 550"/>
                <a:gd name="T22" fmla="*/ 136 w 571"/>
                <a:gd name="T23" fmla="*/ 421 h 550"/>
                <a:gd name="T24" fmla="*/ 156 w 571"/>
                <a:gd name="T25" fmla="*/ 437 h 550"/>
                <a:gd name="T26" fmla="*/ 180 w 571"/>
                <a:gd name="T27" fmla="*/ 449 h 550"/>
                <a:gd name="T28" fmla="*/ 208 w 571"/>
                <a:gd name="T29" fmla="*/ 459 h 550"/>
                <a:gd name="T30" fmla="*/ 245 w 571"/>
                <a:gd name="T31" fmla="*/ 464 h 550"/>
                <a:gd name="T32" fmla="*/ 286 w 571"/>
                <a:gd name="T33" fmla="*/ 466 h 550"/>
                <a:gd name="T34" fmla="*/ 328 w 571"/>
                <a:gd name="T35" fmla="*/ 464 h 550"/>
                <a:gd name="T36" fmla="*/ 363 w 571"/>
                <a:gd name="T37" fmla="*/ 459 h 550"/>
                <a:gd name="T38" fmla="*/ 391 w 571"/>
                <a:gd name="T39" fmla="*/ 449 h 550"/>
                <a:gd name="T40" fmla="*/ 416 w 571"/>
                <a:gd name="T41" fmla="*/ 437 h 550"/>
                <a:gd name="T42" fmla="*/ 435 w 571"/>
                <a:gd name="T43" fmla="*/ 421 h 550"/>
                <a:gd name="T44" fmla="*/ 449 w 571"/>
                <a:gd name="T45" fmla="*/ 403 h 550"/>
                <a:gd name="T46" fmla="*/ 459 w 571"/>
                <a:gd name="T47" fmla="*/ 384 h 550"/>
                <a:gd name="T48" fmla="*/ 466 w 571"/>
                <a:gd name="T49" fmla="*/ 363 h 550"/>
                <a:gd name="T50" fmla="*/ 470 w 571"/>
                <a:gd name="T51" fmla="*/ 342 h 550"/>
                <a:gd name="T52" fmla="*/ 473 w 571"/>
                <a:gd name="T53" fmla="*/ 320 h 550"/>
                <a:gd name="T54" fmla="*/ 473 w 571"/>
                <a:gd name="T55" fmla="*/ 299 h 550"/>
                <a:gd name="T56" fmla="*/ 473 w 571"/>
                <a:gd name="T57" fmla="*/ 49 h 550"/>
                <a:gd name="T58" fmla="*/ 477 w 571"/>
                <a:gd name="T59" fmla="*/ 30 h 550"/>
                <a:gd name="T60" fmla="*/ 487 w 571"/>
                <a:gd name="T61" fmla="*/ 14 h 550"/>
                <a:gd name="T62" fmla="*/ 503 w 571"/>
                <a:gd name="T63" fmla="*/ 4 h 550"/>
                <a:gd name="T64" fmla="*/ 522 w 571"/>
                <a:gd name="T65" fmla="*/ 0 h 550"/>
                <a:gd name="T66" fmla="*/ 541 w 571"/>
                <a:gd name="T67" fmla="*/ 4 h 550"/>
                <a:gd name="T68" fmla="*/ 557 w 571"/>
                <a:gd name="T69" fmla="*/ 14 h 550"/>
                <a:gd name="T70" fmla="*/ 567 w 571"/>
                <a:gd name="T71" fmla="*/ 30 h 550"/>
                <a:gd name="T72" fmla="*/ 571 w 571"/>
                <a:gd name="T73" fmla="*/ 49 h 550"/>
                <a:gd name="T74" fmla="*/ 571 w 571"/>
                <a:gd name="T75" fmla="*/ 306 h 550"/>
                <a:gd name="T76" fmla="*/ 567 w 571"/>
                <a:gd name="T77" fmla="*/ 358 h 550"/>
                <a:gd name="T78" fmla="*/ 557 w 571"/>
                <a:gd name="T79" fmla="*/ 402 h 550"/>
                <a:gd name="T80" fmla="*/ 540 w 571"/>
                <a:gd name="T81" fmla="*/ 442 h 550"/>
                <a:gd name="T82" fmla="*/ 513 w 571"/>
                <a:gd name="T83" fmla="*/ 475 h 550"/>
                <a:gd name="T84" fmla="*/ 482 w 571"/>
                <a:gd name="T85" fmla="*/ 501 h 550"/>
                <a:gd name="T86" fmla="*/ 444 w 571"/>
                <a:gd name="T87" fmla="*/ 522 h 550"/>
                <a:gd name="T88" fmla="*/ 398 w 571"/>
                <a:gd name="T89" fmla="*/ 538 h 550"/>
                <a:gd name="T90" fmla="*/ 346 w 571"/>
                <a:gd name="T91" fmla="*/ 547 h 550"/>
                <a:gd name="T92" fmla="*/ 286 w 571"/>
                <a:gd name="T93" fmla="*/ 550 h 550"/>
                <a:gd name="T94" fmla="*/ 225 w 571"/>
                <a:gd name="T95" fmla="*/ 547 h 550"/>
                <a:gd name="T96" fmla="*/ 173 w 571"/>
                <a:gd name="T97" fmla="*/ 538 h 550"/>
                <a:gd name="T98" fmla="*/ 128 w 571"/>
                <a:gd name="T99" fmla="*/ 522 h 550"/>
                <a:gd name="T100" fmla="*/ 89 w 571"/>
                <a:gd name="T101" fmla="*/ 501 h 550"/>
                <a:gd name="T102" fmla="*/ 58 w 571"/>
                <a:gd name="T103" fmla="*/ 475 h 550"/>
                <a:gd name="T104" fmla="*/ 32 w 571"/>
                <a:gd name="T105" fmla="*/ 442 h 550"/>
                <a:gd name="T106" fmla="*/ 14 w 571"/>
                <a:gd name="T107" fmla="*/ 402 h 550"/>
                <a:gd name="T108" fmla="*/ 4 w 571"/>
                <a:gd name="T109" fmla="*/ 358 h 550"/>
                <a:gd name="T110" fmla="*/ 0 w 571"/>
                <a:gd name="T111" fmla="*/ 306 h 550"/>
                <a:gd name="T112" fmla="*/ 0 w 571"/>
                <a:gd name="T113" fmla="*/ 49 h 550"/>
                <a:gd name="T114" fmla="*/ 4 w 571"/>
                <a:gd name="T115" fmla="*/ 30 h 550"/>
                <a:gd name="T116" fmla="*/ 14 w 571"/>
                <a:gd name="T117" fmla="*/ 14 h 550"/>
                <a:gd name="T118" fmla="*/ 30 w 571"/>
                <a:gd name="T119" fmla="*/ 4 h 550"/>
                <a:gd name="T120" fmla="*/ 49 w 571"/>
                <a:gd name="T121" fmla="*/ 0 h 5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571" h="550">
                  <a:moveTo>
                    <a:pt x="49" y="0"/>
                  </a:moveTo>
                  <a:lnTo>
                    <a:pt x="68" y="4"/>
                  </a:lnTo>
                  <a:lnTo>
                    <a:pt x="84" y="14"/>
                  </a:lnTo>
                  <a:lnTo>
                    <a:pt x="94" y="30"/>
                  </a:lnTo>
                  <a:lnTo>
                    <a:pt x="98" y="49"/>
                  </a:lnTo>
                  <a:lnTo>
                    <a:pt x="98" y="299"/>
                  </a:lnTo>
                  <a:lnTo>
                    <a:pt x="98" y="320"/>
                  </a:lnTo>
                  <a:lnTo>
                    <a:pt x="101" y="342"/>
                  </a:lnTo>
                  <a:lnTo>
                    <a:pt x="105" y="363"/>
                  </a:lnTo>
                  <a:lnTo>
                    <a:pt x="112" y="384"/>
                  </a:lnTo>
                  <a:lnTo>
                    <a:pt x="122" y="403"/>
                  </a:lnTo>
                  <a:lnTo>
                    <a:pt x="136" y="421"/>
                  </a:lnTo>
                  <a:lnTo>
                    <a:pt x="156" y="437"/>
                  </a:lnTo>
                  <a:lnTo>
                    <a:pt x="180" y="449"/>
                  </a:lnTo>
                  <a:lnTo>
                    <a:pt x="208" y="459"/>
                  </a:lnTo>
                  <a:lnTo>
                    <a:pt x="245" y="464"/>
                  </a:lnTo>
                  <a:lnTo>
                    <a:pt x="286" y="466"/>
                  </a:lnTo>
                  <a:lnTo>
                    <a:pt x="328" y="464"/>
                  </a:lnTo>
                  <a:lnTo>
                    <a:pt x="363" y="459"/>
                  </a:lnTo>
                  <a:lnTo>
                    <a:pt x="391" y="449"/>
                  </a:lnTo>
                  <a:lnTo>
                    <a:pt x="416" y="437"/>
                  </a:lnTo>
                  <a:lnTo>
                    <a:pt x="435" y="421"/>
                  </a:lnTo>
                  <a:lnTo>
                    <a:pt x="449" y="403"/>
                  </a:lnTo>
                  <a:lnTo>
                    <a:pt x="459" y="384"/>
                  </a:lnTo>
                  <a:lnTo>
                    <a:pt x="466" y="363"/>
                  </a:lnTo>
                  <a:lnTo>
                    <a:pt x="470" y="342"/>
                  </a:lnTo>
                  <a:lnTo>
                    <a:pt x="473" y="320"/>
                  </a:lnTo>
                  <a:lnTo>
                    <a:pt x="473" y="299"/>
                  </a:lnTo>
                  <a:lnTo>
                    <a:pt x="473" y="49"/>
                  </a:lnTo>
                  <a:lnTo>
                    <a:pt x="477" y="30"/>
                  </a:lnTo>
                  <a:lnTo>
                    <a:pt x="487" y="14"/>
                  </a:lnTo>
                  <a:lnTo>
                    <a:pt x="503" y="4"/>
                  </a:lnTo>
                  <a:lnTo>
                    <a:pt x="522" y="0"/>
                  </a:lnTo>
                  <a:lnTo>
                    <a:pt x="541" y="4"/>
                  </a:lnTo>
                  <a:lnTo>
                    <a:pt x="557" y="14"/>
                  </a:lnTo>
                  <a:lnTo>
                    <a:pt x="567" y="30"/>
                  </a:lnTo>
                  <a:lnTo>
                    <a:pt x="571" y="49"/>
                  </a:lnTo>
                  <a:lnTo>
                    <a:pt x="571" y="306"/>
                  </a:lnTo>
                  <a:lnTo>
                    <a:pt x="567" y="358"/>
                  </a:lnTo>
                  <a:lnTo>
                    <a:pt x="557" y="402"/>
                  </a:lnTo>
                  <a:lnTo>
                    <a:pt x="540" y="442"/>
                  </a:lnTo>
                  <a:lnTo>
                    <a:pt x="513" y="475"/>
                  </a:lnTo>
                  <a:lnTo>
                    <a:pt x="482" y="501"/>
                  </a:lnTo>
                  <a:lnTo>
                    <a:pt x="444" y="522"/>
                  </a:lnTo>
                  <a:lnTo>
                    <a:pt x="398" y="538"/>
                  </a:lnTo>
                  <a:lnTo>
                    <a:pt x="346" y="547"/>
                  </a:lnTo>
                  <a:lnTo>
                    <a:pt x="286" y="550"/>
                  </a:lnTo>
                  <a:lnTo>
                    <a:pt x="225" y="547"/>
                  </a:lnTo>
                  <a:lnTo>
                    <a:pt x="173" y="538"/>
                  </a:lnTo>
                  <a:lnTo>
                    <a:pt x="128" y="522"/>
                  </a:lnTo>
                  <a:lnTo>
                    <a:pt x="89" y="501"/>
                  </a:lnTo>
                  <a:lnTo>
                    <a:pt x="58" y="475"/>
                  </a:lnTo>
                  <a:lnTo>
                    <a:pt x="32" y="442"/>
                  </a:lnTo>
                  <a:lnTo>
                    <a:pt x="14" y="402"/>
                  </a:lnTo>
                  <a:lnTo>
                    <a:pt x="4" y="358"/>
                  </a:lnTo>
                  <a:lnTo>
                    <a:pt x="0" y="306"/>
                  </a:lnTo>
                  <a:lnTo>
                    <a:pt x="0" y="49"/>
                  </a:lnTo>
                  <a:lnTo>
                    <a:pt x="4" y="30"/>
                  </a:lnTo>
                  <a:lnTo>
                    <a:pt x="14" y="14"/>
                  </a:lnTo>
                  <a:lnTo>
                    <a:pt x="30" y="4"/>
                  </a:lnTo>
                  <a:lnTo>
                    <a:pt x="49"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4" name="Freeform 12"/>
            <p:cNvSpPr>
              <a:spLocks noEditPoints="1"/>
            </p:cNvSpPr>
            <p:nvPr userDrawn="1"/>
          </p:nvSpPr>
          <p:spPr bwMode="auto">
            <a:xfrm>
              <a:off x="8321678" y="705011"/>
              <a:ext cx="148448" cy="144669"/>
            </a:xfrm>
            <a:custGeom>
              <a:avLst/>
              <a:gdLst>
                <a:gd name="T0" fmla="*/ 96 w 550"/>
                <a:gd name="T1" fmla="*/ 79 h 536"/>
                <a:gd name="T2" fmla="*/ 96 w 550"/>
                <a:gd name="T3" fmla="*/ 241 h 536"/>
                <a:gd name="T4" fmla="*/ 307 w 550"/>
                <a:gd name="T5" fmla="*/ 241 h 536"/>
                <a:gd name="T6" fmla="*/ 342 w 550"/>
                <a:gd name="T7" fmla="*/ 241 h 536"/>
                <a:gd name="T8" fmla="*/ 372 w 550"/>
                <a:gd name="T9" fmla="*/ 238 h 536"/>
                <a:gd name="T10" fmla="*/ 398 w 550"/>
                <a:gd name="T11" fmla="*/ 231 h 536"/>
                <a:gd name="T12" fmla="*/ 417 w 550"/>
                <a:gd name="T13" fmla="*/ 222 h 536"/>
                <a:gd name="T14" fmla="*/ 431 w 550"/>
                <a:gd name="T15" fmla="*/ 206 h 536"/>
                <a:gd name="T16" fmla="*/ 440 w 550"/>
                <a:gd name="T17" fmla="*/ 187 h 536"/>
                <a:gd name="T18" fmla="*/ 443 w 550"/>
                <a:gd name="T19" fmla="*/ 161 h 536"/>
                <a:gd name="T20" fmla="*/ 440 w 550"/>
                <a:gd name="T21" fmla="*/ 135 h 536"/>
                <a:gd name="T22" fmla="*/ 431 w 550"/>
                <a:gd name="T23" fmla="*/ 114 h 536"/>
                <a:gd name="T24" fmla="*/ 417 w 550"/>
                <a:gd name="T25" fmla="*/ 100 h 536"/>
                <a:gd name="T26" fmla="*/ 398 w 550"/>
                <a:gd name="T27" fmla="*/ 89 h 536"/>
                <a:gd name="T28" fmla="*/ 372 w 550"/>
                <a:gd name="T29" fmla="*/ 84 h 536"/>
                <a:gd name="T30" fmla="*/ 342 w 550"/>
                <a:gd name="T31" fmla="*/ 80 h 536"/>
                <a:gd name="T32" fmla="*/ 307 w 550"/>
                <a:gd name="T33" fmla="*/ 79 h 536"/>
                <a:gd name="T34" fmla="*/ 96 w 550"/>
                <a:gd name="T35" fmla="*/ 79 h 536"/>
                <a:gd name="T36" fmla="*/ 0 w 550"/>
                <a:gd name="T37" fmla="*/ 0 h 536"/>
                <a:gd name="T38" fmla="*/ 323 w 550"/>
                <a:gd name="T39" fmla="*/ 0 h 536"/>
                <a:gd name="T40" fmla="*/ 377 w 550"/>
                <a:gd name="T41" fmla="*/ 2 h 536"/>
                <a:gd name="T42" fmla="*/ 422 w 550"/>
                <a:gd name="T43" fmla="*/ 9 h 536"/>
                <a:gd name="T44" fmla="*/ 459 w 550"/>
                <a:gd name="T45" fmla="*/ 19 h 536"/>
                <a:gd name="T46" fmla="*/ 489 w 550"/>
                <a:gd name="T47" fmla="*/ 37 h 536"/>
                <a:gd name="T48" fmla="*/ 511 w 550"/>
                <a:gd name="T49" fmla="*/ 58 h 536"/>
                <a:gd name="T50" fmla="*/ 527 w 550"/>
                <a:gd name="T51" fmla="*/ 86 h 536"/>
                <a:gd name="T52" fmla="*/ 537 w 550"/>
                <a:gd name="T53" fmla="*/ 119 h 536"/>
                <a:gd name="T54" fmla="*/ 539 w 550"/>
                <a:gd name="T55" fmla="*/ 157 h 536"/>
                <a:gd name="T56" fmla="*/ 537 w 550"/>
                <a:gd name="T57" fmla="*/ 194 h 536"/>
                <a:gd name="T58" fmla="*/ 527 w 550"/>
                <a:gd name="T59" fmla="*/ 225 h 536"/>
                <a:gd name="T60" fmla="*/ 513 w 550"/>
                <a:gd name="T61" fmla="*/ 252 h 536"/>
                <a:gd name="T62" fmla="*/ 494 w 550"/>
                <a:gd name="T63" fmla="*/ 272 h 536"/>
                <a:gd name="T64" fmla="*/ 471 w 550"/>
                <a:gd name="T65" fmla="*/ 290 h 536"/>
                <a:gd name="T66" fmla="*/ 447 w 550"/>
                <a:gd name="T67" fmla="*/ 302 h 536"/>
                <a:gd name="T68" fmla="*/ 419 w 550"/>
                <a:gd name="T69" fmla="*/ 311 h 536"/>
                <a:gd name="T70" fmla="*/ 393 w 550"/>
                <a:gd name="T71" fmla="*/ 314 h 536"/>
                <a:gd name="T72" fmla="*/ 384 w 550"/>
                <a:gd name="T73" fmla="*/ 314 h 536"/>
                <a:gd name="T74" fmla="*/ 550 w 550"/>
                <a:gd name="T75" fmla="*/ 536 h 536"/>
                <a:gd name="T76" fmla="*/ 431 w 550"/>
                <a:gd name="T77" fmla="*/ 536 h 536"/>
                <a:gd name="T78" fmla="*/ 274 w 550"/>
                <a:gd name="T79" fmla="*/ 323 h 536"/>
                <a:gd name="T80" fmla="*/ 272 w 550"/>
                <a:gd name="T81" fmla="*/ 321 h 536"/>
                <a:gd name="T82" fmla="*/ 96 w 550"/>
                <a:gd name="T83" fmla="*/ 321 h 536"/>
                <a:gd name="T84" fmla="*/ 96 w 550"/>
                <a:gd name="T85" fmla="*/ 536 h 536"/>
                <a:gd name="T86" fmla="*/ 0 w 550"/>
                <a:gd name="T87" fmla="*/ 536 h 536"/>
                <a:gd name="T88" fmla="*/ 0 w 550"/>
                <a:gd name="T8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50" h="536">
                  <a:moveTo>
                    <a:pt x="96" y="79"/>
                  </a:moveTo>
                  <a:lnTo>
                    <a:pt x="96" y="241"/>
                  </a:lnTo>
                  <a:lnTo>
                    <a:pt x="307" y="241"/>
                  </a:lnTo>
                  <a:lnTo>
                    <a:pt x="342" y="241"/>
                  </a:lnTo>
                  <a:lnTo>
                    <a:pt x="372" y="238"/>
                  </a:lnTo>
                  <a:lnTo>
                    <a:pt x="398" y="231"/>
                  </a:lnTo>
                  <a:lnTo>
                    <a:pt x="417" y="222"/>
                  </a:lnTo>
                  <a:lnTo>
                    <a:pt x="431" y="206"/>
                  </a:lnTo>
                  <a:lnTo>
                    <a:pt x="440" y="187"/>
                  </a:lnTo>
                  <a:lnTo>
                    <a:pt x="443" y="161"/>
                  </a:lnTo>
                  <a:lnTo>
                    <a:pt x="440" y="135"/>
                  </a:lnTo>
                  <a:lnTo>
                    <a:pt x="431" y="114"/>
                  </a:lnTo>
                  <a:lnTo>
                    <a:pt x="417" y="100"/>
                  </a:lnTo>
                  <a:lnTo>
                    <a:pt x="398" y="89"/>
                  </a:lnTo>
                  <a:lnTo>
                    <a:pt x="372" y="84"/>
                  </a:lnTo>
                  <a:lnTo>
                    <a:pt x="342" y="80"/>
                  </a:lnTo>
                  <a:lnTo>
                    <a:pt x="307" y="79"/>
                  </a:lnTo>
                  <a:lnTo>
                    <a:pt x="96" y="79"/>
                  </a:lnTo>
                  <a:close/>
                  <a:moveTo>
                    <a:pt x="0" y="0"/>
                  </a:moveTo>
                  <a:lnTo>
                    <a:pt x="323" y="0"/>
                  </a:lnTo>
                  <a:lnTo>
                    <a:pt x="377" y="2"/>
                  </a:lnTo>
                  <a:lnTo>
                    <a:pt x="422" y="9"/>
                  </a:lnTo>
                  <a:lnTo>
                    <a:pt x="459" y="19"/>
                  </a:lnTo>
                  <a:lnTo>
                    <a:pt x="489" y="37"/>
                  </a:lnTo>
                  <a:lnTo>
                    <a:pt x="511" y="58"/>
                  </a:lnTo>
                  <a:lnTo>
                    <a:pt x="527" y="86"/>
                  </a:lnTo>
                  <a:lnTo>
                    <a:pt x="537" y="119"/>
                  </a:lnTo>
                  <a:lnTo>
                    <a:pt x="539" y="157"/>
                  </a:lnTo>
                  <a:lnTo>
                    <a:pt x="537" y="194"/>
                  </a:lnTo>
                  <a:lnTo>
                    <a:pt x="527" y="225"/>
                  </a:lnTo>
                  <a:lnTo>
                    <a:pt x="513" y="252"/>
                  </a:lnTo>
                  <a:lnTo>
                    <a:pt x="494" y="272"/>
                  </a:lnTo>
                  <a:lnTo>
                    <a:pt x="471" y="290"/>
                  </a:lnTo>
                  <a:lnTo>
                    <a:pt x="447" y="302"/>
                  </a:lnTo>
                  <a:lnTo>
                    <a:pt x="419" y="311"/>
                  </a:lnTo>
                  <a:lnTo>
                    <a:pt x="393" y="314"/>
                  </a:lnTo>
                  <a:lnTo>
                    <a:pt x="384" y="314"/>
                  </a:lnTo>
                  <a:lnTo>
                    <a:pt x="550" y="536"/>
                  </a:lnTo>
                  <a:lnTo>
                    <a:pt x="431" y="536"/>
                  </a:lnTo>
                  <a:lnTo>
                    <a:pt x="274" y="323"/>
                  </a:lnTo>
                  <a:lnTo>
                    <a:pt x="272" y="321"/>
                  </a:lnTo>
                  <a:lnTo>
                    <a:pt x="96" y="321"/>
                  </a:lnTo>
                  <a:lnTo>
                    <a:pt x="96" y="536"/>
                  </a:lnTo>
                  <a:lnTo>
                    <a:pt x="0" y="536"/>
                  </a:lnTo>
                  <a:lnTo>
                    <a:pt x="0"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5" name="Freeform 13"/>
            <p:cNvSpPr>
              <a:spLocks/>
            </p:cNvSpPr>
            <p:nvPr userDrawn="1"/>
          </p:nvSpPr>
          <p:spPr bwMode="auto">
            <a:xfrm>
              <a:off x="8507374" y="705011"/>
              <a:ext cx="131714" cy="144669"/>
            </a:xfrm>
            <a:custGeom>
              <a:avLst/>
              <a:gdLst>
                <a:gd name="T0" fmla="*/ 0 w 488"/>
                <a:gd name="T1" fmla="*/ 0 h 536"/>
                <a:gd name="T2" fmla="*/ 438 w 488"/>
                <a:gd name="T3" fmla="*/ 0 h 536"/>
                <a:gd name="T4" fmla="*/ 453 w 488"/>
                <a:gd name="T5" fmla="*/ 2 h 536"/>
                <a:gd name="T6" fmla="*/ 467 w 488"/>
                <a:gd name="T7" fmla="*/ 12 h 536"/>
                <a:gd name="T8" fmla="*/ 476 w 488"/>
                <a:gd name="T9" fmla="*/ 25 h 536"/>
                <a:gd name="T10" fmla="*/ 480 w 488"/>
                <a:gd name="T11" fmla="*/ 40 h 536"/>
                <a:gd name="T12" fmla="*/ 476 w 488"/>
                <a:gd name="T13" fmla="*/ 56 h 536"/>
                <a:gd name="T14" fmla="*/ 467 w 488"/>
                <a:gd name="T15" fmla="*/ 70 h 536"/>
                <a:gd name="T16" fmla="*/ 453 w 488"/>
                <a:gd name="T17" fmla="*/ 79 h 536"/>
                <a:gd name="T18" fmla="*/ 438 w 488"/>
                <a:gd name="T19" fmla="*/ 82 h 536"/>
                <a:gd name="T20" fmla="*/ 97 w 488"/>
                <a:gd name="T21" fmla="*/ 82 h 536"/>
                <a:gd name="T22" fmla="*/ 97 w 488"/>
                <a:gd name="T23" fmla="*/ 218 h 536"/>
                <a:gd name="T24" fmla="*/ 333 w 488"/>
                <a:gd name="T25" fmla="*/ 218 h 536"/>
                <a:gd name="T26" fmla="*/ 349 w 488"/>
                <a:gd name="T27" fmla="*/ 222 h 536"/>
                <a:gd name="T28" fmla="*/ 361 w 488"/>
                <a:gd name="T29" fmla="*/ 231 h 536"/>
                <a:gd name="T30" fmla="*/ 370 w 488"/>
                <a:gd name="T31" fmla="*/ 243 h 536"/>
                <a:gd name="T32" fmla="*/ 373 w 488"/>
                <a:gd name="T33" fmla="*/ 259 h 536"/>
                <a:gd name="T34" fmla="*/ 370 w 488"/>
                <a:gd name="T35" fmla="*/ 276 h 536"/>
                <a:gd name="T36" fmla="*/ 361 w 488"/>
                <a:gd name="T37" fmla="*/ 288 h 536"/>
                <a:gd name="T38" fmla="*/ 349 w 488"/>
                <a:gd name="T39" fmla="*/ 297 h 536"/>
                <a:gd name="T40" fmla="*/ 333 w 488"/>
                <a:gd name="T41" fmla="*/ 300 h 536"/>
                <a:gd name="T42" fmla="*/ 97 w 488"/>
                <a:gd name="T43" fmla="*/ 300 h 536"/>
                <a:gd name="T44" fmla="*/ 97 w 488"/>
                <a:gd name="T45" fmla="*/ 454 h 536"/>
                <a:gd name="T46" fmla="*/ 446 w 488"/>
                <a:gd name="T47" fmla="*/ 454 h 536"/>
                <a:gd name="T48" fmla="*/ 464 w 488"/>
                <a:gd name="T49" fmla="*/ 457 h 536"/>
                <a:gd name="T50" fmla="*/ 476 w 488"/>
                <a:gd name="T51" fmla="*/ 466 h 536"/>
                <a:gd name="T52" fmla="*/ 485 w 488"/>
                <a:gd name="T53" fmla="*/ 478 h 536"/>
                <a:gd name="T54" fmla="*/ 488 w 488"/>
                <a:gd name="T55" fmla="*/ 494 h 536"/>
                <a:gd name="T56" fmla="*/ 485 w 488"/>
                <a:gd name="T57" fmla="*/ 512 h 536"/>
                <a:gd name="T58" fmla="*/ 476 w 488"/>
                <a:gd name="T59" fmla="*/ 524 h 536"/>
                <a:gd name="T60" fmla="*/ 464 w 488"/>
                <a:gd name="T61" fmla="*/ 533 h 536"/>
                <a:gd name="T62" fmla="*/ 446 w 488"/>
                <a:gd name="T63" fmla="*/ 536 h 536"/>
                <a:gd name="T64" fmla="*/ 0 w 488"/>
                <a:gd name="T65" fmla="*/ 536 h 536"/>
                <a:gd name="T66" fmla="*/ 0 w 488"/>
                <a:gd name="T6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88" h="536">
                  <a:moveTo>
                    <a:pt x="0" y="0"/>
                  </a:moveTo>
                  <a:lnTo>
                    <a:pt x="438" y="0"/>
                  </a:lnTo>
                  <a:lnTo>
                    <a:pt x="453" y="2"/>
                  </a:lnTo>
                  <a:lnTo>
                    <a:pt x="467" y="12"/>
                  </a:lnTo>
                  <a:lnTo>
                    <a:pt x="476" y="25"/>
                  </a:lnTo>
                  <a:lnTo>
                    <a:pt x="480" y="40"/>
                  </a:lnTo>
                  <a:lnTo>
                    <a:pt x="476" y="56"/>
                  </a:lnTo>
                  <a:lnTo>
                    <a:pt x="467" y="70"/>
                  </a:lnTo>
                  <a:lnTo>
                    <a:pt x="453" y="79"/>
                  </a:lnTo>
                  <a:lnTo>
                    <a:pt x="438" y="82"/>
                  </a:lnTo>
                  <a:lnTo>
                    <a:pt x="97" y="82"/>
                  </a:lnTo>
                  <a:lnTo>
                    <a:pt x="97" y="218"/>
                  </a:lnTo>
                  <a:lnTo>
                    <a:pt x="333" y="218"/>
                  </a:lnTo>
                  <a:lnTo>
                    <a:pt x="349" y="222"/>
                  </a:lnTo>
                  <a:lnTo>
                    <a:pt x="361" y="231"/>
                  </a:lnTo>
                  <a:lnTo>
                    <a:pt x="370" y="243"/>
                  </a:lnTo>
                  <a:lnTo>
                    <a:pt x="373" y="259"/>
                  </a:lnTo>
                  <a:lnTo>
                    <a:pt x="370" y="276"/>
                  </a:lnTo>
                  <a:lnTo>
                    <a:pt x="361" y="288"/>
                  </a:lnTo>
                  <a:lnTo>
                    <a:pt x="349" y="297"/>
                  </a:lnTo>
                  <a:lnTo>
                    <a:pt x="333" y="300"/>
                  </a:lnTo>
                  <a:lnTo>
                    <a:pt x="97" y="300"/>
                  </a:lnTo>
                  <a:lnTo>
                    <a:pt x="97" y="454"/>
                  </a:lnTo>
                  <a:lnTo>
                    <a:pt x="446" y="454"/>
                  </a:lnTo>
                  <a:lnTo>
                    <a:pt x="464" y="457"/>
                  </a:lnTo>
                  <a:lnTo>
                    <a:pt x="476" y="466"/>
                  </a:lnTo>
                  <a:lnTo>
                    <a:pt x="485" y="478"/>
                  </a:lnTo>
                  <a:lnTo>
                    <a:pt x="488" y="494"/>
                  </a:lnTo>
                  <a:lnTo>
                    <a:pt x="485" y="512"/>
                  </a:lnTo>
                  <a:lnTo>
                    <a:pt x="476" y="524"/>
                  </a:lnTo>
                  <a:lnTo>
                    <a:pt x="464" y="533"/>
                  </a:lnTo>
                  <a:lnTo>
                    <a:pt x="446" y="536"/>
                  </a:lnTo>
                  <a:lnTo>
                    <a:pt x="0" y="536"/>
                  </a:lnTo>
                  <a:lnTo>
                    <a:pt x="0"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6" name="Freeform 14"/>
            <p:cNvSpPr>
              <a:spLocks/>
            </p:cNvSpPr>
            <p:nvPr userDrawn="1"/>
          </p:nvSpPr>
          <p:spPr bwMode="auto">
            <a:xfrm>
              <a:off x="7785916" y="618911"/>
              <a:ext cx="25911" cy="24831"/>
            </a:xfrm>
            <a:custGeom>
              <a:avLst/>
              <a:gdLst>
                <a:gd name="T0" fmla="*/ 51 w 96"/>
                <a:gd name="T1" fmla="*/ 0 h 92"/>
                <a:gd name="T2" fmla="*/ 53 w 96"/>
                <a:gd name="T3" fmla="*/ 0 h 92"/>
                <a:gd name="T4" fmla="*/ 70 w 96"/>
                <a:gd name="T5" fmla="*/ 5 h 92"/>
                <a:gd name="T6" fmla="*/ 84 w 96"/>
                <a:gd name="T7" fmla="*/ 15 h 92"/>
                <a:gd name="T8" fmla="*/ 93 w 96"/>
                <a:gd name="T9" fmla="*/ 31 h 92"/>
                <a:gd name="T10" fmla="*/ 96 w 96"/>
                <a:gd name="T11" fmla="*/ 49 h 92"/>
                <a:gd name="T12" fmla="*/ 91 w 96"/>
                <a:gd name="T13" fmla="*/ 66 h 92"/>
                <a:gd name="T14" fmla="*/ 81 w 96"/>
                <a:gd name="T15" fmla="*/ 80 h 92"/>
                <a:gd name="T16" fmla="*/ 65 w 96"/>
                <a:gd name="T17" fmla="*/ 91 h 92"/>
                <a:gd name="T18" fmla="*/ 47 w 96"/>
                <a:gd name="T19" fmla="*/ 92 h 92"/>
                <a:gd name="T20" fmla="*/ 44 w 96"/>
                <a:gd name="T21" fmla="*/ 92 h 92"/>
                <a:gd name="T22" fmla="*/ 26 w 96"/>
                <a:gd name="T23" fmla="*/ 87 h 92"/>
                <a:gd name="T24" fmla="*/ 12 w 96"/>
                <a:gd name="T25" fmla="*/ 77 h 92"/>
                <a:gd name="T26" fmla="*/ 4 w 96"/>
                <a:gd name="T27" fmla="*/ 61 h 92"/>
                <a:gd name="T28" fmla="*/ 0 w 96"/>
                <a:gd name="T29" fmla="*/ 43 h 92"/>
                <a:gd name="T30" fmla="*/ 5 w 96"/>
                <a:gd name="T31" fmla="*/ 26 h 92"/>
                <a:gd name="T32" fmla="*/ 16 w 96"/>
                <a:gd name="T33" fmla="*/ 12 h 92"/>
                <a:gd name="T34" fmla="*/ 32 w 96"/>
                <a:gd name="T35" fmla="*/ 2 h 92"/>
                <a:gd name="T36" fmla="*/ 51 w 96"/>
                <a:gd name="T37" fmla="*/ 0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6" h="92">
                  <a:moveTo>
                    <a:pt x="51" y="0"/>
                  </a:moveTo>
                  <a:lnTo>
                    <a:pt x="53" y="0"/>
                  </a:lnTo>
                  <a:lnTo>
                    <a:pt x="70" y="5"/>
                  </a:lnTo>
                  <a:lnTo>
                    <a:pt x="84" y="15"/>
                  </a:lnTo>
                  <a:lnTo>
                    <a:pt x="93" y="31"/>
                  </a:lnTo>
                  <a:lnTo>
                    <a:pt x="96" y="49"/>
                  </a:lnTo>
                  <a:lnTo>
                    <a:pt x="91" y="66"/>
                  </a:lnTo>
                  <a:lnTo>
                    <a:pt x="81" y="80"/>
                  </a:lnTo>
                  <a:lnTo>
                    <a:pt x="65" y="91"/>
                  </a:lnTo>
                  <a:lnTo>
                    <a:pt x="47" y="92"/>
                  </a:lnTo>
                  <a:lnTo>
                    <a:pt x="44" y="92"/>
                  </a:lnTo>
                  <a:lnTo>
                    <a:pt x="26" y="87"/>
                  </a:lnTo>
                  <a:lnTo>
                    <a:pt x="12" y="77"/>
                  </a:lnTo>
                  <a:lnTo>
                    <a:pt x="4" y="61"/>
                  </a:lnTo>
                  <a:lnTo>
                    <a:pt x="0" y="43"/>
                  </a:lnTo>
                  <a:lnTo>
                    <a:pt x="5" y="26"/>
                  </a:lnTo>
                  <a:lnTo>
                    <a:pt x="16" y="12"/>
                  </a:lnTo>
                  <a:lnTo>
                    <a:pt x="32" y="2"/>
                  </a:lnTo>
                  <a:lnTo>
                    <a:pt x="51"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7" name="Freeform 15"/>
            <p:cNvSpPr>
              <a:spLocks/>
            </p:cNvSpPr>
            <p:nvPr userDrawn="1"/>
          </p:nvSpPr>
          <p:spPr bwMode="auto">
            <a:xfrm>
              <a:off x="7868507" y="539289"/>
              <a:ext cx="37247" cy="44804"/>
            </a:xfrm>
            <a:custGeom>
              <a:avLst/>
              <a:gdLst>
                <a:gd name="T0" fmla="*/ 40 w 138"/>
                <a:gd name="T1" fmla="*/ 0 h 166"/>
                <a:gd name="T2" fmla="*/ 57 w 138"/>
                <a:gd name="T3" fmla="*/ 2 h 166"/>
                <a:gd name="T4" fmla="*/ 73 w 138"/>
                <a:gd name="T5" fmla="*/ 9 h 166"/>
                <a:gd name="T6" fmla="*/ 85 w 138"/>
                <a:gd name="T7" fmla="*/ 22 h 166"/>
                <a:gd name="T8" fmla="*/ 132 w 138"/>
                <a:gd name="T9" fmla="*/ 96 h 166"/>
                <a:gd name="T10" fmla="*/ 138 w 138"/>
                <a:gd name="T11" fmla="*/ 113 h 166"/>
                <a:gd name="T12" fmla="*/ 138 w 138"/>
                <a:gd name="T13" fmla="*/ 131 h 166"/>
                <a:gd name="T14" fmla="*/ 129 w 138"/>
                <a:gd name="T15" fmla="*/ 146 h 166"/>
                <a:gd name="T16" fmla="*/ 115 w 138"/>
                <a:gd name="T17" fmla="*/ 159 h 166"/>
                <a:gd name="T18" fmla="*/ 99 w 138"/>
                <a:gd name="T19" fmla="*/ 166 h 166"/>
                <a:gd name="T20" fmla="*/ 80 w 138"/>
                <a:gd name="T21" fmla="*/ 164 h 166"/>
                <a:gd name="T22" fmla="*/ 64 w 138"/>
                <a:gd name="T23" fmla="*/ 157 h 166"/>
                <a:gd name="T24" fmla="*/ 52 w 138"/>
                <a:gd name="T25" fmla="*/ 143 h 166"/>
                <a:gd name="T26" fmla="*/ 5 w 138"/>
                <a:gd name="T27" fmla="*/ 70 h 166"/>
                <a:gd name="T28" fmla="*/ 0 w 138"/>
                <a:gd name="T29" fmla="*/ 52 h 166"/>
                <a:gd name="T30" fmla="*/ 0 w 138"/>
                <a:gd name="T31" fmla="*/ 35 h 166"/>
                <a:gd name="T32" fmla="*/ 8 w 138"/>
                <a:gd name="T33" fmla="*/ 17 h 166"/>
                <a:gd name="T34" fmla="*/ 22 w 138"/>
                <a:gd name="T35" fmla="*/ 7 h 166"/>
                <a:gd name="T36" fmla="*/ 40 w 138"/>
                <a:gd name="T37" fmla="*/ 0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38" h="166">
                  <a:moveTo>
                    <a:pt x="40" y="0"/>
                  </a:moveTo>
                  <a:lnTo>
                    <a:pt x="57" y="2"/>
                  </a:lnTo>
                  <a:lnTo>
                    <a:pt x="73" y="9"/>
                  </a:lnTo>
                  <a:lnTo>
                    <a:pt x="85" y="22"/>
                  </a:lnTo>
                  <a:lnTo>
                    <a:pt x="132" y="96"/>
                  </a:lnTo>
                  <a:lnTo>
                    <a:pt x="138" y="113"/>
                  </a:lnTo>
                  <a:lnTo>
                    <a:pt x="138" y="131"/>
                  </a:lnTo>
                  <a:lnTo>
                    <a:pt x="129" y="146"/>
                  </a:lnTo>
                  <a:lnTo>
                    <a:pt x="115" y="159"/>
                  </a:lnTo>
                  <a:lnTo>
                    <a:pt x="99" y="166"/>
                  </a:lnTo>
                  <a:lnTo>
                    <a:pt x="80" y="164"/>
                  </a:lnTo>
                  <a:lnTo>
                    <a:pt x="64" y="157"/>
                  </a:lnTo>
                  <a:lnTo>
                    <a:pt x="52" y="143"/>
                  </a:lnTo>
                  <a:lnTo>
                    <a:pt x="5" y="70"/>
                  </a:lnTo>
                  <a:lnTo>
                    <a:pt x="0" y="52"/>
                  </a:lnTo>
                  <a:lnTo>
                    <a:pt x="0" y="35"/>
                  </a:lnTo>
                  <a:lnTo>
                    <a:pt x="8" y="17"/>
                  </a:lnTo>
                  <a:lnTo>
                    <a:pt x="22" y="7"/>
                  </a:lnTo>
                  <a:lnTo>
                    <a:pt x="40"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8" name="Freeform 16"/>
            <p:cNvSpPr>
              <a:spLocks/>
            </p:cNvSpPr>
            <p:nvPr userDrawn="1"/>
          </p:nvSpPr>
          <p:spPr bwMode="auto">
            <a:xfrm>
              <a:off x="7965403" y="477481"/>
              <a:ext cx="37787" cy="69366"/>
            </a:xfrm>
            <a:custGeom>
              <a:avLst/>
              <a:gdLst>
                <a:gd name="T0" fmla="*/ 53 w 140"/>
                <a:gd name="T1" fmla="*/ 0 h 257"/>
                <a:gd name="T2" fmla="*/ 68 w 140"/>
                <a:gd name="T3" fmla="*/ 7 h 257"/>
                <a:gd name="T4" fmla="*/ 82 w 140"/>
                <a:gd name="T5" fmla="*/ 19 h 257"/>
                <a:gd name="T6" fmla="*/ 89 w 140"/>
                <a:gd name="T7" fmla="*/ 35 h 257"/>
                <a:gd name="T8" fmla="*/ 140 w 140"/>
                <a:gd name="T9" fmla="*/ 199 h 257"/>
                <a:gd name="T10" fmla="*/ 140 w 140"/>
                <a:gd name="T11" fmla="*/ 218 h 257"/>
                <a:gd name="T12" fmla="*/ 135 w 140"/>
                <a:gd name="T13" fmla="*/ 234 h 257"/>
                <a:gd name="T14" fmla="*/ 122 w 140"/>
                <a:gd name="T15" fmla="*/ 248 h 257"/>
                <a:gd name="T16" fmla="*/ 105 w 140"/>
                <a:gd name="T17" fmla="*/ 255 h 257"/>
                <a:gd name="T18" fmla="*/ 88 w 140"/>
                <a:gd name="T19" fmla="*/ 257 h 257"/>
                <a:gd name="T20" fmla="*/ 70 w 140"/>
                <a:gd name="T21" fmla="*/ 250 h 257"/>
                <a:gd name="T22" fmla="*/ 58 w 140"/>
                <a:gd name="T23" fmla="*/ 239 h 257"/>
                <a:gd name="T24" fmla="*/ 49 w 140"/>
                <a:gd name="T25" fmla="*/ 222 h 257"/>
                <a:gd name="T26" fmla="*/ 0 w 140"/>
                <a:gd name="T27" fmla="*/ 58 h 257"/>
                <a:gd name="T28" fmla="*/ 0 w 140"/>
                <a:gd name="T29" fmla="*/ 40 h 257"/>
                <a:gd name="T30" fmla="*/ 5 w 140"/>
                <a:gd name="T31" fmla="*/ 23 h 257"/>
                <a:gd name="T32" fmla="*/ 18 w 140"/>
                <a:gd name="T33" fmla="*/ 11 h 257"/>
                <a:gd name="T34" fmla="*/ 33 w 140"/>
                <a:gd name="T35" fmla="*/ 2 h 257"/>
                <a:gd name="T36" fmla="*/ 53 w 140"/>
                <a:gd name="T37" fmla="*/ 0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40" h="257">
                  <a:moveTo>
                    <a:pt x="53" y="0"/>
                  </a:moveTo>
                  <a:lnTo>
                    <a:pt x="68" y="7"/>
                  </a:lnTo>
                  <a:lnTo>
                    <a:pt x="82" y="19"/>
                  </a:lnTo>
                  <a:lnTo>
                    <a:pt x="89" y="35"/>
                  </a:lnTo>
                  <a:lnTo>
                    <a:pt x="140" y="199"/>
                  </a:lnTo>
                  <a:lnTo>
                    <a:pt x="140" y="218"/>
                  </a:lnTo>
                  <a:lnTo>
                    <a:pt x="135" y="234"/>
                  </a:lnTo>
                  <a:lnTo>
                    <a:pt x="122" y="248"/>
                  </a:lnTo>
                  <a:lnTo>
                    <a:pt x="105" y="255"/>
                  </a:lnTo>
                  <a:lnTo>
                    <a:pt x="88" y="257"/>
                  </a:lnTo>
                  <a:lnTo>
                    <a:pt x="70" y="250"/>
                  </a:lnTo>
                  <a:lnTo>
                    <a:pt x="58" y="239"/>
                  </a:lnTo>
                  <a:lnTo>
                    <a:pt x="49" y="222"/>
                  </a:lnTo>
                  <a:lnTo>
                    <a:pt x="0" y="58"/>
                  </a:lnTo>
                  <a:lnTo>
                    <a:pt x="0" y="40"/>
                  </a:lnTo>
                  <a:lnTo>
                    <a:pt x="5" y="23"/>
                  </a:lnTo>
                  <a:lnTo>
                    <a:pt x="18" y="11"/>
                  </a:lnTo>
                  <a:lnTo>
                    <a:pt x="33" y="2"/>
                  </a:lnTo>
                  <a:lnTo>
                    <a:pt x="53"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9" name="Freeform 17"/>
            <p:cNvSpPr>
              <a:spLocks/>
            </p:cNvSpPr>
            <p:nvPr userDrawn="1"/>
          </p:nvSpPr>
          <p:spPr bwMode="auto">
            <a:xfrm>
              <a:off x="8070936" y="427548"/>
              <a:ext cx="32119" cy="95546"/>
            </a:xfrm>
            <a:custGeom>
              <a:avLst/>
              <a:gdLst>
                <a:gd name="T0" fmla="*/ 44 w 119"/>
                <a:gd name="T1" fmla="*/ 0 h 354"/>
                <a:gd name="T2" fmla="*/ 63 w 119"/>
                <a:gd name="T3" fmla="*/ 4 h 354"/>
                <a:gd name="T4" fmla="*/ 77 w 119"/>
                <a:gd name="T5" fmla="*/ 12 h 354"/>
                <a:gd name="T6" fmla="*/ 87 w 119"/>
                <a:gd name="T7" fmla="*/ 26 h 354"/>
                <a:gd name="T8" fmla="*/ 93 w 119"/>
                <a:gd name="T9" fmla="*/ 44 h 354"/>
                <a:gd name="T10" fmla="*/ 119 w 119"/>
                <a:gd name="T11" fmla="*/ 306 h 354"/>
                <a:gd name="T12" fmla="*/ 115 w 119"/>
                <a:gd name="T13" fmla="*/ 323 h 354"/>
                <a:gd name="T14" fmla="*/ 107 w 119"/>
                <a:gd name="T15" fmla="*/ 339 h 354"/>
                <a:gd name="T16" fmla="*/ 93 w 119"/>
                <a:gd name="T17" fmla="*/ 349 h 354"/>
                <a:gd name="T18" fmla="*/ 75 w 119"/>
                <a:gd name="T19" fmla="*/ 354 h 354"/>
                <a:gd name="T20" fmla="*/ 58 w 119"/>
                <a:gd name="T21" fmla="*/ 351 h 354"/>
                <a:gd name="T22" fmla="*/ 42 w 119"/>
                <a:gd name="T23" fmla="*/ 342 h 354"/>
                <a:gd name="T24" fmla="*/ 32 w 119"/>
                <a:gd name="T25" fmla="*/ 328 h 354"/>
                <a:gd name="T26" fmla="*/ 26 w 119"/>
                <a:gd name="T27" fmla="*/ 311 h 354"/>
                <a:gd name="T28" fmla="*/ 0 w 119"/>
                <a:gd name="T29" fmla="*/ 49 h 354"/>
                <a:gd name="T30" fmla="*/ 4 w 119"/>
                <a:gd name="T31" fmla="*/ 32 h 354"/>
                <a:gd name="T32" fmla="*/ 12 w 119"/>
                <a:gd name="T33" fmla="*/ 16 h 354"/>
                <a:gd name="T34" fmla="*/ 26 w 119"/>
                <a:gd name="T35" fmla="*/ 5 h 354"/>
                <a:gd name="T36" fmla="*/ 44 w 119"/>
                <a:gd name="T37" fmla="*/ 0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9" h="354">
                  <a:moveTo>
                    <a:pt x="44" y="0"/>
                  </a:moveTo>
                  <a:lnTo>
                    <a:pt x="63" y="4"/>
                  </a:lnTo>
                  <a:lnTo>
                    <a:pt x="77" y="12"/>
                  </a:lnTo>
                  <a:lnTo>
                    <a:pt x="87" y="26"/>
                  </a:lnTo>
                  <a:lnTo>
                    <a:pt x="93" y="44"/>
                  </a:lnTo>
                  <a:lnTo>
                    <a:pt x="119" y="306"/>
                  </a:lnTo>
                  <a:lnTo>
                    <a:pt x="115" y="323"/>
                  </a:lnTo>
                  <a:lnTo>
                    <a:pt x="107" y="339"/>
                  </a:lnTo>
                  <a:lnTo>
                    <a:pt x="93" y="349"/>
                  </a:lnTo>
                  <a:lnTo>
                    <a:pt x="75" y="354"/>
                  </a:lnTo>
                  <a:lnTo>
                    <a:pt x="58" y="351"/>
                  </a:lnTo>
                  <a:lnTo>
                    <a:pt x="42" y="342"/>
                  </a:lnTo>
                  <a:lnTo>
                    <a:pt x="32" y="328"/>
                  </a:lnTo>
                  <a:lnTo>
                    <a:pt x="26" y="311"/>
                  </a:lnTo>
                  <a:lnTo>
                    <a:pt x="0" y="49"/>
                  </a:lnTo>
                  <a:lnTo>
                    <a:pt x="4" y="32"/>
                  </a:lnTo>
                  <a:lnTo>
                    <a:pt x="12" y="16"/>
                  </a:lnTo>
                  <a:lnTo>
                    <a:pt x="26" y="5"/>
                  </a:lnTo>
                  <a:lnTo>
                    <a:pt x="44"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0" name="Freeform 18"/>
            <p:cNvSpPr>
              <a:spLocks/>
            </p:cNvSpPr>
            <p:nvPr userDrawn="1"/>
          </p:nvSpPr>
          <p:spPr bwMode="auto">
            <a:xfrm>
              <a:off x="8178358" y="392731"/>
              <a:ext cx="29690" cy="119568"/>
            </a:xfrm>
            <a:custGeom>
              <a:avLst/>
              <a:gdLst>
                <a:gd name="T0" fmla="*/ 68 w 110"/>
                <a:gd name="T1" fmla="*/ 0 h 443"/>
                <a:gd name="T2" fmla="*/ 86 w 110"/>
                <a:gd name="T3" fmla="*/ 5 h 443"/>
                <a:gd name="T4" fmla="*/ 100 w 110"/>
                <a:gd name="T5" fmla="*/ 16 h 443"/>
                <a:gd name="T6" fmla="*/ 107 w 110"/>
                <a:gd name="T7" fmla="*/ 31 h 443"/>
                <a:gd name="T8" fmla="*/ 110 w 110"/>
                <a:gd name="T9" fmla="*/ 51 h 443"/>
                <a:gd name="T10" fmla="*/ 93 w 110"/>
                <a:gd name="T11" fmla="*/ 401 h 443"/>
                <a:gd name="T12" fmla="*/ 87 w 110"/>
                <a:gd name="T13" fmla="*/ 419 h 443"/>
                <a:gd name="T14" fmla="*/ 75 w 110"/>
                <a:gd name="T15" fmla="*/ 433 h 443"/>
                <a:gd name="T16" fmla="*/ 61 w 110"/>
                <a:gd name="T17" fmla="*/ 442 h 443"/>
                <a:gd name="T18" fmla="*/ 42 w 110"/>
                <a:gd name="T19" fmla="*/ 443 h 443"/>
                <a:gd name="T20" fmla="*/ 25 w 110"/>
                <a:gd name="T21" fmla="*/ 438 h 443"/>
                <a:gd name="T22" fmla="*/ 11 w 110"/>
                <a:gd name="T23" fmla="*/ 426 h 443"/>
                <a:gd name="T24" fmla="*/ 2 w 110"/>
                <a:gd name="T25" fmla="*/ 412 h 443"/>
                <a:gd name="T26" fmla="*/ 0 w 110"/>
                <a:gd name="T27" fmla="*/ 393 h 443"/>
                <a:gd name="T28" fmla="*/ 18 w 110"/>
                <a:gd name="T29" fmla="*/ 42 h 443"/>
                <a:gd name="T30" fmla="*/ 23 w 110"/>
                <a:gd name="T31" fmla="*/ 24 h 443"/>
                <a:gd name="T32" fmla="*/ 33 w 110"/>
                <a:gd name="T33" fmla="*/ 10 h 443"/>
                <a:gd name="T34" fmla="*/ 49 w 110"/>
                <a:gd name="T35" fmla="*/ 2 h 443"/>
                <a:gd name="T36" fmla="*/ 68 w 110"/>
                <a:gd name="T37" fmla="*/ 0 h 4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0" h="443">
                  <a:moveTo>
                    <a:pt x="68" y="0"/>
                  </a:moveTo>
                  <a:lnTo>
                    <a:pt x="86" y="5"/>
                  </a:lnTo>
                  <a:lnTo>
                    <a:pt x="100" y="16"/>
                  </a:lnTo>
                  <a:lnTo>
                    <a:pt x="107" y="31"/>
                  </a:lnTo>
                  <a:lnTo>
                    <a:pt x="110" y="51"/>
                  </a:lnTo>
                  <a:lnTo>
                    <a:pt x="93" y="401"/>
                  </a:lnTo>
                  <a:lnTo>
                    <a:pt x="87" y="419"/>
                  </a:lnTo>
                  <a:lnTo>
                    <a:pt x="75" y="433"/>
                  </a:lnTo>
                  <a:lnTo>
                    <a:pt x="61" y="442"/>
                  </a:lnTo>
                  <a:lnTo>
                    <a:pt x="42" y="443"/>
                  </a:lnTo>
                  <a:lnTo>
                    <a:pt x="25" y="438"/>
                  </a:lnTo>
                  <a:lnTo>
                    <a:pt x="11" y="426"/>
                  </a:lnTo>
                  <a:lnTo>
                    <a:pt x="2" y="412"/>
                  </a:lnTo>
                  <a:lnTo>
                    <a:pt x="0" y="393"/>
                  </a:lnTo>
                  <a:lnTo>
                    <a:pt x="18" y="42"/>
                  </a:lnTo>
                  <a:lnTo>
                    <a:pt x="23" y="24"/>
                  </a:lnTo>
                  <a:lnTo>
                    <a:pt x="33" y="10"/>
                  </a:lnTo>
                  <a:lnTo>
                    <a:pt x="49" y="2"/>
                  </a:lnTo>
                  <a:lnTo>
                    <a:pt x="68"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1" name="Freeform 19"/>
            <p:cNvSpPr>
              <a:spLocks/>
            </p:cNvSpPr>
            <p:nvPr userDrawn="1"/>
          </p:nvSpPr>
          <p:spPr bwMode="auto">
            <a:xfrm>
              <a:off x="8280113" y="371948"/>
              <a:ext cx="46154" cy="141430"/>
            </a:xfrm>
            <a:custGeom>
              <a:avLst/>
              <a:gdLst>
                <a:gd name="T0" fmla="*/ 119 w 171"/>
                <a:gd name="T1" fmla="*/ 0 h 524"/>
                <a:gd name="T2" fmla="*/ 136 w 171"/>
                <a:gd name="T3" fmla="*/ 0 h 524"/>
                <a:gd name="T4" fmla="*/ 154 w 171"/>
                <a:gd name="T5" fmla="*/ 9 h 524"/>
                <a:gd name="T6" fmla="*/ 166 w 171"/>
                <a:gd name="T7" fmla="*/ 21 h 524"/>
                <a:gd name="T8" fmla="*/ 171 w 171"/>
                <a:gd name="T9" fmla="*/ 37 h 524"/>
                <a:gd name="T10" fmla="*/ 171 w 171"/>
                <a:gd name="T11" fmla="*/ 56 h 524"/>
                <a:gd name="T12" fmla="*/ 91 w 171"/>
                <a:gd name="T13" fmla="*/ 489 h 524"/>
                <a:gd name="T14" fmla="*/ 84 w 171"/>
                <a:gd name="T15" fmla="*/ 506 h 524"/>
                <a:gd name="T16" fmla="*/ 70 w 171"/>
                <a:gd name="T17" fmla="*/ 517 h 524"/>
                <a:gd name="T18" fmla="*/ 54 w 171"/>
                <a:gd name="T19" fmla="*/ 524 h 524"/>
                <a:gd name="T20" fmla="*/ 37 w 171"/>
                <a:gd name="T21" fmla="*/ 524 h 524"/>
                <a:gd name="T22" fmla="*/ 19 w 171"/>
                <a:gd name="T23" fmla="*/ 517 h 524"/>
                <a:gd name="T24" fmla="*/ 7 w 171"/>
                <a:gd name="T25" fmla="*/ 503 h 524"/>
                <a:gd name="T26" fmla="*/ 0 w 171"/>
                <a:gd name="T27" fmla="*/ 487 h 524"/>
                <a:gd name="T28" fmla="*/ 2 w 171"/>
                <a:gd name="T29" fmla="*/ 468 h 524"/>
                <a:gd name="T30" fmla="*/ 82 w 171"/>
                <a:gd name="T31" fmla="*/ 35 h 524"/>
                <a:gd name="T32" fmla="*/ 89 w 171"/>
                <a:gd name="T33" fmla="*/ 19 h 524"/>
                <a:gd name="T34" fmla="*/ 101 w 171"/>
                <a:gd name="T35" fmla="*/ 7 h 524"/>
                <a:gd name="T36" fmla="*/ 119 w 171"/>
                <a:gd name="T37" fmla="*/ 0 h 5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71" h="524">
                  <a:moveTo>
                    <a:pt x="119" y="0"/>
                  </a:moveTo>
                  <a:lnTo>
                    <a:pt x="136" y="0"/>
                  </a:lnTo>
                  <a:lnTo>
                    <a:pt x="154" y="9"/>
                  </a:lnTo>
                  <a:lnTo>
                    <a:pt x="166" y="21"/>
                  </a:lnTo>
                  <a:lnTo>
                    <a:pt x="171" y="37"/>
                  </a:lnTo>
                  <a:lnTo>
                    <a:pt x="171" y="56"/>
                  </a:lnTo>
                  <a:lnTo>
                    <a:pt x="91" y="489"/>
                  </a:lnTo>
                  <a:lnTo>
                    <a:pt x="84" y="506"/>
                  </a:lnTo>
                  <a:lnTo>
                    <a:pt x="70" y="517"/>
                  </a:lnTo>
                  <a:lnTo>
                    <a:pt x="54" y="524"/>
                  </a:lnTo>
                  <a:lnTo>
                    <a:pt x="37" y="524"/>
                  </a:lnTo>
                  <a:lnTo>
                    <a:pt x="19" y="517"/>
                  </a:lnTo>
                  <a:lnTo>
                    <a:pt x="7" y="503"/>
                  </a:lnTo>
                  <a:lnTo>
                    <a:pt x="0" y="487"/>
                  </a:lnTo>
                  <a:lnTo>
                    <a:pt x="2" y="468"/>
                  </a:lnTo>
                  <a:lnTo>
                    <a:pt x="82" y="35"/>
                  </a:lnTo>
                  <a:lnTo>
                    <a:pt x="89" y="19"/>
                  </a:lnTo>
                  <a:lnTo>
                    <a:pt x="101" y="7"/>
                  </a:lnTo>
                  <a:lnTo>
                    <a:pt x="119"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2" name="Freeform 20"/>
            <p:cNvSpPr>
              <a:spLocks/>
            </p:cNvSpPr>
            <p:nvPr userDrawn="1"/>
          </p:nvSpPr>
          <p:spPr bwMode="auto">
            <a:xfrm>
              <a:off x="8379438" y="365740"/>
              <a:ext cx="68826" cy="161673"/>
            </a:xfrm>
            <a:custGeom>
              <a:avLst/>
              <a:gdLst>
                <a:gd name="T0" fmla="*/ 206 w 255"/>
                <a:gd name="T1" fmla="*/ 0 h 599"/>
                <a:gd name="T2" fmla="*/ 226 w 255"/>
                <a:gd name="T3" fmla="*/ 4 h 599"/>
                <a:gd name="T4" fmla="*/ 241 w 255"/>
                <a:gd name="T5" fmla="*/ 13 h 599"/>
                <a:gd name="T6" fmla="*/ 252 w 255"/>
                <a:gd name="T7" fmla="*/ 27 h 599"/>
                <a:gd name="T8" fmla="*/ 255 w 255"/>
                <a:gd name="T9" fmla="*/ 44 h 599"/>
                <a:gd name="T10" fmla="*/ 254 w 255"/>
                <a:gd name="T11" fmla="*/ 62 h 599"/>
                <a:gd name="T12" fmla="*/ 90 w 255"/>
                <a:gd name="T13" fmla="*/ 569 h 599"/>
                <a:gd name="T14" fmla="*/ 81 w 255"/>
                <a:gd name="T15" fmla="*/ 585 h 599"/>
                <a:gd name="T16" fmla="*/ 65 w 255"/>
                <a:gd name="T17" fmla="*/ 596 h 599"/>
                <a:gd name="T18" fmla="*/ 49 w 255"/>
                <a:gd name="T19" fmla="*/ 599 h 599"/>
                <a:gd name="T20" fmla="*/ 30 w 255"/>
                <a:gd name="T21" fmla="*/ 597 h 599"/>
                <a:gd name="T22" fmla="*/ 14 w 255"/>
                <a:gd name="T23" fmla="*/ 587 h 599"/>
                <a:gd name="T24" fmla="*/ 4 w 255"/>
                <a:gd name="T25" fmla="*/ 573 h 599"/>
                <a:gd name="T26" fmla="*/ 0 w 255"/>
                <a:gd name="T27" fmla="*/ 556 h 599"/>
                <a:gd name="T28" fmla="*/ 2 w 255"/>
                <a:gd name="T29" fmla="*/ 538 h 599"/>
                <a:gd name="T30" fmla="*/ 166 w 255"/>
                <a:gd name="T31" fmla="*/ 30 h 599"/>
                <a:gd name="T32" fmla="*/ 175 w 255"/>
                <a:gd name="T33" fmla="*/ 16 h 599"/>
                <a:gd name="T34" fmla="*/ 191 w 255"/>
                <a:gd name="T35" fmla="*/ 6 h 599"/>
                <a:gd name="T36" fmla="*/ 206 w 255"/>
                <a:gd name="T37" fmla="*/ 0 h 5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5" h="599">
                  <a:moveTo>
                    <a:pt x="206" y="0"/>
                  </a:moveTo>
                  <a:lnTo>
                    <a:pt x="226" y="4"/>
                  </a:lnTo>
                  <a:lnTo>
                    <a:pt x="241" y="13"/>
                  </a:lnTo>
                  <a:lnTo>
                    <a:pt x="252" y="27"/>
                  </a:lnTo>
                  <a:lnTo>
                    <a:pt x="255" y="44"/>
                  </a:lnTo>
                  <a:lnTo>
                    <a:pt x="254" y="62"/>
                  </a:lnTo>
                  <a:lnTo>
                    <a:pt x="90" y="569"/>
                  </a:lnTo>
                  <a:lnTo>
                    <a:pt x="81" y="585"/>
                  </a:lnTo>
                  <a:lnTo>
                    <a:pt x="65" y="596"/>
                  </a:lnTo>
                  <a:lnTo>
                    <a:pt x="49" y="599"/>
                  </a:lnTo>
                  <a:lnTo>
                    <a:pt x="30" y="597"/>
                  </a:lnTo>
                  <a:lnTo>
                    <a:pt x="14" y="587"/>
                  </a:lnTo>
                  <a:lnTo>
                    <a:pt x="4" y="573"/>
                  </a:lnTo>
                  <a:lnTo>
                    <a:pt x="0" y="556"/>
                  </a:lnTo>
                  <a:lnTo>
                    <a:pt x="2" y="538"/>
                  </a:lnTo>
                  <a:lnTo>
                    <a:pt x="166" y="30"/>
                  </a:lnTo>
                  <a:lnTo>
                    <a:pt x="175" y="16"/>
                  </a:lnTo>
                  <a:lnTo>
                    <a:pt x="191" y="6"/>
                  </a:lnTo>
                  <a:lnTo>
                    <a:pt x="206"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3" name="Freeform 21"/>
            <p:cNvSpPr>
              <a:spLocks/>
            </p:cNvSpPr>
            <p:nvPr userDrawn="1"/>
          </p:nvSpPr>
          <p:spPr bwMode="auto">
            <a:xfrm>
              <a:off x="8477144" y="377076"/>
              <a:ext cx="95007" cy="176788"/>
            </a:xfrm>
            <a:custGeom>
              <a:avLst/>
              <a:gdLst>
                <a:gd name="T0" fmla="*/ 309 w 352"/>
                <a:gd name="T1" fmla="*/ 0 h 655"/>
                <a:gd name="T2" fmla="*/ 326 w 352"/>
                <a:gd name="T3" fmla="*/ 6 h 655"/>
                <a:gd name="T4" fmla="*/ 342 w 352"/>
                <a:gd name="T5" fmla="*/ 18 h 655"/>
                <a:gd name="T6" fmla="*/ 349 w 352"/>
                <a:gd name="T7" fmla="*/ 32 h 655"/>
                <a:gd name="T8" fmla="*/ 352 w 352"/>
                <a:gd name="T9" fmla="*/ 49 h 655"/>
                <a:gd name="T10" fmla="*/ 347 w 352"/>
                <a:gd name="T11" fmla="*/ 68 h 655"/>
                <a:gd name="T12" fmla="*/ 87 w 352"/>
                <a:gd name="T13" fmla="*/ 630 h 655"/>
                <a:gd name="T14" fmla="*/ 77 w 352"/>
                <a:gd name="T15" fmla="*/ 644 h 655"/>
                <a:gd name="T16" fmla="*/ 61 w 352"/>
                <a:gd name="T17" fmla="*/ 653 h 655"/>
                <a:gd name="T18" fmla="*/ 43 w 352"/>
                <a:gd name="T19" fmla="*/ 655 h 655"/>
                <a:gd name="T20" fmla="*/ 26 w 352"/>
                <a:gd name="T21" fmla="*/ 650 h 655"/>
                <a:gd name="T22" fmla="*/ 10 w 352"/>
                <a:gd name="T23" fmla="*/ 639 h 655"/>
                <a:gd name="T24" fmla="*/ 3 w 352"/>
                <a:gd name="T25" fmla="*/ 623 h 655"/>
                <a:gd name="T26" fmla="*/ 0 w 352"/>
                <a:gd name="T27" fmla="*/ 606 h 655"/>
                <a:gd name="T28" fmla="*/ 5 w 352"/>
                <a:gd name="T29" fmla="*/ 589 h 655"/>
                <a:gd name="T30" fmla="*/ 265 w 352"/>
                <a:gd name="T31" fmla="*/ 27 h 655"/>
                <a:gd name="T32" fmla="*/ 276 w 352"/>
                <a:gd name="T33" fmla="*/ 11 h 655"/>
                <a:gd name="T34" fmla="*/ 291 w 352"/>
                <a:gd name="T35" fmla="*/ 4 h 655"/>
                <a:gd name="T36" fmla="*/ 309 w 352"/>
                <a:gd name="T37" fmla="*/ 0 h 6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52" h="655">
                  <a:moveTo>
                    <a:pt x="309" y="0"/>
                  </a:moveTo>
                  <a:lnTo>
                    <a:pt x="326" y="6"/>
                  </a:lnTo>
                  <a:lnTo>
                    <a:pt x="342" y="18"/>
                  </a:lnTo>
                  <a:lnTo>
                    <a:pt x="349" y="32"/>
                  </a:lnTo>
                  <a:lnTo>
                    <a:pt x="352" y="49"/>
                  </a:lnTo>
                  <a:lnTo>
                    <a:pt x="347" y="68"/>
                  </a:lnTo>
                  <a:lnTo>
                    <a:pt x="87" y="630"/>
                  </a:lnTo>
                  <a:lnTo>
                    <a:pt x="77" y="644"/>
                  </a:lnTo>
                  <a:lnTo>
                    <a:pt x="61" y="653"/>
                  </a:lnTo>
                  <a:lnTo>
                    <a:pt x="43" y="655"/>
                  </a:lnTo>
                  <a:lnTo>
                    <a:pt x="26" y="650"/>
                  </a:lnTo>
                  <a:lnTo>
                    <a:pt x="10" y="639"/>
                  </a:lnTo>
                  <a:lnTo>
                    <a:pt x="3" y="623"/>
                  </a:lnTo>
                  <a:lnTo>
                    <a:pt x="0" y="606"/>
                  </a:lnTo>
                  <a:lnTo>
                    <a:pt x="5" y="589"/>
                  </a:lnTo>
                  <a:lnTo>
                    <a:pt x="265" y="27"/>
                  </a:lnTo>
                  <a:lnTo>
                    <a:pt x="276" y="11"/>
                  </a:lnTo>
                  <a:lnTo>
                    <a:pt x="291" y="4"/>
                  </a:lnTo>
                  <a:lnTo>
                    <a:pt x="309"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4" name="Freeform 22"/>
            <p:cNvSpPr>
              <a:spLocks/>
            </p:cNvSpPr>
            <p:nvPr userDrawn="1"/>
          </p:nvSpPr>
          <p:spPr bwMode="auto">
            <a:xfrm>
              <a:off x="8573230" y="405416"/>
              <a:ext cx="122537" cy="187584"/>
            </a:xfrm>
            <a:custGeom>
              <a:avLst/>
              <a:gdLst>
                <a:gd name="T0" fmla="*/ 417 w 454"/>
                <a:gd name="T1" fmla="*/ 0 h 695"/>
                <a:gd name="T2" fmla="*/ 433 w 454"/>
                <a:gd name="T3" fmla="*/ 7 h 695"/>
                <a:gd name="T4" fmla="*/ 447 w 454"/>
                <a:gd name="T5" fmla="*/ 21 h 695"/>
                <a:gd name="T6" fmla="*/ 454 w 454"/>
                <a:gd name="T7" fmla="*/ 37 h 695"/>
                <a:gd name="T8" fmla="*/ 454 w 454"/>
                <a:gd name="T9" fmla="*/ 54 h 695"/>
                <a:gd name="T10" fmla="*/ 447 w 454"/>
                <a:gd name="T11" fmla="*/ 72 h 695"/>
                <a:gd name="T12" fmla="*/ 84 w 454"/>
                <a:gd name="T13" fmla="*/ 676 h 695"/>
                <a:gd name="T14" fmla="*/ 70 w 454"/>
                <a:gd name="T15" fmla="*/ 688 h 695"/>
                <a:gd name="T16" fmla="*/ 54 w 454"/>
                <a:gd name="T17" fmla="*/ 695 h 695"/>
                <a:gd name="T18" fmla="*/ 37 w 454"/>
                <a:gd name="T19" fmla="*/ 695 h 695"/>
                <a:gd name="T20" fmla="*/ 19 w 454"/>
                <a:gd name="T21" fmla="*/ 688 h 695"/>
                <a:gd name="T22" fmla="*/ 7 w 454"/>
                <a:gd name="T23" fmla="*/ 676 h 695"/>
                <a:gd name="T24" fmla="*/ 0 w 454"/>
                <a:gd name="T25" fmla="*/ 660 h 695"/>
                <a:gd name="T26" fmla="*/ 0 w 454"/>
                <a:gd name="T27" fmla="*/ 642 h 695"/>
                <a:gd name="T28" fmla="*/ 7 w 454"/>
                <a:gd name="T29" fmla="*/ 625 h 695"/>
                <a:gd name="T30" fmla="*/ 370 w 454"/>
                <a:gd name="T31" fmla="*/ 21 h 695"/>
                <a:gd name="T32" fmla="*/ 382 w 454"/>
                <a:gd name="T33" fmla="*/ 7 h 695"/>
                <a:gd name="T34" fmla="*/ 400 w 454"/>
                <a:gd name="T35" fmla="*/ 0 h 695"/>
                <a:gd name="T36" fmla="*/ 417 w 454"/>
                <a:gd name="T37" fmla="*/ 0 h 6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54" h="695">
                  <a:moveTo>
                    <a:pt x="417" y="0"/>
                  </a:moveTo>
                  <a:lnTo>
                    <a:pt x="433" y="7"/>
                  </a:lnTo>
                  <a:lnTo>
                    <a:pt x="447" y="21"/>
                  </a:lnTo>
                  <a:lnTo>
                    <a:pt x="454" y="37"/>
                  </a:lnTo>
                  <a:lnTo>
                    <a:pt x="454" y="54"/>
                  </a:lnTo>
                  <a:lnTo>
                    <a:pt x="447" y="72"/>
                  </a:lnTo>
                  <a:lnTo>
                    <a:pt x="84" y="676"/>
                  </a:lnTo>
                  <a:lnTo>
                    <a:pt x="70" y="688"/>
                  </a:lnTo>
                  <a:lnTo>
                    <a:pt x="54" y="695"/>
                  </a:lnTo>
                  <a:lnTo>
                    <a:pt x="37" y="695"/>
                  </a:lnTo>
                  <a:lnTo>
                    <a:pt x="19" y="688"/>
                  </a:lnTo>
                  <a:lnTo>
                    <a:pt x="7" y="676"/>
                  </a:lnTo>
                  <a:lnTo>
                    <a:pt x="0" y="660"/>
                  </a:lnTo>
                  <a:lnTo>
                    <a:pt x="0" y="642"/>
                  </a:lnTo>
                  <a:lnTo>
                    <a:pt x="7" y="625"/>
                  </a:lnTo>
                  <a:lnTo>
                    <a:pt x="370" y="21"/>
                  </a:lnTo>
                  <a:lnTo>
                    <a:pt x="382" y="7"/>
                  </a:lnTo>
                  <a:lnTo>
                    <a:pt x="400" y="0"/>
                  </a:lnTo>
                  <a:lnTo>
                    <a:pt x="417"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5" name="Freeform 23"/>
            <p:cNvSpPr>
              <a:spLocks/>
            </p:cNvSpPr>
            <p:nvPr userDrawn="1"/>
          </p:nvSpPr>
          <p:spPr bwMode="auto">
            <a:xfrm>
              <a:off x="8663109" y="450760"/>
              <a:ext cx="154656" cy="193522"/>
            </a:xfrm>
            <a:custGeom>
              <a:avLst/>
              <a:gdLst>
                <a:gd name="T0" fmla="*/ 522 w 573"/>
                <a:gd name="T1" fmla="*/ 0 h 717"/>
                <a:gd name="T2" fmla="*/ 540 w 573"/>
                <a:gd name="T3" fmla="*/ 1 h 717"/>
                <a:gd name="T4" fmla="*/ 557 w 573"/>
                <a:gd name="T5" fmla="*/ 10 h 717"/>
                <a:gd name="T6" fmla="*/ 568 w 573"/>
                <a:gd name="T7" fmla="*/ 24 h 717"/>
                <a:gd name="T8" fmla="*/ 573 w 573"/>
                <a:gd name="T9" fmla="*/ 40 h 717"/>
                <a:gd name="T10" fmla="*/ 571 w 573"/>
                <a:gd name="T11" fmla="*/ 57 h 717"/>
                <a:gd name="T12" fmla="*/ 562 w 573"/>
                <a:gd name="T13" fmla="*/ 75 h 717"/>
                <a:gd name="T14" fmla="*/ 81 w 573"/>
                <a:gd name="T15" fmla="*/ 700 h 717"/>
                <a:gd name="T16" fmla="*/ 67 w 573"/>
                <a:gd name="T17" fmla="*/ 712 h 717"/>
                <a:gd name="T18" fmla="*/ 51 w 573"/>
                <a:gd name="T19" fmla="*/ 717 h 717"/>
                <a:gd name="T20" fmla="*/ 32 w 573"/>
                <a:gd name="T21" fmla="*/ 715 h 717"/>
                <a:gd name="T22" fmla="*/ 16 w 573"/>
                <a:gd name="T23" fmla="*/ 707 h 717"/>
                <a:gd name="T24" fmla="*/ 5 w 573"/>
                <a:gd name="T25" fmla="*/ 693 h 717"/>
                <a:gd name="T26" fmla="*/ 0 w 573"/>
                <a:gd name="T27" fmla="*/ 675 h 717"/>
                <a:gd name="T28" fmla="*/ 2 w 573"/>
                <a:gd name="T29" fmla="*/ 658 h 717"/>
                <a:gd name="T30" fmla="*/ 11 w 573"/>
                <a:gd name="T31" fmla="*/ 642 h 717"/>
                <a:gd name="T32" fmla="*/ 491 w 573"/>
                <a:gd name="T33" fmla="*/ 15 h 717"/>
                <a:gd name="T34" fmla="*/ 506 w 573"/>
                <a:gd name="T35" fmla="*/ 3 h 717"/>
                <a:gd name="T36" fmla="*/ 522 w 573"/>
                <a:gd name="T37" fmla="*/ 0 h 7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73" h="717">
                  <a:moveTo>
                    <a:pt x="522" y="0"/>
                  </a:moveTo>
                  <a:lnTo>
                    <a:pt x="540" y="1"/>
                  </a:lnTo>
                  <a:lnTo>
                    <a:pt x="557" y="10"/>
                  </a:lnTo>
                  <a:lnTo>
                    <a:pt x="568" y="24"/>
                  </a:lnTo>
                  <a:lnTo>
                    <a:pt x="573" y="40"/>
                  </a:lnTo>
                  <a:lnTo>
                    <a:pt x="571" y="57"/>
                  </a:lnTo>
                  <a:lnTo>
                    <a:pt x="562" y="75"/>
                  </a:lnTo>
                  <a:lnTo>
                    <a:pt x="81" y="700"/>
                  </a:lnTo>
                  <a:lnTo>
                    <a:pt x="67" y="712"/>
                  </a:lnTo>
                  <a:lnTo>
                    <a:pt x="51" y="717"/>
                  </a:lnTo>
                  <a:lnTo>
                    <a:pt x="32" y="715"/>
                  </a:lnTo>
                  <a:lnTo>
                    <a:pt x="16" y="707"/>
                  </a:lnTo>
                  <a:lnTo>
                    <a:pt x="5" y="693"/>
                  </a:lnTo>
                  <a:lnTo>
                    <a:pt x="0" y="675"/>
                  </a:lnTo>
                  <a:lnTo>
                    <a:pt x="2" y="658"/>
                  </a:lnTo>
                  <a:lnTo>
                    <a:pt x="11" y="642"/>
                  </a:lnTo>
                  <a:lnTo>
                    <a:pt x="491" y="15"/>
                  </a:lnTo>
                  <a:lnTo>
                    <a:pt x="506" y="3"/>
                  </a:lnTo>
                  <a:lnTo>
                    <a:pt x="522"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33853167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Rectangle 4"/>
          <p:cNvSpPr/>
          <p:nvPr userDrawn="1"/>
        </p:nvSpPr>
        <p:spPr>
          <a:xfrm>
            <a:off x="0" y="0"/>
            <a:ext cx="9144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Slide Number Placeholder 3"/>
          <p:cNvSpPr>
            <a:spLocks noGrp="1"/>
          </p:cNvSpPr>
          <p:nvPr>
            <p:ph type="sldNum" sz="quarter" idx="12"/>
          </p:nvPr>
        </p:nvSpPr>
        <p:spPr/>
        <p:txBody>
          <a:bodyPr/>
          <a:lstStyle>
            <a:lvl1pPr>
              <a:defRPr>
                <a:latin typeface="Arial" panose="020B0604020202020204" pitchFamily="34" charset="0"/>
                <a:cs typeface="Arial" panose="020B0604020202020204" pitchFamily="34" charset="0"/>
              </a:defRPr>
            </a:lvl1pPr>
          </a:lstStyle>
          <a:p>
            <a:fld id="{F6728BC2-ACA3-447C-A909-F3F49211C066}" type="slidenum">
              <a:rPr lang="en-US" smtClean="0"/>
              <a:pPr/>
              <a:t>‹#›</a:t>
            </a:fld>
            <a:endParaRPr lang="en-US" dirty="0"/>
          </a:p>
        </p:txBody>
      </p:sp>
    </p:spTree>
    <p:extLst>
      <p:ext uri="{BB962C8B-B14F-4D97-AF65-F5344CB8AC3E}">
        <p14:creationId xmlns:p14="http://schemas.microsoft.com/office/powerpoint/2010/main" val="372511983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matchingName="Title Only">
  <p:cSld name="4_Title Only">
    <p:spTree>
      <p:nvGrpSpPr>
        <p:cNvPr id="1" name="Shape 168"/>
        <p:cNvGrpSpPr/>
        <p:nvPr/>
      </p:nvGrpSpPr>
      <p:grpSpPr>
        <a:xfrm>
          <a:off x="0" y="0"/>
          <a:ext cx="0" cy="0"/>
          <a:chOff x="0" y="0"/>
          <a:chExt cx="0" cy="0"/>
        </a:xfrm>
      </p:grpSpPr>
      <p:pic>
        <p:nvPicPr>
          <p:cNvPr id="169" name="Google Shape;169;p10"/>
          <p:cNvPicPr preferRelativeResize="0"/>
          <p:nvPr/>
        </p:nvPicPr>
        <p:blipFill rotWithShape="1">
          <a:blip r:embed="rId2">
            <a:alphaModFix/>
          </a:blip>
          <a:srcRect t="91557" b="648"/>
          <a:stretch/>
        </p:blipFill>
        <p:spPr>
          <a:xfrm>
            <a:off x="-1" y="6259484"/>
            <a:ext cx="9144002" cy="598516"/>
          </a:xfrm>
          <a:prstGeom prst="rect">
            <a:avLst/>
          </a:prstGeom>
          <a:noFill/>
          <a:ln>
            <a:noFill/>
          </a:ln>
        </p:spPr>
      </p:pic>
      <p:sp>
        <p:nvSpPr>
          <p:cNvPr id="170" name="Google Shape;170;p10"/>
          <p:cNvSpPr txBox="1">
            <a:spLocks noGrp="1"/>
          </p:cNvSpPr>
          <p:nvPr>
            <p:ph type="sldNum" idx="12"/>
          </p:nvPr>
        </p:nvSpPr>
        <p:spPr>
          <a:xfrm>
            <a:off x="8122757" y="6363712"/>
            <a:ext cx="861671"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b="0">
                <a:solidFill>
                  <a:schemeClr val="accent2"/>
                </a:solidFill>
                <a:latin typeface="Arial"/>
                <a:ea typeface="Arial"/>
                <a:cs typeface="Arial"/>
                <a:sym typeface="Arial"/>
              </a:defRPr>
            </a:lvl1pPr>
            <a:lvl2pPr marL="0" lvl="1" indent="0" algn="r">
              <a:spcBef>
                <a:spcPts val="0"/>
              </a:spcBef>
              <a:buNone/>
              <a:defRPr sz="1200" b="0">
                <a:solidFill>
                  <a:schemeClr val="accent2"/>
                </a:solidFill>
                <a:latin typeface="Arial"/>
                <a:ea typeface="Arial"/>
                <a:cs typeface="Arial"/>
                <a:sym typeface="Arial"/>
              </a:defRPr>
            </a:lvl2pPr>
            <a:lvl3pPr marL="0" lvl="2" indent="0" algn="r">
              <a:spcBef>
                <a:spcPts val="0"/>
              </a:spcBef>
              <a:buNone/>
              <a:defRPr sz="1200" b="0">
                <a:solidFill>
                  <a:schemeClr val="accent2"/>
                </a:solidFill>
                <a:latin typeface="Arial"/>
                <a:ea typeface="Arial"/>
                <a:cs typeface="Arial"/>
                <a:sym typeface="Arial"/>
              </a:defRPr>
            </a:lvl3pPr>
            <a:lvl4pPr marL="0" lvl="3" indent="0" algn="r">
              <a:spcBef>
                <a:spcPts val="0"/>
              </a:spcBef>
              <a:buNone/>
              <a:defRPr sz="1200" b="0">
                <a:solidFill>
                  <a:schemeClr val="accent2"/>
                </a:solidFill>
                <a:latin typeface="Arial"/>
                <a:ea typeface="Arial"/>
                <a:cs typeface="Arial"/>
                <a:sym typeface="Arial"/>
              </a:defRPr>
            </a:lvl4pPr>
            <a:lvl5pPr marL="0" lvl="4" indent="0" algn="r">
              <a:spcBef>
                <a:spcPts val="0"/>
              </a:spcBef>
              <a:buNone/>
              <a:defRPr sz="1200" b="0">
                <a:solidFill>
                  <a:schemeClr val="accent2"/>
                </a:solidFill>
                <a:latin typeface="Arial"/>
                <a:ea typeface="Arial"/>
                <a:cs typeface="Arial"/>
                <a:sym typeface="Arial"/>
              </a:defRPr>
            </a:lvl5pPr>
            <a:lvl6pPr marL="0" lvl="5" indent="0" algn="r">
              <a:spcBef>
                <a:spcPts val="0"/>
              </a:spcBef>
              <a:buNone/>
              <a:defRPr sz="1200" b="0">
                <a:solidFill>
                  <a:schemeClr val="accent2"/>
                </a:solidFill>
                <a:latin typeface="Arial"/>
                <a:ea typeface="Arial"/>
                <a:cs typeface="Arial"/>
                <a:sym typeface="Arial"/>
              </a:defRPr>
            </a:lvl6pPr>
            <a:lvl7pPr marL="0" lvl="6" indent="0" algn="r">
              <a:spcBef>
                <a:spcPts val="0"/>
              </a:spcBef>
              <a:buNone/>
              <a:defRPr sz="1200" b="0">
                <a:solidFill>
                  <a:schemeClr val="accent2"/>
                </a:solidFill>
                <a:latin typeface="Arial"/>
                <a:ea typeface="Arial"/>
                <a:cs typeface="Arial"/>
                <a:sym typeface="Arial"/>
              </a:defRPr>
            </a:lvl7pPr>
            <a:lvl8pPr marL="0" lvl="7" indent="0" algn="r">
              <a:spcBef>
                <a:spcPts val="0"/>
              </a:spcBef>
              <a:buNone/>
              <a:defRPr sz="1200" b="0">
                <a:solidFill>
                  <a:schemeClr val="accent2"/>
                </a:solidFill>
                <a:latin typeface="Arial"/>
                <a:ea typeface="Arial"/>
                <a:cs typeface="Arial"/>
                <a:sym typeface="Arial"/>
              </a:defRPr>
            </a:lvl8pPr>
            <a:lvl9pPr marL="0" lvl="8" indent="0" algn="r">
              <a:spcBef>
                <a:spcPts val="0"/>
              </a:spcBef>
              <a:buNone/>
              <a:defRPr sz="1200" b="0">
                <a:solidFill>
                  <a:schemeClr val="accent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
        <p:nvSpPr>
          <p:cNvPr id="171" name="Google Shape;171;p10"/>
          <p:cNvSpPr txBox="1">
            <a:spLocks noGrp="1"/>
          </p:cNvSpPr>
          <p:nvPr>
            <p:ph type="body" idx="1"/>
          </p:nvPr>
        </p:nvSpPr>
        <p:spPr>
          <a:xfrm>
            <a:off x="157163" y="133350"/>
            <a:ext cx="8826500" cy="5951538"/>
          </a:xfrm>
          <a:prstGeom prst="rect">
            <a:avLst/>
          </a:prstGeom>
          <a:noFill/>
          <a:ln>
            <a:noFill/>
          </a:ln>
        </p:spPr>
        <p:txBody>
          <a:bodyPr spcFirstLastPara="1" wrap="square" lIns="91425" tIns="45700" rIns="91425" bIns="45700" anchor="t" anchorCtr="0"/>
          <a:lstStyle>
            <a:lvl1pPr marL="457200" lvl="0" indent="-228600" algn="l">
              <a:spcBef>
                <a:spcPts val="560"/>
              </a:spcBef>
              <a:spcAft>
                <a:spcPts val="0"/>
              </a:spcAft>
              <a:buSzPts val="2800"/>
              <a:buNone/>
              <a:defRPr/>
            </a:lvl1pPr>
            <a:lvl2pPr marL="914400" lvl="1" indent="-342900" algn="l">
              <a:spcBef>
                <a:spcPts val="360"/>
              </a:spcBef>
              <a:spcAft>
                <a:spcPts val="0"/>
              </a:spcAft>
              <a:buSzPts val="1800"/>
              <a:buChar char="–"/>
              <a:defRPr/>
            </a:lvl2pPr>
            <a:lvl3pPr marL="1371600" lvl="2" indent="-342900" algn="l">
              <a:spcBef>
                <a:spcPts val="360"/>
              </a:spcBef>
              <a:spcAft>
                <a:spcPts val="0"/>
              </a:spcAft>
              <a:buSzPts val="1800"/>
              <a:buChar char="•"/>
              <a:defRPr/>
            </a:lvl3pPr>
            <a:lvl4pPr marL="1828800" lvl="3" indent="-342900" algn="l">
              <a:spcBef>
                <a:spcPts val="360"/>
              </a:spcBef>
              <a:spcAft>
                <a:spcPts val="0"/>
              </a:spcAft>
              <a:buSzPts val="1800"/>
              <a:buChar char="–"/>
              <a:defRPr/>
            </a:lvl4pPr>
            <a:lvl5pPr marL="2286000" lvl="4" indent="-342900" algn="l">
              <a:spcBef>
                <a:spcPts val="360"/>
              </a:spcBef>
              <a:spcAft>
                <a:spcPts val="0"/>
              </a:spcAft>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Tree>
    <p:extLst>
      <p:ext uri="{BB962C8B-B14F-4D97-AF65-F5344CB8AC3E}">
        <p14:creationId xmlns:p14="http://schemas.microsoft.com/office/powerpoint/2010/main" val="61901498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matchingName="Title Only" preserve="1" userDrawn="1">
  <p:cSld name="Section_Title">
    <p:spTree>
      <p:nvGrpSpPr>
        <p:cNvPr id="1" name="Shape 168"/>
        <p:cNvGrpSpPr/>
        <p:nvPr/>
      </p:nvGrpSpPr>
      <p:grpSpPr>
        <a:xfrm>
          <a:off x="0" y="0"/>
          <a:ext cx="0" cy="0"/>
          <a:chOff x="0" y="0"/>
          <a:chExt cx="0" cy="0"/>
        </a:xfrm>
      </p:grpSpPr>
      <p:pic>
        <p:nvPicPr>
          <p:cNvPr id="169" name="Google Shape;169;p10"/>
          <p:cNvPicPr preferRelativeResize="0"/>
          <p:nvPr/>
        </p:nvPicPr>
        <p:blipFill rotWithShape="1">
          <a:blip r:embed="rId2">
            <a:alphaModFix/>
          </a:blip>
          <a:srcRect t="91557" b="648"/>
          <a:stretch/>
        </p:blipFill>
        <p:spPr>
          <a:xfrm>
            <a:off x="-1" y="6259484"/>
            <a:ext cx="9144002" cy="598516"/>
          </a:xfrm>
          <a:prstGeom prst="rect">
            <a:avLst/>
          </a:prstGeom>
          <a:noFill/>
          <a:ln>
            <a:noFill/>
          </a:ln>
        </p:spPr>
      </p:pic>
      <p:sp>
        <p:nvSpPr>
          <p:cNvPr id="170" name="Google Shape;170;p10"/>
          <p:cNvSpPr txBox="1">
            <a:spLocks noGrp="1"/>
          </p:cNvSpPr>
          <p:nvPr>
            <p:ph type="sldNum" idx="12"/>
          </p:nvPr>
        </p:nvSpPr>
        <p:spPr>
          <a:xfrm>
            <a:off x="8122757" y="6363712"/>
            <a:ext cx="861671"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b="0">
                <a:solidFill>
                  <a:schemeClr val="accent2"/>
                </a:solidFill>
                <a:latin typeface="Arial"/>
                <a:ea typeface="Arial"/>
                <a:cs typeface="Arial"/>
                <a:sym typeface="Arial"/>
              </a:defRPr>
            </a:lvl1pPr>
            <a:lvl2pPr marL="0" lvl="1" indent="0" algn="r">
              <a:spcBef>
                <a:spcPts val="0"/>
              </a:spcBef>
              <a:buNone/>
              <a:defRPr sz="1200" b="0">
                <a:solidFill>
                  <a:schemeClr val="accent2"/>
                </a:solidFill>
                <a:latin typeface="Arial"/>
                <a:ea typeface="Arial"/>
                <a:cs typeface="Arial"/>
                <a:sym typeface="Arial"/>
              </a:defRPr>
            </a:lvl2pPr>
            <a:lvl3pPr marL="0" lvl="2" indent="0" algn="r">
              <a:spcBef>
                <a:spcPts val="0"/>
              </a:spcBef>
              <a:buNone/>
              <a:defRPr sz="1200" b="0">
                <a:solidFill>
                  <a:schemeClr val="accent2"/>
                </a:solidFill>
                <a:latin typeface="Arial"/>
                <a:ea typeface="Arial"/>
                <a:cs typeface="Arial"/>
                <a:sym typeface="Arial"/>
              </a:defRPr>
            </a:lvl3pPr>
            <a:lvl4pPr marL="0" lvl="3" indent="0" algn="r">
              <a:spcBef>
                <a:spcPts val="0"/>
              </a:spcBef>
              <a:buNone/>
              <a:defRPr sz="1200" b="0">
                <a:solidFill>
                  <a:schemeClr val="accent2"/>
                </a:solidFill>
                <a:latin typeface="Arial"/>
                <a:ea typeface="Arial"/>
                <a:cs typeface="Arial"/>
                <a:sym typeface="Arial"/>
              </a:defRPr>
            </a:lvl4pPr>
            <a:lvl5pPr marL="0" lvl="4" indent="0" algn="r">
              <a:spcBef>
                <a:spcPts val="0"/>
              </a:spcBef>
              <a:buNone/>
              <a:defRPr sz="1200" b="0">
                <a:solidFill>
                  <a:schemeClr val="accent2"/>
                </a:solidFill>
                <a:latin typeface="Arial"/>
                <a:ea typeface="Arial"/>
                <a:cs typeface="Arial"/>
                <a:sym typeface="Arial"/>
              </a:defRPr>
            </a:lvl5pPr>
            <a:lvl6pPr marL="0" lvl="5" indent="0" algn="r">
              <a:spcBef>
                <a:spcPts val="0"/>
              </a:spcBef>
              <a:buNone/>
              <a:defRPr sz="1200" b="0">
                <a:solidFill>
                  <a:schemeClr val="accent2"/>
                </a:solidFill>
                <a:latin typeface="Arial"/>
                <a:ea typeface="Arial"/>
                <a:cs typeface="Arial"/>
                <a:sym typeface="Arial"/>
              </a:defRPr>
            </a:lvl6pPr>
            <a:lvl7pPr marL="0" lvl="6" indent="0" algn="r">
              <a:spcBef>
                <a:spcPts val="0"/>
              </a:spcBef>
              <a:buNone/>
              <a:defRPr sz="1200" b="0">
                <a:solidFill>
                  <a:schemeClr val="accent2"/>
                </a:solidFill>
                <a:latin typeface="Arial"/>
                <a:ea typeface="Arial"/>
                <a:cs typeface="Arial"/>
                <a:sym typeface="Arial"/>
              </a:defRPr>
            </a:lvl7pPr>
            <a:lvl8pPr marL="0" lvl="7" indent="0" algn="r">
              <a:spcBef>
                <a:spcPts val="0"/>
              </a:spcBef>
              <a:buNone/>
              <a:defRPr sz="1200" b="0">
                <a:solidFill>
                  <a:schemeClr val="accent2"/>
                </a:solidFill>
                <a:latin typeface="Arial"/>
                <a:ea typeface="Arial"/>
                <a:cs typeface="Arial"/>
                <a:sym typeface="Arial"/>
              </a:defRPr>
            </a:lvl8pPr>
            <a:lvl9pPr marL="0" lvl="8" indent="0" algn="r">
              <a:spcBef>
                <a:spcPts val="0"/>
              </a:spcBef>
              <a:buNone/>
              <a:defRPr sz="1200" b="0">
                <a:solidFill>
                  <a:schemeClr val="accent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
        <p:nvSpPr>
          <p:cNvPr id="2" name="Title 1">
            <a:extLst>
              <a:ext uri="{FF2B5EF4-FFF2-40B4-BE49-F238E27FC236}">
                <a16:creationId xmlns:a16="http://schemas.microsoft.com/office/drawing/2014/main" id="{8A3E5519-BCE2-45F2-2CB8-0E6D0DAEE480}"/>
              </a:ext>
            </a:extLst>
          </p:cNvPr>
          <p:cNvSpPr>
            <a:spLocks noGrp="1"/>
          </p:cNvSpPr>
          <p:nvPr>
            <p:ph type="title"/>
          </p:nvPr>
        </p:nvSpPr>
        <p:spPr>
          <a:xfrm>
            <a:off x="1460664" y="2816925"/>
            <a:ext cx="6222671" cy="1224150"/>
          </a:xfrm>
        </p:spPr>
        <p:txBody>
          <a:bodyPr/>
          <a:lstStyle>
            <a:lvl1pPr algn="ctr">
              <a:defRPr baseline="0">
                <a:solidFill>
                  <a:schemeClr val="tx2"/>
                </a:solidFill>
                <a:latin typeface="Arial" panose="020B0604020202020204" pitchFamily="34" charset="0"/>
                <a:cs typeface="Arial" panose="020B0604020202020204" pitchFamily="34" charset="0"/>
              </a:defRPr>
            </a:lvl1pPr>
          </a:lstStyle>
          <a:p>
            <a:r>
              <a:rPr lang="en-US" dirty="0"/>
              <a:t>Click to edit Master title style</a:t>
            </a:r>
          </a:p>
        </p:txBody>
      </p:sp>
      <p:grpSp>
        <p:nvGrpSpPr>
          <p:cNvPr id="3" name="Group 2">
            <a:extLst>
              <a:ext uri="{FF2B5EF4-FFF2-40B4-BE49-F238E27FC236}">
                <a16:creationId xmlns:a16="http://schemas.microsoft.com/office/drawing/2014/main" id="{C619CA9B-AF8F-87A7-664B-F95C0134414C}"/>
              </a:ext>
            </a:extLst>
          </p:cNvPr>
          <p:cNvGrpSpPr/>
          <p:nvPr userDrawn="1"/>
        </p:nvGrpSpPr>
        <p:grpSpPr>
          <a:xfrm>
            <a:off x="6681759" y="0"/>
            <a:ext cx="2462241" cy="773113"/>
            <a:chOff x="7264458" y="365740"/>
            <a:chExt cx="1553307" cy="487719"/>
          </a:xfrm>
        </p:grpSpPr>
        <p:sp>
          <p:nvSpPr>
            <p:cNvPr id="4" name="Freeform 6">
              <a:extLst>
                <a:ext uri="{FF2B5EF4-FFF2-40B4-BE49-F238E27FC236}">
                  <a16:creationId xmlns:a16="http://schemas.microsoft.com/office/drawing/2014/main" id="{2A9D49A4-C029-2001-5A0F-3F2082CAD22E}"/>
                </a:ext>
              </a:extLst>
            </p:cNvPr>
            <p:cNvSpPr>
              <a:spLocks noEditPoints="1"/>
            </p:cNvSpPr>
            <p:nvPr userDrawn="1"/>
          </p:nvSpPr>
          <p:spPr bwMode="auto">
            <a:xfrm>
              <a:off x="7264458" y="705011"/>
              <a:ext cx="148988" cy="144669"/>
            </a:xfrm>
            <a:custGeom>
              <a:avLst/>
              <a:gdLst>
                <a:gd name="T0" fmla="*/ 98 w 552"/>
                <a:gd name="T1" fmla="*/ 79 h 536"/>
                <a:gd name="T2" fmla="*/ 98 w 552"/>
                <a:gd name="T3" fmla="*/ 241 h 536"/>
                <a:gd name="T4" fmla="*/ 307 w 552"/>
                <a:gd name="T5" fmla="*/ 241 h 536"/>
                <a:gd name="T6" fmla="*/ 342 w 552"/>
                <a:gd name="T7" fmla="*/ 241 h 536"/>
                <a:gd name="T8" fmla="*/ 374 w 552"/>
                <a:gd name="T9" fmla="*/ 238 h 536"/>
                <a:gd name="T10" fmla="*/ 398 w 552"/>
                <a:gd name="T11" fmla="*/ 231 h 536"/>
                <a:gd name="T12" fmla="*/ 417 w 552"/>
                <a:gd name="T13" fmla="*/ 222 h 536"/>
                <a:gd name="T14" fmla="*/ 431 w 552"/>
                <a:gd name="T15" fmla="*/ 206 h 536"/>
                <a:gd name="T16" fmla="*/ 440 w 552"/>
                <a:gd name="T17" fmla="*/ 187 h 536"/>
                <a:gd name="T18" fmla="*/ 443 w 552"/>
                <a:gd name="T19" fmla="*/ 161 h 536"/>
                <a:gd name="T20" fmla="*/ 440 w 552"/>
                <a:gd name="T21" fmla="*/ 135 h 536"/>
                <a:gd name="T22" fmla="*/ 431 w 552"/>
                <a:gd name="T23" fmla="*/ 114 h 536"/>
                <a:gd name="T24" fmla="*/ 417 w 552"/>
                <a:gd name="T25" fmla="*/ 100 h 536"/>
                <a:gd name="T26" fmla="*/ 398 w 552"/>
                <a:gd name="T27" fmla="*/ 89 h 536"/>
                <a:gd name="T28" fmla="*/ 374 w 552"/>
                <a:gd name="T29" fmla="*/ 84 h 536"/>
                <a:gd name="T30" fmla="*/ 342 w 552"/>
                <a:gd name="T31" fmla="*/ 80 h 536"/>
                <a:gd name="T32" fmla="*/ 307 w 552"/>
                <a:gd name="T33" fmla="*/ 79 h 536"/>
                <a:gd name="T34" fmla="*/ 98 w 552"/>
                <a:gd name="T35" fmla="*/ 79 h 536"/>
                <a:gd name="T36" fmla="*/ 0 w 552"/>
                <a:gd name="T37" fmla="*/ 0 h 536"/>
                <a:gd name="T38" fmla="*/ 323 w 552"/>
                <a:gd name="T39" fmla="*/ 0 h 536"/>
                <a:gd name="T40" fmla="*/ 377 w 552"/>
                <a:gd name="T41" fmla="*/ 2 h 536"/>
                <a:gd name="T42" fmla="*/ 422 w 552"/>
                <a:gd name="T43" fmla="*/ 9 h 536"/>
                <a:gd name="T44" fmla="*/ 461 w 552"/>
                <a:gd name="T45" fmla="*/ 19 h 536"/>
                <a:gd name="T46" fmla="*/ 490 w 552"/>
                <a:gd name="T47" fmla="*/ 37 h 536"/>
                <a:gd name="T48" fmla="*/ 513 w 552"/>
                <a:gd name="T49" fmla="*/ 58 h 536"/>
                <a:gd name="T50" fmla="*/ 529 w 552"/>
                <a:gd name="T51" fmla="*/ 86 h 536"/>
                <a:gd name="T52" fmla="*/ 538 w 552"/>
                <a:gd name="T53" fmla="*/ 119 h 536"/>
                <a:gd name="T54" fmla="*/ 541 w 552"/>
                <a:gd name="T55" fmla="*/ 157 h 536"/>
                <a:gd name="T56" fmla="*/ 538 w 552"/>
                <a:gd name="T57" fmla="*/ 194 h 536"/>
                <a:gd name="T58" fmla="*/ 529 w 552"/>
                <a:gd name="T59" fmla="*/ 225 h 536"/>
                <a:gd name="T60" fmla="*/ 513 w 552"/>
                <a:gd name="T61" fmla="*/ 252 h 536"/>
                <a:gd name="T62" fmla="*/ 494 w 552"/>
                <a:gd name="T63" fmla="*/ 272 h 536"/>
                <a:gd name="T64" fmla="*/ 473 w 552"/>
                <a:gd name="T65" fmla="*/ 290 h 536"/>
                <a:gd name="T66" fmla="*/ 447 w 552"/>
                <a:gd name="T67" fmla="*/ 302 h 536"/>
                <a:gd name="T68" fmla="*/ 421 w 552"/>
                <a:gd name="T69" fmla="*/ 311 h 536"/>
                <a:gd name="T70" fmla="*/ 393 w 552"/>
                <a:gd name="T71" fmla="*/ 314 h 536"/>
                <a:gd name="T72" fmla="*/ 384 w 552"/>
                <a:gd name="T73" fmla="*/ 314 h 536"/>
                <a:gd name="T74" fmla="*/ 552 w 552"/>
                <a:gd name="T75" fmla="*/ 536 h 536"/>
                <a:gd name="T76" fmla="*/ 431 w 552"/>
                <a:gd name="T77" fmla="*/ 536 h 536"/>
                <a:gd name="T78" fmla="*/ 274 w 552"/>
                <a:gd name="T79" fmla="*/ 323 h 536"/>
                <a:gd name="T80" fmla="*/ 274 w 552"/>
                <a:gd name="T81" fmla="*/ 321 h 536"/>
                <a:gd name="T82" fmla="*/ 98 w 552"/>
                <a:gd name="T83" fmla="*/ 321 h 536"/>
                <a:gd name="T84" fmla="*/ 98 w 552"/>
                <a:gd name="T85" fmla="*/ 536 h 536"/>
                <a:gd name="T86" fmla="*/ 0 w 552"/>
                <a:gd name="T87" fmla="*/ 536 h 536"/>
                <a:gd name="T88" fmla="*/ 0 w 552"/>
                <a:gd name="T8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52" h="536">
                  <a:moveTo>
                    <a:pt x="98" y="79"/>
                  </a:moveTo>
                  <a:lnTo>
                    <a:pt x="98" y="241"/>
                  </a:lnTo>
                  <a:lnTo>
                    <a:pt x="307" y="241"/>
                  </a:lnTo>
                  <a:lnTo>
                    <a:pt x="342" y="241"/>
                  </a:lnTo>
                  <a:lnTo>
                    <a:pt x="374" y="238"/>
                  </a:lnTo>
                  <a:lnTo>
                    <a:pt x="398" y="231"/>
                  </a:lnTo>
                  <a:lnTo>
                    <a:pt x="417" y="222"/>
                  </a:lnTo>
                  <a:lnTo>
                    <a:pt x="431" y="206"/>
                  </a:lnTo>
                  <a:lnTo>
                    <a:pt x="440" y="187"/>
                  </a:lnTo>
                  <a:lnTo>
                    <a:pt x="443" y="161"/>
                  </a:lnTo>
                  <a:lnTo>
                    <a:pt x="440" y="135"/>
                  </a:lnTo>
                  <a:lnTo>
                    <a:pt x="431" y="114"/>
                  </a:lnTo>
                  <a:lnTo>
                    <a:pt x="417" y="100"/>
                  </a:lnTo>
                  <a:lnTo>
                    <a:pt x="398" y="89"/>
                  </a:lnTo>
                  <a:lnTo>
                    <a:pt x="374" y="84"/>
                  </a:lnTo>
                  <a:lnTo>
                    <a:pt x="342" y="80"/>
                  </a:lnTo>
                  <a:lnTo>
                    <a:pt x="307" y="79"/>
                  </a:lnTo>
                  <a:lnTo>
                    <a:pt x="98" y="79"/>
                  </a:lnTo>
                  <a:close/>
                  <a:moveTo>
                    <a:pt x="0" y="0"/>
                  </a:moveTo>
                  <a:lnTo>
                    <a:pt x="323" y="0"/>
                  </a:lnTo>
                  <a:lnTo>
                    <a:pt x="377" y="2"/>
                  </a:lnTo>
                  <a:lnTo>
                    <a:pt x="422" y="9"/>
                  </a:lnTo>
                  <a:lnTo>
                    <a:pt x="461" y="19"/>
                  </a:lnTo>
                  <a:lnTo>
                    <a:pt x="490" y="37"/>
                  </a:lnTo>
                  <a:lnTo>
                    <a:pt x="513" y="58"/>
                  </a:lnTo>
                  <a:lnTo>
                    <a:pt x="529" y="86"/>
                  </a:lnTo>
                  <a:lnTo>
                    <a:pt x="538" y="119"/>
                  </a:lnTo>
                  <a:lnTo>
                    <a:pt x="541" y="157"/>
                  </a:lnTo>
                  <a:lnTo>
                    <a:pt x="538" y="194"/>
                  </a:lnTo>
                  <a:lnTo>
                    <a:pt x="529" y="225"/>
                  </a:lnTo>
                  <a:lnTo>
                    <a:pt x="513" y="252"/>
                  </a:lnTo>
                  <a:lnTo>
                    <a:pt x="494" y="272"/>
                  </a:lnTo>
                  <a:lnTo>
                    <a:pt x="473" y="290"/>
                  </a:lnTo>
                  <a:lnTo>
                    <a:pt x="447" y="302"/>
                  </a:lnTo>
                  <a:lnTo>
                    <a:pt x="421" y="311"/>
                  </a:lnTo>
                  <a:lnTo>
                    <a:pt x="393" y="314"/>
                  </a:lnTo>
                  <a:lnTo>
                    <a:pt x="384" y="314"/>
                  </a:lnTo>
                  <a:lnTo>
                    <a:pt x="552" y="536"/>
                  </a:lnTo>
                  <a:lnTo>
                    <a:pt x="431" y="536"/>
                  </a:lnTo>
                  <a:lnTo>
                    <a:pt x="274" y="323"/>
                  </a:lnTo>
                  <a:lnTo>
                    <a:pt x="274" y="321"/>
                  </a:lnTo>
                  <a:lnTo>
                    <a:pt x="98" y="321"/>
                  </a:lnTo>
                  <a:lnTo>
                    <a:pt x="98" y="536"/>
                  </a:lnTo>
                  <a:lnTo>
                    <a:pt x="0" y="536"/>
                  </a:lnTo>
                  <a:lnTo>
                    <a:pt x="0"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 name="Freeform 7">
              <a:extLst>
                <a:ext uri="{FF2B5EF4-FFF2-40B4-BE49-F238E27FC236}">
                  <a16:creationId xmlns:a16="http://schemas.microsoft.com/office/drawing/2014/main" id="{89A9B437-540E-333F-9B54-390C0EE61585}"/>
                </a:ext>
              </a:extLst>
            </p:cNvPr>
            <p:cNvSpPr>
              <a:spLocks/>
            </p:cNvSpPr>
            <p:nvPr userDrawn="1"/>
          </p:nvSpPr>
          <p:spPr bwMode="auto">
            <a:xfrm>
              <a:off x="7450153" y="705011"/>
              <a:ext cx="131714" cy="144669"/>
            </a:xfrm>
            <a:custGeom>
              <a:avLst/>
              <a:gdLst>
                <a:gd name="T0" fmla="*/ 0 w 488"/>
                <a:gd name="T1" fmla="*/ 0 h 536"/>
                <a:gd name="T2" fmla="*/ 440 w 488"/>
                <a:gd name="T3" fmla="*/ 0 h 536"/>
                <a:gd name="T4" fmla="*/ 455 w 488"/>
                <a:gd name="T5" fmla="*/ 2 h 536"/>
                <a:gd name="T6" fmla="*/ 467 w 488"/>
                <a:gd name="T7" fmla="*/ 12 h 536"/>
                <a:gd name="T8" fmla="*/ 476 w 488"/>
                <a:gd name="T9" fmla="*/ 25 h 536"/>
                <a:gd name="T10" fmla="*/ 480 w 488"/>
                <a:gd name="T11" fmla="*/ 40 h 536"/>
                <a:gd name="T12" fmla="*/ 476 w 488"/>
                <a:gd name="T13" fmla="*/ 56 h 536"/>
                <a:gd name="T14" fmla="*/ 467 w 488"/>
                <a:gd name="T15" fmla="*/ 70 h 536"/>
                <a:gd name="T16" fmla="*/ 455 w 488"/>
                <a:gd name="T17" fmla="*/ 79 h 536"/>
                <a:gd name="T18" fmla="*/ 440 w 488"/>
                <a:gd name="T19" fmla="*/ 82 h 536"/>
                <a:gd name="T20" fmla="*/ 97 w 488"/>
                <a:gd name="T21" fmla="*/ 82 h 536"/>
                <a:gd name="T22" fmla="*/ 97 w 488"/>
                <a:gd name="T23" fmla="*/ 218 h 536"/>
                <a:gd name="T24" fmla="*/ 354 w 488"/>
                <a:gd name="T25" fmla="*/ 218 h 536"/>
                <a:gd name="T26" fmla="*/ 370 w 488"/>
                <a:gd name="T27" fmla="*/ 222 h 536"/>
                <a:gd name="T28" fmla="*/ 384 w 488"/>
                <a:gd name="T29" fmla="*/ 231 h 536"/>
                <a:gd name="T30" fmla="*/ 392 w 488"/>
                <a:gd name="T31" fmla="*/ 243 h 536"/>
                <a:gd name="T32" fmla="*/ 396 w 488"/>
                <a:gd name="T33" fmla="*/ 259 h 536"/>
                <a:gd name="T34" fmla="*/ 392 w 488"/>
                <a:gd name="T35" fmla="*/ 276 h 536"/>
                <a:gd name="T36" fmla="*/ 384 w 488"/>
                <a:gd name="T37" fmla="*/ 288 h 536"/>
                <a:gd name="T38" fmla="*/ 370 w 488"/>
                <a:gd name="T39" fmla="*/ 297 h 536"/>
                <a:gd name="T40" fmla="*/ 354 w 488"/>
                <a:gd name="T41" fmla="*/ 300 h 536"/>
                <a:gd name="T42" fmla="*/ 97 w 488"/>
                <a:gd name="T43" fmla="*/ 300 h 536"/>
                <a:gd name="T44" fmla="*/ 97 w 488"/>
                <a:gd name="T45" fmla="*/ 454 h 536"/>
                <a:gd name="T46" fmla="*/ 448 w 488"/>
                <a:gd name="T47" fmla="*/ 454 h 536"/>
                <a:gd name="T48" fmla="*/ 464 w 488"/>
                <a:gd name="T49" fmla="*/ 457 h 536"/>
                <a:gd name="T50" fmla="*/ 478 w 488"/>
                <a:gd name="T51" fmla="*/ 466 h 536"/>
                <a:gd name="T52" fmla="*/ 487 w 488"/>
                <a:gd name="T53" fmla="*/ 478 h 536"/>
                <a:gd name="T54" fmla="*/ 488 w 488"/>
                <a:gd name="T55" fmla="*/ 494 h 536"/>
                <a:gd name="T56" fmla="*/ 487 w 488"/>
                <a:gd name="T57" fmla="*/ 512 h 536"/>
                <a:gd name="T58" fmla="*/ 478 w 488"/>
                <a:gd name="T59" fmla="*/ 524 h 536"/>
                <a:gd name="T60" fmla="*/ 464 w 488"/>
                <a:gd name="T61" fmla="*/ 533 h 536"/>
                <a:gd name="T62" fmla="*/ 448 w 488"/>
                <a:gd name="T63" fmla="*/ 536 h 536"/>
                <a:gd name="T64" fmla="*/ 0 w 488"/>
                <a:gd name="T65" fmla="*/ 536 h 536"/>
                <a:gd name="T66" fmla="*/ 0 w 488"/>
                <a:gd name="T6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88" h="536">
                  <a:moveTo>
                    <a:pt x="0" y="0"/>
                  </a:moveTo>
                  <a:lnTo>
                    <a:pt x="440" y="0"/>
                  </a:lnTo>
                  <a:lnTo>
                    <a:pt x="455" y="2"/>
                  </a:lnTo>
                  <a:lnTo>
                    <a:pt x="467" y="12"/>
                  </a:lnTo>
                  <a:lnTo>
                    <a:pt x="476" y="25"/>
                  </a:lnTo>
                  <a:lnTo>
                    <a:pt x="480" y="40"/>
                  </a:lnTo>
                  <a:lnTo>
                    <a:pt x="476" y="56"/>
                  </a:lnTo>
                  <a:lnTo>
                    <a:pt x="467" y="70"/>
                  </a:lnTo>
                  <a:lnTo>
                    <a:pt x="455" y="79"/>
                  </a:lnTo>
                  <a:lnTo>
                    <a:pt x="440" y="82"/>
                  </a:lnTo>
                  <a:lnTo>
                    <a:pt x="97" y="82"/>
                  </a:lnTo>
                  <a:lnTo>
                    <a:pt x="97" y="218"/>
                  </a:lnTo>
                  <a:lnTo>
                    <a:pt x="354" y="218"/>
                  </a:lnTo>
                  <a:lnTo>
                    <a:pt x="370" y="222"/>
                  </a:lnTo>
                  <a:lnTo>
                    <a:pt x="384" y="231"/>
                  </a:lnTo>
                  <a:lnTo>
                    <a:pt x="392" y="243"/>
                  </a:lnTo>
                  <a:lnTo>
                    <a:pt x="396" y="259"/>
                  </a:lnTo>
                  <a:lnTo>
                    <a:pt x="392" y="276"/>
                  </a:lnTo>
                  <a:lnTo>
                    <a:pt x="384" y="288"/>
                  </a:lnTo>
                  <a:lnTo>
                    <a:pt x="370" y="297"/>
                  </a:lnTo>
                  <a:lnTo>
                    <a:pt x="354" y="300"/>
                  </a:lnTo>
                  <a:lnTo>
                    <a:pt x="97" y="300"/>
                  </a:lnTo>
                  <a:lnTo>
                    <a:pt x="97" y="454"/>
                  </a:lnTo>
                  <a:lnTo>
                    <a:pt x="448" y="454"/>
                  </a:lnTo>
                  <a:lnTo>
                    <a:pt x="464" y="457"/>
                  </a:lnTo>
                  <a:lnTo>
                    <a:pt x="478" y="466"/>
                  </a:lnTo>
                  <a:lnTo>
                    <a:pt x="487" y="478"/>
                  </a:lnTo>
                  <a:lnTo>
                    <a:pt x="488" y="494"/>
                  </a:lnTo>
                  <a:lnTo>
                    <a:pt x="487" y="512"/>
                  </a:lnTo>
                  <a:lnTo>
                    <a:pt x="478" y="524"/>
                  </a:lnTo>
                  <a:lnTo>
                    <a:pt x="464" y="533"/>
                  </a:lnTo>
                  <a:lnTo>
                    <a:pt x="448" y="536"/>
                  </a:lnTo>
                  <a:lnTo>
                    <a:pt x="0" y="536"/>
                  </a:lnTo>
                  <a:lnTo>
                    <a:pt x="0"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 name="Freeform 8">
              <a:extLst>
                <a:ext uri="{FF2B5EF4-FFF2-40B4-BE49-F238E27FC236}">
                  <a16:creationId xmlns:a16="http://schemas.microsoft.com/office/drawing/2014/main" id="{645A3999-205C-7640-E332-1C3336AC3CE2}"/>
                </a:ext>
              </a:extLst>
            </p:cNvPr>
            <p:cNvSpPr>
              <a:spLocks/>
            </p:cNvSpPr>
            <p:nvPr userDrawn="1"/>
          </p:nvSpPr>
          <p:spPr bwMode="auto">
            <a:xfrm>
              <a:off x="7613446" y="705011"/>
              <a:ext cx="154116" cy="144669"/>
            </a:xfrm>
            <a:custGeom>
              <a:avLst/>
              <a:gdLst>
                <a:gd name="T0" fmla="*/ 48 w 571"/>
                <a:gd name="T1" fmla="*/ 0 h 536"/>
                <a:gd name="T2" fmla="*/ 65 w 571"/>
                <a:gd name="T3" fmla="*/ 4 h 536"/>
                <a:gd name="T4" fmla="*/ 79 w 571"/>
                <a:gd name="T5" fmla="*/ 12 h 536"/>
                <a:gd name="T6" fmla="*/ 89 w 571"/>
                <a:gd name="T7" fmla="*/ 26 h 536"/>
                <a:gd name="T8" fmla="*/ 280 w 571"/>
                <a:gd name="T9" fmla="*/ 431 h 536"/>
                <a:gd name="T10" fmla="*/ 285 w 571"/>
                <a:gd name="T11" fmla="*/ 440 h 536"/>
                <a:gd name="T12" fmla="*/ 484 w 571"/>
                <a:gd name="T13" fmla="*/ 26 h 536"/>
                <a:gd name="T14" fmla="*/ 494 w 571"/>
                <a:gd name="T15" fmla="*/ 12 h 536"/>
                <a:gd name="T16" fmla="*/ 508 w 571"/>
                <a:gd name="T17" fmla="*/ 2 h 536"/>
                <a:gd name="T18" fmla="*/ 526 w 571"/>
                <a:gd name="T19" fmla="*/ 0 h 536"/>
                <a:gd name="T20" fmla="*/ 541 w 571"/>
                <a:gd name="T21" fmla="*/ 2 h 536"/>
                <a:gd name="T22" fmla="*/ 554 w 571"/>
                <a:gd name="T23" fmla="*/ 9 h 536"/>
                <a:gd name="T24" fmla="*/ 564 w 571"/>
                <a:gd name="T25" fmla="*/ 21 h 536"/>
                <a:gd name="T26" fmla="*/ 571 w 571"/>
                <a:gd name="T27" fmla="*/ 35 h 536"/>
                <a:gd name="T28" fmla="*/ 571 w 571"/>
                <a:gd name="T29" fmla="*/ 51 h 536"/>
                <a:gd name="T30" fmla="*/ 568 w 571"/>
                <a:gd name="T31" fmla="*/ 67 h 536"/>
                <a:gd name="T32" fmla="*/ 337 w 571"/>
                <a:gd name="T33" fmla="*/ 536 h 536"/>
                <a:gd name="T34" fmla="*/ 233 w 571"/>
                <a:gd name="T35" fmla="*/ 536 h 536"/>
                <a:gd name="T36" fmla="*/ 6 w 571"/>
                <a:gd name="T37" fmla="*/ 67 h 536"/>
                <a:gd name="T38" fmla="*/ 0 w 571"/>
                <a:gd name="T39" fmla="*/ 51 h 536"/>
                <a:gd name="T40" fmla="*/ 2 w 571"/>
                <a:gd name="T41" fmla="*/ 35 h 536"/>
                <a:gd name="T42" fmla="*/ 7 w 571"/>
                <a:gd name="T43" fmla="*/ 21 h 536"/>
                <a:gd name="T44" fmla="*/ 18 w 571"/>
                <a:gd name="T45" fmla="*/ 9 h 536"/>
                <a:gd name="T46" fmla="*/ 32 w 571"/>
                <a:gd name="T47" fmla="*/ 2 h 536"/>
                <a:gd name="T48" fmla="*/ 48 w 571"/>
                <a:gd name="T4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571" h="536">
                  <a:moveTo>
                    <a:pt x="48" y="0"/>
                  </a:moveTo>
                  <a:lnTo>
                    <a:pt x="65" y="4"/>
                  </a:lnTo>
                  <a:lnTo>
                    <a:pt x="79" y="12"/>
                  </a:lnTo>
                  <a:lnTo>
                    <a:pt x="89" y="26"/>
                  </a:lnTo>
                  <a:lnTo>
                    <a:pt x="280" y="431"/>
                  </a:lnTo>
                  <a:lnTo>
                    <a:pt x="285" y="440"/>
                  </a:lnTo>
                  <a:lnTo>
                    <a:pt x="484" y="26"/>
                  </a:lnTo>
                  <a:lnTo>
                    <a:pt x="494" y="12"/>
                  </a:lnTo>
                  <a:lnTo>
                    <a:pt x="508" y="2"/>
                  </a:lnTo>
                  <a:lnTo>
                    <a:pt x="526" y="0"/>
                  </a:lnTo>
                  <a:lnTo>
                    <a:pt x="541" y="2"/>
                  </a:lnTo>
                  <a:lnTo>
                    <a:pt x="554" y="9"/>
                  </a:lnTo>
                  <a:lnTo>
                    <a:pt x="564" y="21"/>
                  </a:lnTo>
                  <a:lnTo>
                    <a:pt x="571" y="35"/>
                  </a:lnTo>
                  <a:lnTo>
                    <a:pt x="571" y="51"/>
                  </a:lnTo>
                  <a:lnTo>
                    <a:pt x="568" y="67"/>
                  </a:lnTo>
                  <a:lnTo>
                    <a:pt x="337" y="536"/>
                  </a:lnTo>
                  <a:lnTo>
                    <a:pt x="233" y="536"/>
                  </a:lnTo>
                  <a:lnTo>
                    <a:pt x="6" y="67"/>
                  </a:lnTo>
                  <a:lnTo>
                    <a:pt x="0" y="51"/>
                  </a:lnTo>
                  <a:lnTo>
                    <a:pt x="2" y="35"/>
                  </a:lnTo>
                  <a:lnTo>
                    <a:pt x="7" y="21"/>
                  </a:lnTo>
                  <a:lnTo>
                    <a:pt x="18" y="9"/>
                  </a:lnTo>
                  <a:lnTo>
                    <a:pt x="32" y="2"/>
                  </a:lnTo>
                  <a:lnTo>
                    <a:pt x="48"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 name="Freeform 9">
              <a:extLst>
                <a:ext uri="{FF2B5EF4-FFF2-40B4-BE49-F238E27FC236}">
                  <a16:creationId xmlns:a16="http://schemas.microsoft.com/office/drawing/2014/main" id="{B55F5EA6-ACB4-F73B-8708-83192579DBBB}"/>
                </a:ext>
              </a:extLst>
            </p:cNvPr>
            <p:cNvSpPr>
              <a:spLocks noEditPoints="1"/>
            </p:cNvSpPr>
            <p:nvPr userDrawn="1"/>
          </p:nvSpPr>
          <p:spPr bwMode="auto">
            <a:xfrm>
              <a:off x="7767562" y="705011"/>
              <a:ext cx="173010" cy="144669"/>
            </a:xfrm>
            <a:custGeom>
              <a:avLst/>
              <a:gdLst>
                <a:gd name="T0" fmla="*/ 321 w 641"/>
                <a:gd name="T1" fmla="*/ 70 h 536"/>
                <a:gd name="T2" fmla="*/ 201 w 641"/>
                <a:gd name="T3" fmla="*/ 328 h 536"/>
                <a:gd name="T4" fmla="*/ 443 w 641"/>
                <a:gd name="T5" fmla="*/ 328 h 536"/>
                <a:gd name="T6" fmla="*/ 321 w 641"/>
                <a:gd name="T7" fmla="*/ 70 h 536"/>
                <a:gd name="T8" fmla="*/ 264 w 641"/>
                <a:gd name="T9" fmla="*/ 0 h 536"/>
                <a:gd name="T10" fmla="*/ 381 w 641"/>
                <a:gd name="T11" fmla="*/ 0 h 536"/>
                <a:gd name="T12" fmla="*/ 641 w 641"/>
                <a:gd name="T13" fmla="*/ 536 h 536"/>
                <a:gd name="T14" fmla="*/ 538 w 641"/>
                <a:gd name="T15" fmla="*/ 536 h 536"/>
                <a:gd name="T16" fmla="*/ 482 w 641"/>
                <a:gd name="T17" fmla="*/ 414 h 536"/>
                <a:gd name="T18" fmla="*/ 480 w 641"/>
                <a:gd name="T19" fmla="*/ 410 h 536"/>
                <a:gd name="T20" fmla="*/ 161 w 641"/>
                <a:gd name="T21" fmla="*/ 410 h 536"/>
                <a:gd name="T22" fmla="*/ 103 w 641"/>
                <a:gd name="T23" fmla="*/ 536 h 536"/>
                <a:gd name="T24" fmla="*/ 0 w 641"/>
                <a:gd name="T25" fmla="*/ 536 h 536"/>
                <a:gd name="T26" fmla="*/ 264 w 641"/>
                <a:gd name="T2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41" h="536">
                  <a:moveTo>
                    <a:pt x="321" y="70"/>
                  </a:moveTo>
                  <a:lnTo>
                    <a:pt x="201" y="328"/>
                  </a:lnTo>
                  <a:lnTo>
                    <a:pt x="443" y="328"/>
                  </a:lnTo>
                  <a:lnTo>
                    <a:pt x="321" y="70"/>
                  </a:lnTo>
                  <a:close/>
                  <a:moveTo>
                    <a:pt x="264" y="0"/>
                  </a:moveTo>
                  <a:lnTo>
                    <a:pt x="381" y="0"/>
                  </a:lnTo>
                  <a:lnTo>
                    <a:pt x="641" y="536"/>
                  </a:lnTo>
                  <a:lnTo>
                    <a:pt x="538" y="536"/>
                  </a:lnTo>
                  <a:lnTo>
                    <a:pt x="482" y="414"/>
                  </a:lnTo>
                  <a:lnTo>
                    <a:pt x="480" y="410"/>
                  </a:lnTo>
                  <a:lnTo>
                    <a:pt x="161" y="410"/>
                  </a:lnTo>
                  <a:lnTo>
                    <a:pt x="103" y="536"/>
                  </a:lnTo>
                  <a:lnTo>
                    <a:pt x="0" y="536"/>
                  </a:lnTo>
                  <a:lnTo>
                    <a:pt x="264"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 name="Freeform 10">
              <a:extLst>
                <a:ext uri="{FF2B5EF4-FFF2-40B4-BE49-F238E27FC236}">
                  <a16:creationId xmlns:a16="http://schemas.microsoft.com/office/drawing/2014/main" id="{F2B4DF57-055A-A5B3-F9EA-D5A8751833BE}"/>
                </a:ext>
              </a:extLst>
            </p:cNvPr>
            <p:cNvSpPr>
              <a:spLocks/>
            </p:cNvSpPr>
            <p:nvPr userDrawn="1"/>
          </p:nvSpPr>
          <p:spPr bwMode="auto">
            <a:xfrm>
              <a:off x="7934364" y="705011"/>
              <a:ext cx="157895" cy="144669"/>
            </a:xfrm>
            <a:custGeom>
              <a:avLst/>
              <a:gdLst>
                <a:gd name="T0" fmla="*/ 42 w 585"/>
                <a:gd name="T1" fmla="*/ 0 h 536"/>
                <a:gd name="T2" fmla="*/ 545 w 585"/>
                <a:gd name="T3" fmla="*/ 0 h 536"/>
                <a:gd name="T4" fmla="*/ 560 w 585"/>
                <a:gd name="T5" fmla="*/ 2 h 536"/>
                <a:gd name="T6" fmla="*/ 574 w 585"/>
                <a:gd name="T7" fmla="*/ 12 h 536"/>
                <a:gd name="T8" fmla="*/ 583 w 585"/>
                <a:gd name="T9" fmla="*/ 25 h 536"/>
                <a:gd name="T10" fmla="*/ 585 w 585"/>
                <a:gd name="T11" fmla="*/ 40 h 536"/>
                <a:gd name="T12" fmla="*/ 583 w 585"/>
                <a:gd name="T13" fmla="*/ 56 h 536"/>
                <a:gd name="T14" fmla="*/ 574 w 585"/>
                <a:gd name="T15" fmla="*/ 70 h 536"/>
                <a:gd name="T16" fmla="*/ 560 w 585"/>
                <a:gd name="T17" fmla="*/ 79 h 536"/>
                <a:gd name="T18" fmla="*/ 545 w 585"/>
                <a:gd name="T19" fmla="*/ 82 h 536"/>
                <a:gd name="T20" fmla="*/ 342 w 585"/>
                <a:gd name="T21" fmla="*/ 82 h 536"/>
                <a:gd name="T22" fmla="*/ 342 w 585"/>
                <a:gd name="T23" fmla="*/ 536 h 536"/>
                <a:gd name="T24" fmla="*/ 244 w 585"/>
                <a:gd name="T25" fmla="*/ 536 h 536"/>
                <a:gd name="T26" fmla="*/ 244 w 585"/>
                <a:gd name="T27" fmla="*/ 82 h 536"/>
                <a:gd name="T28" fmla="*/ 42 w 585"/>
                <a:gd name="T29" fmla="*/ 82 h 536"/>
                <a:gd name="T30" fmla="*/ 26 w 585"/>
                <a:gd name="T31" fmla="*/ 79 h 536"/>
                <a:gd name="T32" fmla="*/ 12 w 585"/>
                <a:gd name="T33" fmla="*/ 70 h 536"/>
                <a:gd name="T34" fmla="*/ 4 w 585"/>
                <a:gd name="T35" fmla="*/ 56 h 536"/>
                <a:gd name="T36" fmla="*/ 0 w 585"/>
                <a:gd name="T37" fmla="*/ 40 h 536"/>
                <a:gd name="T38" fmla="*/ 4 w 585"/>
                <a:gd name="T39" fmla="*/ 25 h 536"/>
                <a:gd name="T40" fmla="*/ 12 w 585"/>
                <a:gd name="T41" fmla="*/ 12 h 536"/>
                <a:gd name="T42" fmla="*/ 26 w 585"/>
                <a:gd name="T43" fmla="*/ 2 h 536"/>
                <a:gd name="T44" fmla="*/ 42 w 585"/>
                <a:gd name="T45"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585" h="536">
                  <a:moveTo>
                    <a:pt x="42" y="0"/>
                  </a:moveTo>
                  <a:lnTo>
                    <a:pt x="545" y="0"/>
                  </a:lnTo>
                  <a:lnTo>
                    <a:pt x="560" y="2"/>
                  </a:lnTo>
                  <a:lnTo>
                    <a:pt x="574" y="12"/>
                  </a:lnTo>
                  <a:lnTo>
                    <a:pt x="583" y="25"/>
                  </a:lnTo>
                  <a:lnTo>
                    <a:pt x="585" y="40"/>
                  </a:lnTo>
                  <a:lnTo>
                    <a:pt x="583" y="56"/>
                  </a:lnTo>
                  <a:lnTo>
                    <a:pt x="574" y="70"/>
                  </a:lnTo>
                  <a:lnTo>
                    <a:pt x="560" y="79"/>
                  </a:lnTo>
                  <a:lnTo>
                    <a:pt x="545" y="82"/>
                  </a:lnTo>
                  <a:lnTo>
                    <a:pt x="342" y="82"/>
                  </a:lnTo>
                  <a:lnTo>
                    <a:pt x="342" y="536"/>
                  </a:lnTo>
                  <a:lnTo>
                    <a:pt x="244" y="536"/>
                  </a:lnTo>
                  <a:lnTo>
                    <a:pt x="244" y="82"/>
                  </a:lnTo>
                  <a:lnTo>
                    <a:pt x="42" y="82"/>
                  </a:lnTo>
                  <a:lnTo>
                    <a:pt x="26" y="79"/>
                  </a:lnTo>
                  <a:lnTo>
                    <a:pt x="12" y="70"/>
                  </a:lnTo>
                  <a:lnTo>
                    <a:pt x="4" y="56"/>
                  </a:lnTo>
                  <a:lnTo>
                    <a:pt x="0" y="40"/>
                  </a:lnTo>
                  <a:lnTo>
                    <a:pt x="4" y="25"/>
                  </a:lnTo>
                  <a:lnTo>
                    <a:pt x="12" y="12"/>
                  </a:lnTo>
                  <a:lnTo>
                    <a:pt x="26" y="2"/>
                  </a:lnTo>
                  <a:lnTo>
                    <a:pt x="42"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9" name="Freeform 11">
              <a:extLst>
                <a:ext uri="{FF2B5EF4-FFF2-40B4-BE49-F238E27FC236}">
                  <a16:creationId xmlns:a16="http://schemas.microsoft.com/office/drawing/2014/main" id="{2D5EF9E0-0962-BE13-EA0D-E37FC7AD8645}"/>
                </a:ext>
              </a:extLst>
            </p:cNvPr>
            <p:cNvSpPr>
              <a:spLocks/>
            </p:cNvSpPr>
            <p:nvPr userDrawn="1"/>
          </p:nvSpPr>
          <p:spPr bwMode="auto">
            <a:xfrm>
              <a:off x="8122758" y="705011"/>
              <a:ext cx="154116" cy="148448"/>
            </a:xfrm>
            <a:custGeom>
              <a:avLst/>
              <a:gdLst>
                <a:gd name="T0" fmla="*/ 49 w 571"/>
                <a:gd name="T1" fmla="*/ 0 h 550"/>
                <a:gd name="T2" fmla="*/ 68 w 571"/>
                <a:gd name="T3" fmla="*/ 4 h 550"/>
                <a:gd name="T4" fmla="*/ 84 w 571"/>
                <a:gd name="T5" fmla="*/ 14 h 550"/>
                <a:gd name="T6" fmla="*/ 94 w 571"/>
                <a:gd name="T7" fmla="*/ 30 h 550"/>
                <a:gd name="T8" fmla="*/ 98 w 571"/>
                <a:gd name="T9" fmla="*/ 49 h 550"/>
                <a:gd name="T10" fmla="*/ 98 w 571"/>
                <a:gd name="T11" fmla="*/ 299 h 550"/>
                <a:gd name="T12" fmla="*/ 98 w 571"/>
                <a:gd name="T13" fmla="*/ 320 h 550"/>
                <a:gd name="T14" fmla="*/ 101 w 571"/>
                <a:gd name="T15" fmla="*/ 342 h 550"/>
                <a:gd name="T16" fmla="*/ 105 w 571"/>
                <a:gd name="T17" fmla="*/ 363 h 550"/>
                <a:gd name="T18" fmla="*/ 112 w 571"/>
                <a:gd name="T19" fmla="*/ 384 h 550"/>
                <a:gd name="T20" fmla="*/ 122 w 571"/>
                <a:gd name="T21" fmla="*/ 403 h 550"/>
                <a:gd name="T22" fmla="*/ 136 w 571"/>
                <a:gd name="T23" fmla="*/ 421 h 550"/>
                <a:gd name="T24" fmla="*/ 156 w 571"/>
                <a:gd name="T25" fmla="*/ 437 h 550"/>
                <a:gd name="T26" fmla="*/ 180 w 571"/>
                <a:gd name="T27" fmla="*/ 449 h 550"/>
                <a:gd name="T28" fmla="*/ 208 w 571"/>
                <a:gd name="T29" fmla="*/ 459 h 550"/>
                <a:gd name="T30" fmla="*/ 245 w 571"/>
                <a:gd name="T31" fmla="*/ 464 h 550"/>
                <a:gd name="T32" fmla="*/ 286 w 571"/>
                <a:gd name="T33" fmla="*/ 466 h 550"/>
                <a:gd name="T34" fmla="*/ 328 w 571"/>
                <a:gd name="T35" fmla="*/ 464 h 550"/>
                <a:gd name="T36" fmla="*/ 363 w 571"/>
                <a:gd name="T37" fmla="*/ 459 h 550"/>
                <a:gd name="T38" fmla="*/ 391 w 571"/>
                <a:gd name="T39" fmla="*/ 449 h 550"/>
                <a:gd name="T40" fmla="*/ 416 w 571"/>
                <a:gd name="T41" fmla="*/ 437 h 550"/>
                <a:gd name="T42" fmla="*/ 435 w 571"/>
                <a:gd name="T43" fmla="*/ 421 h 550"/>
                <a:gd name="T44" fmla="*/ 449 w 571"/>
                <a:gd name="T45" fmla="*/ 403 h 550"/>
                <a:gd name="T46" fmla="*/ 459 w 571"/>
                <a:gd name="T47" fmla="*/ 384 h 550"/>
                <a:gd name="T48" fmla="*/ 466 w 571"/>
                <a:gd name="T49" fmla="*/ 363 h 550"/>
                <a:gd name="T50" fmla="*/ 470 w 571"/>
                <a:gd name="T51" fmla="*/ 342 h 550"/>
                <a:gd name="T52" fmla="*/ 473 w 571"/>
                <a:gd name="T53" fmla="*/ 320 h 550"/>
                <a:gd name="T54" fmla="*/ 473 w 571"/>
                <a:gd name="T55" fmla="*/ 299 h 550"/>
                <a:gd name="T56" fmla="*/ 473 w 571"/>
                <a:gd name="T57" fmla="*/ 49 h 550"/>
                <a:gd name="T58" fmla="*/ 477 w 571"/>
                <a:gd name="T59" fmla="*/ 30 h 550"/>
                <a:gd name="T60" fmla="*/ 487 w 571"/>
                <a:gd name="T61" fmla="*/ 14 h 550"/>
                <a:gd name="T62" fmla="*/ 503 w 571"/>
                <a:gd name="T63" fmla="*/ 4 h 550"/>
                <a:gd name="T64" fmla="*/ 522 w 571"/>
                <a:gd name="T65" fmla="*/ 0 h 550"/>
                <a:gd name="T66" fmla="*/ 541 w 571"/>
                <a:gd name="T67" fmla="*/ 4 h 550"/>
                <a:gd name="T68" fmla="*/ 557 w 571"/>
                <a:gd name="T69" fmla="*/ 14 h 550"/>
                <a:gd name="T70" fmla="*/ 567 w 571"/>
                <a:gd name="T71" fmla="*/ 30 h 550"/>
                <a:gd name="T72" fmla="*/ 571 w 571"/>
                <a:gd name="T73" fmla="*/ 49 h 550"/>
                <a:gd name="T74" fmla="*/ 571 w 571"/>
                <a:gd name="T75" fmla="*/ 306 h 550"/>
                <a:gd name="T76" fmla="*/ 567 w 571"/>
                <a:gd name="T77" fmla="*/ 358 h 550"/>
                <a:gd name="T78" fmla="*/ 557 w 571"/>
                <a:gd name="T79" fmla="*/ 402 h 550"/>
                <a:gd name="T80" fmla="*/ 540 w 571"/>
                <a:gd name="T81" fmla="*/ 442 h 550"/>
                <a:gd name="T82" fmla="*/ 513 w 571"/>
                <a:gd name="T83" fmla="*/ 475 h 550"/>
                <a:gd name="T84" fmla="*/ 482 w 571"/>
                <a:gd name="T85" fmla="*/ 501 h 550"/>
                <a:gd name="T86" fmla="*/ 444 w 571"/>
                <a:gd name="T87" fmla="*/ 522 h 550"/>
                <a:gd name="T88" fmla="*/ 398 w 571"/>
                <a:gd name="T89" fmla="*/ 538 h 550"/>
                <a:gd name="T90" fmla="*/ 346 w 571"/>
                <a:gd name="T91" fmla="*/ 547 h 550"/>
                <a:gd name="T92" fmla="*/ 286 w 571"/>
                <a:gd name="T93" fmla="*/ 550 h 550"/>
                <a:gd name="T94" fmla="*/ 225 w 571"/>
                <a:gd name="T95" fmla="*/ 547 h 550"/>
                <a:gd name="T96" fmla="*/ 173 w 571"/>
                <a:gd name="T97" fmla="*/ 538 h 550"/>
                <a:gd name="T98" fmla="*/ 128 w 571"/>
                <a:gd name="T99" fmla="*/ 522 h 550"/>
                <a:gd name="T100" fmla="*/ 89 w 571"/>
                <a:gd name="T101" fmla="*/ 501 h 550"/>
                <a:gd name="T102" fmla="*/ 58 w 571"/>
                <a:gd name="T103" fmla="*/ 475 h 550"/>
                <a:gd name="T104" fmla="*/ 32 w 571"/>
                <a:gd name="T105" fmla="*/ 442 h 550"/>
                <a:gd name="T106" fmla="*/ 14 w 571"/>
                <a:gd name="T107" fmla="*/ 402 h 550"/>
                <a:gd name="T108" fmla="*/ 4 w 571"/>
                <a:gd name="T109" fmla="*/ 358 h 550"/>
                <a:gd name="T110" fmla="*/ 0 w 571"/>
                <a:gd name="T111" fmla="*/ 306 h 550"/>
                <a:gd name="T112" fmla="*/ 0 w 571"/>
                <a:gd name="T113" fmla="*/ 49 h 550"/>
                <a:gd name="T114" fmla="*/ 4 w 571"/>
                <a:gd name="T115" fmla="*/ 30 h 550"/>
                <a:gd name="T116" fmla="*/ 14 w 571"/>
                <a:gd name="T117" fmla="*/ 14 h 550"/>
                <a:gd name="T118" fmla="*/ 30 w 571"/>
                <a:gd name="T119" fmla="*/ 4 h 550"/>
                <a:gd name="T120" fmla="*/ 49 w 571"/>
                <a:gd name="T121" fmla="*/ 0 h 5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571" h="550">
                  <a:moveTo>
                    <a:pt x="49" y="0"/>
                  </a:moveTo>
                  <a:lnTo>
                    <a:pt x="68" y="4"/>
                  </a:lnTo>
                  <a:lnTo>
                    <a:pt x="84" y="14"/>
                  </a:lnTo>
                  <a:lnTo>
                    <a:pt x="94" y="30"/>
                  </a:lnTo>
                  <a:lnTo>
                    <a:pt x="98" y="49"/>
                  </a:lnTo>
                  <a:lnTo>
                    <a:pt x="98" y="299"/>
                  </a:lnTo>
                  <a:lnTo>
                    <a:pt x="98" y="320"/>
                  </a:lnTo>
                  <a:lnTo>
                    <a:pt x="101" y="342"/>
                  </a:lnTo>
                  <a:lnTo>
                    <a:pt x="105" y="363"/>
                  </a:lnTo>
                  <a:lnTo>
                    <a:pt x="112" y="384"/>
                  </a:lnTo>
                  <a:lnTo>
                    <a:pt x="122" y="403"/>
                  </a:lnTo>
                  <a:lnTo>
                    <a:pt x="136" y="421"/>
                  </a:lnTo>
                  <a:lnTo>
                    <a:pt x="156" y="437"/>
                  </a:lnTo>
                  <a:lnTo>
                    <a:pt x="180" y="449"/>
                  </a:lnTo>
                  <a:lnTo>
                    <a:pt x="208" y="459"/>
                  </a:lnTo>
                  <a:lnTo>
                    <a:pt x="245" y="464"/>
                  </a:lnTo>
                  <a:lnTo>
                    <a:pt x="286" y="466"/>
                  </a:lnTo>
                  <a:lnTo>
                    <a:pt x="328" y="464"/>
                  </a:lnTo>
                  <a:lnTo>
                    <a:pt x="363" y="459"/>
                  </a:lnTo>
                  <a:lnTo>
                    <a:pt x="391" y="449"/>
                  </a:lnTo>
                  <a:lnTo>
                    <a:pt x="416" y="437"/>
                  </a:lnTo>
                  <a:lnTo>
                    <a:pt x="435" y="421"/>
                  </a:lnTo>
                  <a:lnTo>
                    <a:pt x="449" y="403"/>
                  </a:lnTo>
                  <a:lnTo>
                    <a:pt x="459" y="384"/>
                  </a:lnTo>
                  <a:lnTo>
                    <a:pt x="466" y="363"/>
                  </a:lnTo>
                  <a:lnTo>
                    <a:pt x="470" y="342"/>
                  </a:lnTo>
                  <a:lnTo>
                    <a:pt x="473" y="320"/>
                  </a:lnTo>
                  <a:lnTo>
                    <a:pt x="473" y="299"/>
                  </a:lnTo>
                  <a:lnTo>
                    <a:pt x="473" y="49"/>
                  </a:lnTo>
                  <a:lnTo>
                    <a:pt x="477" y="30"/>
                  </a:lnTo>
                  <a:lnTo>
                    <a:pt x="487" y="14"/>
                  </a:lnTo>
                  <a:lnTo>
                    <a:pt x="503" y="4"/>
                  </a:lnTo>
                  <a:lnTo>
                    <a:pt x="522" y="0"/>
                  </a:lnTo>
                  <a:lnTo>
                    <a:pt x="541" y="4"/>
                  </a:lnTo>
                  <a:lnTo>
                    <a:pt x="557" y="14"/>
                  </a:lnTo>
                  <a:lnTo>
                    <a:pt x="567" y="30"/>
                  </a:lnTo>
                  <a:lnTo>
                    <a:pt x="571" y="49"/>
                  </a:lnTo>
                  <a:lnTo>
                    <a:pt x="571" y="306"/>
                  </a:lnTo>
                  <a:lnTo>
                    <a:pt x="567" y="358"/>
                  </a:lnTo>
                  <a:lnTo>
                    <a:pt x="557" y="402"/>
                  </a:lnTo>
                  <a:lnTo>
                    <a:pt x="540" y="442"/>
                  </a:lnTo>
                  <a:lnTo>
                    <a:pt x="513" y="475"/>
                  </a:lnTo>
                  <a:lnTo>
                    <a:pt x="482" y="501"/>
                  </a:lnTo>
                  <a:lnTo>
                    <a:pt x="444" y="522"/>
                  </a:lnTo>
                  <a:lnTo>
                    <a:pt x="398" y="538"/>
                  </a:lnTo>
                  <a:lnTo>
                    <a:pt x="346" y="547"/>
                  </a:lnTo>
                  <a:lnTo>
                    <a:pt x="286" y="550"/>
                  </a:lnTo>
                  <a:lnTo>
                    <a:pt x="225" y="547"/>
                  </a:lnTo>
                  <a:lnTo>
                    <a:pt x="173" y="538"/>
                  </a:lnTo>
                  <a:lnTo>
                    <a:pt x="128" y="522"/>
                  </a:lnTo>
                  <a:lnTo>
                    <a:pt x="89" y="501"/>
                  </a:lnTo>
                  <a:lnTo>
                    <a:pt x="58" y="475"/>
                  </a:lnTo>
                  <a:lnTo>
                    <a:pt x="32" y="442"/>
                  </a:lnTo>
                  <a:lnTo>
                    <a:pt x="14" y="402"/>
                  </a:lnTo>
                  <a:lnTo>
                    <a:pt x="4" y="358"/>
                  </a:lnTo>
                  <a:lnTo>
                    <a:pt x="0" y="306"/>
                  </a:lnTo>
                  <a:lnTo>
                    <a:pt x="0" y="49"/>
                  </a:lnTo>
                  <a:lnTo>
                    <a:pt x="4" y="30"/>
                  </a:lnTo>
                  <a:lnTo>
                    <a:pt x="14" y="14"/>
                  </a:lnTo>
                  <a:lnTo>
                    <a:pt x="30" y="4"/>
                  </a:lnTo>
                  <a:lnTo>
                    <a:pt x="49"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 name="Freeform 12">
              <a:extLst>
                <a:ext uri="{FF2B5EF4-FFF2-40B4-BE49-F238E27FC236}">
                  <a16:creationId xmlns:a16="http://schemas.microsoft.com/office/drawing/2014/main" id="{EB24C6E3-9AC5-E695-8BED-7BE61A5CB631}"/>
                </a:ext>
              </a:extLst>
            </p:cNvPr>
            <p:cNvSpPr>
              <a:spLocks noEditPoints="1"/>
            </p:cNvSpPr>
            <p:nvPr userDrawn="1"/>
          </p:nvSpPr>
          <p:spPr bwMode="auto">
            <a:xfrm>
              <a:off x="8321678" y="705011"/>
              <a:ext cx="148448" cy="144669"/>
            </a:xfrm>
            <a:custGeom>
              <a:avLst/>
              <a:gdLst>
                <a:gd name="T0" fmla="*/ 96 w 550"/>
                <a:gd name="T1" fmla="*/ 79 h 536"/>
                <a:gd name="T2" fmla="*/ 96 w 550"/>
                <a:gd name="T3" fmla="*/ 241 h 536"/>
                <a:gd name="T4" fmla="*/ 307 w 550"/>
                <a:gd name="T5" fmla="*/ 241 h 536"/>
                <a:gd name="T6" fmla="*/ 342 w 550"/>
                <a:gd name="T7" fmla="*/ 241 h 536"/>
                <a:gd name="T8" fmla="*/ 372 w 550"/>
                <a:gd name="T9" fmla="*/ 238 h 536"/>
                <a:gd name="T10" fmla="*/ 398 w 550"/>
                <a:gd name="T11" fmla="*/ 231 h 536"/>
                <a:gd name="T12" fmla="*/ 417 w 550"/>
                <a:gd name="T13" fmla="*/ 222 h 536"/>
                <a:gd name="T14" fmla="*/ 431 w 550"/>
                <a:gd name="T15" fmla="*/ 206 h 536"/>
                <a:gd name="T16" fmla="*/ 440 w 550"/>
                <a:gd name="T17" fmla="*/ 187 h 536"/>
                <a:gd name="T18" fmla="*/ 443 w 550"/>
                <a:gd name="T19" fmla="*/ 161 h 536"/>
                <a:gd name="T20" fmla="*/ 440 w 550"/>
                <a:gd name="T21" fmla="*/ 135 h 536"/>
                <a:gd name="T22" fmla="*/ 431 w 550"/>
                <a:gd name="T23" fmla="*/ 114 h 536"/>
                <a:gd name="T24" fmla="*/ 417 w 550"/>
                <a:gd name="T25" fmla="*/ 100 h 536"/>
                <a:gd name="T26" fmla="*/ 398 w 550"/>
                <a:gd name="T27" fmla="*/ 89 h 536"/>
                <a:gd name="T28" fmla="*/ 372 w 550"/>
                <a:gd name="T29" fmla="*/ 84 h 536"/>
                <a:gd name="T30" fmla="*/ 342 w 550"/>
                <a:gd name="T31" fmla="*/ 80 h 536"/>
                <a:gd name="T32" fmla="*/ 307 w 550"/>
                <a:gd name="T33" fmla="*/ 79 h 536"/>
                <a:gd name="T34" fmla="*/ 96 w 550"/>
                <a:gd name="T35" fmla="*/ 79 h 536"/>
                <a:gd name="T36" fmla="*/ 0 w 550"/>
                <a:gd name="T37" fmla="*/ 0 h 536"/>
                <a:gd name="T38" fmla="*/ 323 w 550"/>
                <a:gd name="T39" fmla="*/ 0 h 536"/>
                <a:gd name="T40" fmla="*/ 377 w 550"/>
                <a:gd name="T41" fmla="*/ 2 h 536"/>
                <a:gd name="T42" fmla="*/ 422 w 550"/>
                <a:gd name="T43" fmla="*/ 9 h 536"/>
                <a:gd name="T44" fmla="*/ 459 w 550"/>
                <a:gd name="T45" fmla="*/ 19 h 536"/>
                <a:gd name="T46" fmla="*/ 489 w 550"/>
                <a:gd name="T47" fmla="*/ 37 h 536"/>
                <a:gd name="T48" fmla="*/ 511 w 550"/>
                <a:gd name="T49" fmla="*/ 58 h 536"/>
                <a:gd name="T50" fmla="*/ 527 w 550"/>
                <a:gd name="T51" fmla="*/ 86 h 536"/>
                <a:gd name="T52" fmla="*/ 537 w 550"/>
                <a:gd name="T53" fmla="*/ 119 h 536"/>
                <a:gd name="T54" fmla="*/ 539 w 550"/>
                <a:gd name="T55" fmla="*/ 157 h 536"/>
                <a:gd name="T56" fmla="*/ 537 w 550"/>
                <a:gd name="T57" fmla="*/ 194 h 536"/>
                <a:gd name="T58" fmla="*/ 527 w 550"/>
                <a:gd name="T59" fmla="*/ 225 h 536"/>
                <a:gd name="T60" fmla="*/ 513 w 550"/>
                <a:gd name="T61" fmla="*/ 252 h 536"/>
                <a:gd name="T62" fmla="*/ 494 w 550"/>
                <a:gd name="T63" fmla="*/ 272 h 536"/>
                <a:gd name="T64" fmla="*/ 471 w 550"/>
                <a:gd name="T65" fmla="*/ 290 h 536"/>
                <a:gd name="T66" fmla="*/ 447 w 550"/>
                <a:gd name="T67" fmla="*/ 302 h 536"/>
                <a:gd name="T68" fmla="*/ 419 w 550"/>
                <a:gd name="T69" fmla="*/ 311 h 536"/>
                <a:gd name="T70" fmla="*/ 393 w 550"/>
                <a:gd name="T71" fmla="*/ 314 h 536"/>
                <a:gd name="T72" fmla="*/ 384 w 550"/>
                <a:gd name="T73" fmla="*/ 314 h 536"/>
                <a:gd name="T74" fmla="*/ 550 w 550"/>
                <a:gd name="T75" fmla="*/ 536 h 536"/>
                <a:gd name="T76" fmla="*/ 431 w 550"/>
                <a:gd name="T77" fmla="*/ 536 h 536"/>
                <a:gd name="T78" fmla="*/ 274 w 550"/>
                <a:gd name="T79" fmla="*/ 323 h 536"/>
                <a:gd name="T80" fmla="*/ 272 w 550"/>
                <a:gd name="T81" fmla="*/ 321 h 536"/>
                <a:gd name="T82" fmla="*/ 96 w 550"/>
                <a:gd name="T83" fmla="*/ 321 h 536"/>
                <a:gd name="T84" fmla="*/ 96 w 550"/>
                <a:gd name="T85" fmla="*/ 536 h 536"/>
                <a:gd name="T86" fmla="*/ 0 w 550"/>
                <a:gd name="T87" fmla="*/ 536 h 536"/>
                <a:gd name="T88" fmla="*/ 0 w 550"/>
                <a:gd name="T8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50" h="536">
                  <a:moveTo>
                    <a:pt x="96" y="79"/>
                  </a:moveTo>
                  <a:lnTo>
                    <a:pt x="96" y="241"/>
                  </a:lnTo>
                  <a:lnTo>
                    <a:pt x="307" y="241"/>
                  </a:lnTo>
                  <a:lnTo>
                    <a:pt x="342" y="241"/>
                  </a:lnTo>
                  <a:lnTo>
                    <a:pt x="372" y="238"/>
                  </a:lnTo>
                  <a:lnTo>
                    <a:pt x="398" y="231"/>
                  </a:lnTo>
                  <a:lnTo>
                    <a:pt x="417" y="222"/>
                  </a:lnTo>
                  <a:lnTo>
                    <a:pt x="431" y="206"/>
                  </a:lnTo>
                  <a:lnTo>
                    <a:pt x="440" y="187"/>
                  </a:lnTo>
                  <a:lnTo>
                    <a:pt x="443" y="161"/>
                  </a:lnTo>
                  <a:lnTo>
                    <a:pt x="440" y="135"/>
                  </a:lnTo>
                  <a:lnTo>
                    <a:pt x="431" y="114"/>
                  </a:lnTo>
                  <a:lnTo>
                    <a:pt x="417" y="100"/>
                  </a:lnTo>
                  <a:lnTo>
                    <a:pt x="398" y="89"/>
                  </a:lnTo>
                  <a:lnTo>
                    <a:pt x="372" y="84"/>
                  </a:lnTo>
                  <a:lnTo>
                    <a:pt x="342" y="80"/>
                  </a:lnTo>
                  <a:lnTo>
                    <a:pt x="307" y="79"/>
                  </a:lnTo>
                  <a:lnTo>
                    <a:pt x="96" y="79"/>
                  </a:lnTo>
                  <a:close/>
                  <a:moveTo>
                    <a:pt x="0" y="0"/>
                  </a:moveTo>
                  <a:lnTo>
                    <a:pt x="323" y="0"/>
                  </a:lnTo>
                  <a:lnTo>
                    <a:pt x="377" y="2"/>
                  </a:lnTo>
                  <a:lnTo>
                    <a:pt x="422" y="9"/>
                  </a:lnTo>
                  <a:lnTo>
                    <a:pt x="459" y="19"/>
                  </a:lnTo>
                  <a:lnTo>
                    <a:pt x="489" y="37"/>
                  </a:lnTo>
                  <a:lnTo>
                    <a:pt x="511" y="58"/>
                  </a:lnTo>
                  <a:lnTo>
                    <a:pt x="527" y="86"/>
                  </a:lnTo>
                  <a:lnTo>
                    <a:pt x="537" y="119"/>
                  </a:lnTo>
                  <a:lnTo>
                    <a:pt x="539" y="157"/>
                  </a:lnTo>
                  <a:lnTo>
                    <a:pt x="537" y="194"/>
                  </a:lnTo>
                  <a:lnTo>
                    <a:pt x="527" y="225"/>
                  </a:lnTo>
                  <a:lnTo>
                    <a:pt x="513" y="252"/>
                  </a:lnTo>
                  <a:lnTo>
                    <a:pt x="494" y="272"/>
                  </a:lnTo>
                  <a:lnTo>
                    <a:pt x="471" y="290"/>
                  </a:lnTo>
                  <a:lnTo>
                    <a:pt x="447" y="302"/>
                  </a:lnTo>
                  <a:lnTo>
                    <a:pt x="419" y="311"/>
                  </a:lnTo>
                  <a:lnTo>
                    <a:pt x="393" y="314"/>
                  </a:lnTo>
                  <a:lnTo>
                    <a:pt x="384" y="314"/>
                  </a:lnTo>
                  <a:lnTo>
                    <a:pt x="550" y="536"/>
                  </a:lnTo>
                  <a:lnTo>
                    <a:pt x="431" y="536"/>
                  </a:lnTo>
                  <a:lnTo>
                    <a:pt x="274" y="323"/>
                  </a:lnTo>
                  <a:lnTo>
                    <a:pt x="272" y="321"/>
                  </a:lnTo>
                  <a:lnTo>
                    <a:pt x="96" y="321"/>
                  </a:lnTo>
                  <a:lnTo>
                    <a:pt x="96" y="536"/>
                  </a:lnTo>
                  <a:lnTo>
                    <a:pt x="0" y="536"/>
                  </a:lnTo>
                  <a:lnTo>
                    <a:pt x="0"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 name="Freeform 13">
              <a:extLst>
                <a:ext uri="{FF2B5EF4-FFF2-40B4-BE49-F238E27FC236}">
                  <a16:creationId xmlns:a16="http://schemas.microsoft.com/office/drawing/2014/main" id="{47756FA6-C29B-BFEB-7653-543BD807F2D1}"/>
                </a:ext>
              </a:extLst>
            </p:cNvPr>
            <p:cNvSpPr>
              <a:spLocks/>
            </p:cNvSpPr>
            <p:nvPr userDrawn="1"/>
          </p:nvSpPr>
          <p:spPr bwMode="auto">
            <a:xfrm>
              <a:off x="8507374" y="705011"/>
              <a:ext cx="131714" cy="144669"/>
            </a:xfrm>
            <a:custGeom>
              <a:avLst/>
              <a:gdLst>
                <a:gd name="T0" fmla="*/ 0 w 488"/>
                <a:gd name="T1" fmla="*/ 0 h 536"/>
                <a:gd name="T2" fmla="*/ 438 w 488"/>
                <a:gd name="T3" fmla="*/ 0 h 536"/>
                <a:gd name="T4" fmla="*/ 453 w 488"/>
                <a:gd name="T5" fmla="*/ 2 h 536"/>
                <a:gd name="T6" fmla="*/ 467 w 488"/>
                <a:gd name="T7" fmla="*/ 12 h 536"/>
                <a:gd name="T8" fmla="*/ 476 w 488"/>
                <a:gd name="T9" fmla="*/ 25 h 536"/>
                <a:gd name="T10" fmla="*/ 480 w 488"/>
                <a:gd name="T11" fmla="*/ 40 h 536"/>
                <a:gd name="T12" fmla="*/ 476 w 488"/>
                <a:gd name="T13" fmla="*/ 56 h 536"/>
                <a:gd name="T14" fmla="*/ 467 w 488"/>
                <a:gd name="T15" fmla="*/ 70 h 536"/>
                <a:gd name="T16" fmla="*/ 453 w 488"/>
                <a:gd name="T17" fmla="*/ 79 h 536"/>
                <a:gd name="T18" fmla="*/ 438 w 488"/>
                <a:gd name="T19" fmla="*/ 82 h 536"/>
                <a:gd name="T20" fmla="*/ 97 w 488"/>
                <a:gd name="T21" fmla="*/ 82 h 536"/>
                <a:gd name="T22" fmla="*/ 97 w 488"/>
                <a:gd name="T23" fmla="*/ 218 h 536"/>
                <a:gd name="T24" fmla="*/ 333 w 488"/>
                <a:gd name="T25" fmla="*/ 218 h 536"/>
                <a:gd name="T26" fmla="*/ 349 w 488"/>
                <a:gd name="T27" fmla="*/ 222 h 536"/>
                <a:gd name="T28" fmla="*/ 361 w 488"/>
                <a:gd name="T29" fmla="*/ 231 h 536"/>
                <a:gd name="T30" fmla="*/ 370 w 488"/>
                <a:gd name="T31" fmla="*/ 243 h 536"/>
                <a:gd name="T32" fmla="*/ 373 w 488"/>
                <a:gd name="T33" fmla="*/ 259 h 536"/>
                <a:gd name="T34" fmla="*/ 370 w 488"/>
                <a:gd name="T35" fmla="*/ 276 h 536"/>
                <a:gd name="T36" fmla="*/ 361 w 488"/>
                <a:gd name="T37" fmla="*/ 288 h 536"/>
                <a:gd name="T38" fmla="*/ 349 w 488"/>
                <a:gd name="T39" fmla="*/ 297 h 536"/>
                <a:gd name="T40" fmla="*/ 333 w 488"/>
                <a:gd name="T41" fmla="*/ 300 h 536"/>
                <a:gd name="T42" fmla="*/ 97 w 488"/>
                <a:gd name="T43" fmla="*/ 300 h 536"/>
                <a:gd name="T44" fmla="*/ 97 w 488"/>
                <a:gd name="T45" fmla="*/ 454 h 536"/>
                <a:gd name="T46" fmla="*/ 446 w 488"/>
                <a:gd name="T47" fmla="*/ 454 h 536"/>
                <a:gd name="T48" fmla="*/ 464 w 488"/>
                <a:gd name="T49" fmla="*/ 457 h 536"/>
                <a:gd name="T50" fmla="*/ 476 w 488"/>
                <a:gd name="T51" fmla="*/ 466 h 536"/>
                <a:gd name="T52" fmla="*/ 485 w 488"/>
                <a:gd name="T53" fmla="*/ 478 h 536"/>
                <a:gd name="T54" fmla="*/ 488 w 488"/>
                <a:gd name="T55" fmla="*/ 494 h 536"/>
                <a:gd name="T56" fmla="*/ 485 w 488"/>
                <a:gd name="T57" fmla="*/ 512 h 536"/>
                <a:gd name="T58" fmla="*/ 476 w 488"/>
                <a:gd name="T59" fmla="*/ 524 h 536"/>
                <a:gd name="T60" fmla="*/ 464 w 488"/>
                <a:gd name="T61" fmla="*/ 533 h 536"/>
                <a:gd name="T62" fmla="*/ 446 w 488"/>
                <a:gd name="T63" fmla="*/ 536 h 536"/>
                <a:gd name="T64" fmla="*/ 0 w 488"/>
                <a:gd name="T65" fmla="*/ 536 h 536"/>
                <a:gd name="T66" fmla="*/ 0 w 488"/>
                <a:gd name="T6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88" h="536">
                  <a:moveTo>
                    <a:pt x="0" y="0"/>
                  </a:moveTo>
                  <a:lnTo>
                    <a:pt x="438" y="0"/>
                  </a:lnTo>
                  <a:lnTo>
                    <a:pt x="453" y="2"/>
                  </a:lnTo>
                  <a:lnTo>
                    <a:pt x="467" y="12"/>
                  </a:lnTo>
                  <a:lnTo>
                    <a:pt x="476" y="25"/>
                  </a:lnTo>
                  <a:lnTo>
                    <a:pt x="480" y="40"/>
                  </a:lnTo>
                  <a:lnTo>
                    <a:pt x="476" y="56"/>
                  </a:lnTo>
                  <a:lnTo>
                    <a:pt x="467" y="70"/>
                  </a:lnTo>
                  <a:lnTo>
                    <a:pt x="453" y="79"/>
                  </a:lnTo>
                  <a:lnTo>
                    <a:pt x="438" y="82"/>
                  </a:lnTo>
                  <a:lnTo>
                    <a:pt x="97" y="82"/>
                  </a:lnTo>
                  <a:lnTo>
                    <a:pt x="97" y="218"/>
                  </a:lnTo>
                  <a:lnTo>
                    <a:pt x="333" y="218"/>
                  </a:lnTo>
                  <a:lnTo>
                    <a:pt x="349" y="222"/>
                  </a:lnTo>
                  <a:lnTo>
                    <a:pt x="361" y="231"/>
                  </a:lnTo>
                  <a:lnTo>
                    <a:pt x="370" y="243"/>
                  </a:lnTo>
                  <a:lnTo>
                    <a:pt x="373" y="259"/>
                  </a:lnTo>
                  <a:lnTo>
                    <a:pt x="370" y="276"/>
                  </a:lnTo>
                  <a:lnTo>
                    <a:pt x="361" y="288"/>
                  </a:lnTo>
                  <a:lnTo>
                    <a:pt x="349" y="297"/>
                  </a:lnTo>
                  <a:lnTo>
                    <a:pt x="333" y="300"/>
                  </a:lnTo>
                  <a:lnTo>
                    <a:pt x="97" y="300"/>
                  </a:lnTo>
                  <a:lnTo>
                    <a:pt x="97" y="454"/>
                  </a:lnTo>
                  <a:lnTo>
                    <a:pt x="446" y="454"/>
                  </a:lnTo>
                  <a:lnTo>
                    <a:pt x="464" y="457"/>
                  </a:lnTo>
                  <a:lnTo>
                    <a:pt x="476" y="466"/>
                  </a:lnTo>
                  <a:lnTo>
                    <a:pt x="485" y="478"/>
                  </a:lnTo>
                  <a:lnTo>
                    <a:pt x="488" y="494"/>
                  </a:lnTo>
                  <a:lnTo>
                    <a:pt x="485" y="512"/>
                  </a:lnTo>
                  <a:lnTo>
                    <a:pt x="476" y="524"/>
                  </a:lnTo>
                  <a:lnTo>
                    <a:pt x="464" y="533"/>
                  </a:lnTo>
                  <a:lnTo>
                    <a:pt x="446" y="536"/>
                  </a:lnTo>
                  <a:lnTo>
                    <a:pt x="0" y="536"/>
                  </a:lnTo>
                  <a:lnTo>
                    <a:pt x="0"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2" name="Freeform 14">
              <a:extLst>
                <a:ext uri="{FF2B5EF4-FFF2-40B4-BE49-F238E27FC236}">
                  <a16:creationId xmlns:a16="http://schemas.microsoft.com/office/drawing/2014/main" id="{38A89EE8-B866-AAED-26C2-BE18B4FBF047}"/>
                </a:ext>
              </a:extLst>
            </p:cNvPr>
            <p:cNvSpPr>
              <a:spLocks/>
            </p:cNvSpPr>
            <p:nvPr userDrawn="1"/>
          </p:nvSpPr>
          <p:spPr bwMode="auto">
            <a:xfrm>
              <a:off x="7785916" y="618911"/>
              <a:ext cx="25911" cy="24831"/>
            </a:xfrm>
            <a:custGeom>
              <a:avLst/>
              <a:gdLst>
                <a:gd name="T0" fmla="*/ 51 w 96"/>
                <a:gd name="T1" fmla="*/ 0 h 92"/>
                <a:gd name="T2" fmla="*/ 53 w 96"/>
                <a:gd name="T3" fmla="*/ 0 h 92"/>
                <a:gd name="T4" fmla="*/ 70 w 96"/>
                <a:gd name="T5" fmla="*/ 5 h 92"/>
                <a:gd name="T6" fmla="*/ 84 w 96"/>
                <a:gd name="T7" fmla="*/ 15 h 92"/>
                <a:gd name="T8" fmla="*/ 93 w 96"/>
                <a:gd name="T9" fmla="*/ 31 h 92"/>
                <a:gd name="T10" fmla="*/ 96 w 96"/>
                <a:gd name="T11" fmla="*/ 49 h 92"/>
                <a:gd name="T12" fmla="*/ 91 w 96"/>
                <a:gd name="T13" fmla="*/ 66 h 92"/>
                <a:gd name="T14" fmla="*/ 81 w 96"/>
                <a:gd name="T15" fmla="*/ 80 h 92"/>
                <a:gd name="T16" fmla="*/ 65 w 96"/>
                <a:gd name="T17" fmla="*/ 91 h 92"/>
                <a:gd name="T18" fmla="*/ 47 w 96"/>
                <a:gd name="T19" fmla="*/ 92 h 92"/>
                <a:gd name="T20" fmla="*/ 44 w 96"/>
                <a:gd name="T21" fmla="*/ 92 h 92"/>
                <a:gd name="T22" fmla="*/ 26 w 96"/>
                <a:gd name="T23" fmla="*/ 87 h 92"/>
                <a:gd name="T24" fmla="*/ 12 w 96"/>
                <a:gd name="T25" fmla="*/ 77 h 92"/>
                <a:gd name="T26" fmla="*/ 4 w 96"/>
                <a:gd name="T27" fmla="*/ 61 h 92"/>
                <a:gd name="T28" fmla="*/ 0 w 96"/>
                <a:gd name="T29" fmla="*/ 43 h 92"/>
                <a:gd name="T30" fmla="*/ 5 w 96"/>
                <a:gd name="T31" fmla="*/ 26 h 92"/>
                <a:gd name="T32" fmla="*/ 16 w 96"/>
                <a:gd name="T33" fmla="*/ 12 h 92"/>
                <a:gd name="T34" fmla="*/ 32 w 96"/>
                <a:gd name="T35" fmla="*/ 2 h 92"/>
                <a:gd name="T36" fmla="*/ 51 w 96"/>
                <a:gd name="T37" fmla="*/ 0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6" h="92">
                  <a:moveTo>
                    <a:pt x="51" y="0"/>
                  </a:moveTo>
                  <a:lnTo>
                    <a:pt x="53" y="0"/>
                  </a:lnTo>
                  <a:lnTo>
                    <a:pt x="70" y="5"/>
                  </a:lnTo>
                  <a:lnTo>
                    <a:pt x="84" y="15"/>
                  </a:lnTo>
                  <a:lnTo>
                    <a:pt x="93" y="31"/>
                  </a:lnTo>
                  <a:lnTo>
                    <a:pt x="96" y="49"/>
                  </a:lnTo>
                  <a:lnTo>
                    <a:pt x="91" y="66"/>
                  </a:lnTo>
                  <a:lnTo>
                    <a:pt x="81" y="80"/>
                  </a:lnTo>
                  <a:lnTo>
                    <a:pt x="65" y="91"/>
                  </a:lnTo>
                  <a:lnTo>
                    <a:pt x="47" y="92"/>
                  </a:lnTo>
                  <a:lnTo>
                    <a:pt x="44" y="92"/>
                  </a:lnTo>
                  <a:lnTo>
                    <a:pt x="26" y="87"/>
                  </a:lnTo>
                  <a:lnTo>
                    <a:pt x="12" y="77"/>
                  </a:lnTo>
                  <a:lnTo>
                    <a:pt x="4" y="61"/>
                  </a:lnTo>
                  <a:lnTo>
                    <a:pt x="0" y="43"/>
                  </a:lnTo>
                  <a:lnTo>
                    <a:pt x="5" y="26"/>
                  </a:lnTo>
                  <a:lnTo>
                    <a:pt x="16" y="12"/>
                  </a:lnTo>
                  <a:lnTo>
                    <a:pt x="32" y="2"/>
                  </a:lnTo>
                  <a:lnTo>
                    <a:pt x="51"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3" name="Freeform 15">
              <a:extLst>
                <a:ext uri="{FF2B5EF4-FFF2-40B4-BE49-F238E27FC236}">
                  <a16:creationId xmlns:a16="http://schemas.microsoft.com/office/drawing/2014/main" id="{5DB3E0E0-34C3-52AE-7CD3-F1AB984B2625}"/>
                </a:ext>
              </a:extLst>
            </p:cNvPr>
            <p:cNvSpPr>
              <a:spLocks/>
            </p:cNvSpPr>
            <p:nvPr userDrawn="1"/>
          </p:nvSpPr>
          <p:spPr bwMode="auto">
            <a:xfrm>
              <a:off x="7868507" y="539289"/>
              <a:ext cx="37247" cy="44804"/>
            </a:xfrm>
            <a:custGeom>
              <a:avLst/>
              <a:gdLst>
                <a:gd name="T0" fmla="*/ 40 w 138"/>
                <a:gd name="T1" fmla="*/ 0 h 166"/>
                <a:gd name="T2" fmla="*/ 57 w 138"/>
                <a:gd name="T3" fmla="*/ 2 h 166"/>
                <a:gd name="T4" fmla="*/ 73 w 138"/>
                <a:gd name="T5" fmla="*/ 9 h 166"/>
                <a:gd name="T6" fmla="*/ 85 w 138"/>
                <a:gd name="T7" fmla="*/ 22 h 166"/>
                <a:gd name="T8" fmla="*/ 132 w 138"/>
                <a:gd name="T9" fmla="*/ 96 h 166"/>
                <a:gd name="T10" fmla="*/ 138 w 138"/>
                <a:gd name="T11" fmla="*/ 113 h 166"/>
                <a:gd name="T12" fmla="*/ 138 w 138"/>
                <a:gd name="T13" fmla="*/ 131 h 166"/>
                <a:gd name="T14" fmla="*/ 129 w 138"/>
                <a:gd name="T15" fmla="*/ 146 h 166"/>
                <a:gd name="T16" fmla="*/ 115 w 138"/>
                <a:gd name="T17" fmla="*/ 159 h 166"/>
                <a:gd name="T18" fmla="*/ 99 w 138"/>
                <a:gd name="T19" fmla="*/ 166 h 166"/>
                <a:gd name="T20" fmla="*/ 80 w 138"/>
                <a:gd name="T21" fmla="*/ 164 h 166"/>
                <a:gd name="T22" fmla="*/ 64 w 138"/>
                <a:gd name="T23" fmla="*/ 157 h 166"/>
                <a:gd name="T24" fmla="*/ 52 w 138"/>
                <a:gd name="T25" fmla="*/ 143 h 166"/>
                <a:gd name="T26" fmla="*/ 5 w 138"/>
                <a:gd name="T27" fmla="*/ 70 h 166"/>
                <a:gd name="T28" fmla="*/ 0 w 138"/>
                <a:gd name="T29" fmla="*/ 52 h 166"/>
                <a:gd name="T30" fmla="*/ 0 w 138"/>
                <a:gd name="T31" fmla="*/ 35 h 166"/>
                <a:gd name="T32" fmla="*/ 8 w 138"/>
                <a:gd name="T33" fmla="*/ 17 h 166"/>
                <a:gd name="T34" fmla="*/ 22 w 138"/>
                <a:gd name="T35" fmla="*/ 7 h 166"/>
                <a:gd name="T36" fmla="*/ 40 w 138"/>
                <a:gd name="T37" fmla="*/ 0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38" h="166">
                  <a:moveTo>
                    <a:pt x="40" y="0"/>
                  </a:moveTo>
                  <a:lnTo>
                    <a:pt x="57" y="2"/>
                  </a:lnTo>
                  <a:lnTo>
                    <a:pt x="73" y="9"/>
                  </a:lnTo>
                  <a:lnTo>
                    <a:pt x="85" y="22"/>
                  </a:lnTo>
                  <a:lnTo>
                    <a:pt x="132" y="96"/>
                  </a:lnTo>
                  <a:lnTo>
                    <a:pt x="138" y="113"/>
                  </a:lnTo>
                  <a:lnTo>
                    <a:pt x="138" y="131"/>
                  </a:lnTo>
                  <a:lnTo>
                    <a:pt x="129" y="146"/>
                  </a:lnTo>
                  <a:lnTo>
                    <a:pt x="115" y="159"/>
                  </a:lnTo>
                  <a:lnTo>
                    <a:pt x="99" y="166"/>
                  </a:lnTo>
                  <a:lnTo>
                    <a:pt x="80" y="164"/>
                  </a:lnTo>
                  <a:lnTo>
                    <a:pt x="64" y="157"/>
                  </a:lnTo>
                  <a:lnTo>
                    <a:pt x="52" y="143"/>
                  </a:lnTo>
                  <a:lnTo>
                    <a:pt x="5" y="70"/>
                  </a:lnTo>
                  <a:lnTo>
                    <a:pt x="0" y="52"/>
                  </a:lnTo>
                  <a:lnTo>
                    <a:pt x="0" y="35"/>
                  </a:lnTo>
                  <a:lnTo>
                    <a:pt x="8" y="17"/>
                  </a:lnTo>
                  <a:lnTo>
                    <a:pt x="22" y="7"/>
                  </a:lnTo>
                  <a:lnTo>
                    <a:pt x="40"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4" name="Freeform 16">
              <a:extLst>
                <a:ext uri="{FF2B5EF4-FFF2-40B4-BE49-F238E27FC236}">
                  <a16:creationId xmlns:a16="http://schemas.microsoft.com/office/drawing/2014/main" id="{F6622341-E269-B3DE-12CB-68A866A7FB21}"/>
                </a:ext>
              </a:extLst>
            </p:cNvPr>
            <p:cNvSpPr>
              <a:spLocks/>
            </p:cNvSpPr>
            <p:nvPr userDrawn="1"/>
          </p:nvSpPr>
          <p:spPr bwMode="auto">
            <a:xfrm>
              <a:off x="7965403" y="477481"/>
              <a:ext cx="37787" cy="69366"/>
            </a:xfrm>
            <a:custGeom>
              <a:avLst/>
              <a:gdLst>
                <a:gd name="T0" fmla="*/ 53 w 140"/>
                <a:gd name="T1" fmla="*/ 0 h 257"/>
                <a:gd name="T2" fmla="*/ 68 w 140"/>
                <a:gd name="T3" fmla="*/ 7 h 257"/>
                <a:gd name="T4" fmla="*/ 82 w 140"/>
                <a:gd name="T5" fmla="*/ 19 h 257"/>
                <a:gd name="T6" fmla="*/ 89 w 140"/>
                <a:gd name="T7" fmla="*/ 35 h 257"/>
                <a:gd name="T8" fmla="*/ 140 w 140"/>
                <a:gd name="T9" fmla="*/ 199 h 257"/>
                <a:gd name="T10" fmla="*/ 140 w 140"/>
                <a:gd name="T11" fmla="*/ 218 h 257"/>
                <a:gd name="T12" fmla="*/ 135 w 140"/>
                <a:gd name="T13" fmla="*/ 234 h 257"/>
                <a:gd name="T14" fmla="*/ 122 w 140"/>
                <a:gd name="T15" fmla="*/ 248 h 257"/>
                <a:gd name="T16" fmla="*/ 105 w 140"/>
                <a:gd name="T17" fmla="*/ 255 h 257"/>
                <a:gd name="T18" fmla="*/ 88 w 140"/>
                <a:gd name="T19" fmla="*/ 257 h 257"/>
                <a:gd name="T20" fmla="*/ 70 w 140"/>
                <a:gd name="T21" fmla="*/ 250 h 257"/>
                <a:gd name="T22" fmla="*/ 58 w 140"/>
                <a:gd name="T23" fmla="*/ 239 h 257"/>
                <a:gd name="T24" fmla="*/ 49 w 140"/>
                <a:gd name="T25" fmla="*/ 222 h 257"/>
                <a:gd name="T26" fmla="*/ 0 w 140"/>
                <a:gd name="T27" fmla="*/ 58 h 257"/>
                <a:gd name="T28" fmla="*/ 0 w 140"/>
                <a:gd name="T29" fmla="*/ 40 h 257"/>
                <a:gd name="T30" fmla="*/ 5 w 140"/>
                <a:gd name="T31" fmla="*/ 23 h 257"/>
                <a:gd name="T32" fmla="*/ 18 w 140"/>
                <a:gd name="T33" fmla="*/ 11 h 257"/>
                <a:gd name="T34" fmla="*/ 33 w 140"/>
                <a:gd name="T35" fmla="*/ 2 h 257"/>
                <a:gd name="T36" fmla="*/ 53 w 140"/>
                <a:gd name="T37" fmla="*/ 0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40" h="257">
                  <a:moveTo>
                    <a:pt x="53" y="0"/>
                  </a:moveTo>
                  <a:lnTo>
                    <a:pt x="68" y="7"/>
                  </a:lnTo>
                  <a:lnTo>
                    <a:pt x="82" y="19"/>
                  </a:lnTo>
                  <a:lnTo>
                    <a:pt x="89" y="35"/>
                  </a:lnTo>
                  <a:lnTo>
                    <a:pt x="140" y="199"/>
                  </a:lnTo>
                  <a:lnTo>
                    <a:pt x="140" y="218"/>
                  </a:lnTo>
                  <a:lnTo>
                    <a:pt x="135" y="234"/>
                  </a:lnTo>
                  <a:lnTo>
                    <a:pt x="122" y="248"/>
                  </a:lnTo>
                  <a:lnTo>
                    <a:pt x="105" y="255"/>
                  </a:lnTo>
                  <a:lnTo>
                    <a:pt x="88" y="257"/>
                  </a:lnTo>
                  <a:lnTo>
                    <a:pt x="70" y="250"/>
                  </a:lnTo>
                  <a:lnTo>
                    <a:pt x="58" y="239"/>
                  </a:lnTo>
                  <a:lnTo>
                    <a:pt x="49" y="222"/>
                  </a:lnTo>
                  <a:lnTo>
                    <a:pt x="0" y="58"/>
                  </a:lnTo>
                  <a:lnTo>
                    <a:pt x="0" y="40"/>
                  </a:lnTo>
                  <a:lnTo>
                    <a:pt x="5" y="23"/>
                  </a:lnTo>
                  <a:lnTo>
                    <a:pt x="18" y="11"/>
                  </a:lnTo>
                  <a:lnTo>
                    <a:pt x="33" y="2"/>
                  </a:lnTo>
                  <a:lnTo>
                    <a:pt x="53"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5" name="Freeform 17">
              <a:extLst>
                <a:ext uri="{FF2B5EF4-FFF2-40B4-BE49-F238E27FC236}">
                  <a16:creationId xmlns:a16="http://schemas.microsoft.com/office/drawing/2014/main" id="{62B18E42-6F06-C998-AC7F-4559FE8283A9}"/>
                </a:ext>
              </a:extLst>
            </p:cNvPr>
            <p:cNvSpPr>
              <a:spLocks/>
            </p:cNvSpPr>
            <p:nvPr userDrawn="1"/>
          </p:nvSpPr>
          <p:spPr bwMode="auto">
            <a:xfrm>
              <a:off x="8070936" y="427548"/>
              <a:ext cx="32119" cy="95546"/>
            </a:xfrm>
            <a:custGeom>
              <a:avLst/>
              <a:gdLst>
                <a:gd name="T0" fmla="*/ 44 w 119"/>
                <a:gd name="T1" fmla="*/ 0 h 354"/>
                <a:gd name="T2" fmla="*/ 63 w 119"/>
                <a:gd name="T3" fmla="*/ 4 h 354"/>
                <a:gd name="T4" fmla="*/ 77 w 119"/>
                <a:gd name="T5" fmla="*/ 12 h 354"/>
                <a:gd name="T6" fmla="*/ 87 w 119"/>
                <a:gd name="T7" fmla="*/ 26 h 354"/>
                <a:gd name="T8" fmla="*/ 93 w 119"/>
                <a:gd name="T9" fmla="*/ 44 h 354"/>
                <a:gd name="T10" fmla="*/ 119 w 119"/>
                <a:gd name="T11" fmla="*/ 306 h 354"/>
                <a:gd name="T12" fmla="*/ 115 w 119"/>
                <a:gd name="T13" fmla="*/ 323 h 354"/>
                <a:gd name="T14" fmla="*/ 107 w 119"/>
                <a:gd name="T15" fmla="*/ 339 h 354"/>
                <a:gd name="T16" fmla="*/ 93 w 119"/>
                <a:gd name="T17" fmla="*/ 349 h 354"/>
                <a:gd name="T18" fmla="*/ 75 w 119"/>
                <a:gd name="T19" fmla="*/ 354 h 354"/>
                <a:gd name="T20" fmla="*/ 58 w 119"/>
                <a:gd name="T21" fmla="*/ 351 h 354"/>
                <a:gd name="T22" fmla="*/ 42 w 119"/>
                <a:gd name="T23" fmla="*/ 342 h 354"/>
                <a:gd name="T24" fmla="*/ 32 w 119"/>
                <a:gd name="T25" fmla="*/ 328 h 354"/>
                <a:gd name="T26" fmla="*/ 26 w 119"/>
                <a:gd name="T27" fmla="*/ 311 h 354"/>
                <a:gd name="T28" fmla="*/ 0 w 119"/>
                <a:gd name="T29" fmla="*/ 49 h 354"/>
                <a:gd name="T30" fmla="*/ 4 w 119"/>
                <a:gd name="T31" fmla="*/ 32 h 354"/>
                <a:gd name="T32" fmla="*/ 12 w 119"/>
                <a:gd name="T33" fmla="*/ 16 h 354"/>
                <a:gd name="T34" fmla="*/ 26 w 119"/>
                <a:gd name="T35" fmla="*/ 5 h 354"/>
                <a:gd name="T36" fmla="*/ 44 w 119"/>
                <a:gd name="T37" fmla="*/ 0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9" h="354">
                  <a:moveTo>
                    <a:pt x="44" y="0"/>
                  </a:moveTo>
                  <a:lnTo>
                    <a:pt x="63" y="4"/>
                  </a:lnTo>
                  <a:lnTo>
                    <a:pt x="77" y="12"/>
                  </a:lnTo>
                  <a:lnTo>
                    <a:pt x="87" y="26"/>
                  </a:lnTo>
                  <a:lnTo>
                    <a:pt x="93" y="44"/>
                  </a:lnTo>
                  <a:lnTo>
                    <a:pt x="119" y="306"/>
                  </a:lnTo>
                  <a:lnTo>
                    <a:pt x="115" y="323"/>
                  </a:lnTo>
                  <a:lnTo>
                    <a:pt x="107" y="339"/>
                  </a:lnTo>
                  <a:lnTo>
                    <a:pt x="93" y="349"/>
                  </a:lnTo>
                  <a:lnTo>
                    <a:pt x="75" y="354"/>
                  </a:lnTo>
                  <a:lnTo>
                    <a:pt x="58" y="351"/>
                  </a:lnTo>
                  <a:lnTo>
                    <a:pt x="42" y="342"/>
                  </a:lnTo>
                  <a:lnTo>
                    <a:pt x="32" y="328"/>
                  </a:lnTo>
                  <a:lnTo>
                    <a:pt x="26" y="311"/>
                  </a:lnTo>
                  <a:lnTo>
                    <a:pt x="0" y="49"/>
                  </a:lnTo>
                  <a:lnTo>
                    <a:pt x="4" y="32"/>
                  </a:lnTo>
                  <a:lnTo>
                    <a:pt x="12" y="16"/>
                  </a:lnTo>
                  <a:lnTo>
                    <a:pt x="26" y="5"/>
                  </a:lnTo>
                  <a:lnTo>
                    <a:pt x="44"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6" name="Freeform 18">
              <a:extLst>
                <a:ext uri="{FF2B5EF4-FFF2-40B4-BE49-F238E27FC236}">
                  <a16:creationId xmlns:a16="http://schemas.microsoft.com/office/drawing/2014/main" id="{9889642E-9A28-1238-56CF-BB1CC02E4B25}"/>
                </a:ext>
              </a:extLst>
            </p:cNvPr>
            <p:cNvSpPr>
              <a:spLocks/>
            </p:cNvSpPr>
            <p:nvPr userDrawn="1"/>
          </p:nvSpPr>
          <p:spPr bwMode="auto">
            <a:xfrm>
              <a:off x="8178358" y="392731"/>
              <a:ext cx="29690" cy="119568"/>
            </a:xfrm>
            <a:custGeom>
              <a:avLst/>
              <a:gdLst>
                <a:gd name="T0" fmla="*/ 68 w 110"/>
                <a:gd name="T1" fmla="*/ 0 h 443"/>
                <a:gd name="T2" fmla="*/ 86 w 110"/>
                <a:gd name="T3" fmla="*/ 5 h 443"/>
                <a:gd name="T4" fmla="*/ 100 w 110"/>
                <a:gd name="T5" fmla="*/ 16 h 443"/>
                <a:gd name="T6" fmla="*/ 107 w 110"/>
                <a:gd name="T7" fmla="*/ 31 h 443"/>
                <a:gd name="T8" fmla="*/ 110 w 110"/>
                <a:gd name="T9" fmla="*/ 51 h 443"/>
                <a:gd name="T10" fmla="*/ 93 w 110"/>
                <a:gd name="T11" fmla="*/ 401 h 443"/>
                <a:gd name="T12" fmla="*/ 87 w 110"/>
                <a:gd name="T13" fmla="*/ 419 h 443"/>
                <a:gd name="T14" fmla="*/ 75 w 110"/>
                <a:gd name="T15" fmla="*/ 433 h 443"/>
                <a:gd name="T16" fmla="*/ 61 w 110"/>
                <a:gd name="T17" fmla="*/ 442 h 443"/>
                <a:gd name="T18" fmla="*/ 42 w 110"/>
                <a:gd name="T19" fmla="*/ 443 h 443"/>
                <a:gd name="T20" fmla="*/ 25 w 110"/>
                <a:gd name="T21" fmla="*/ 438 h 443"/>
                <a:gd name="T22" fmla="*/ 11 w 110"/>
                <a:gd name="T23" fmla="*/ 426 h 443"/>
                <a:gd name="T24" fmla="*/ 2 w 110"/>
                <a:gd name="T25" fmla="*/ 412 h 443"/>
                <a:gd name="T26" fmla="*/ 0 w 110"/>
                <a:gd name="T27" fmla="*/ 393 h 443"/>
                <a:gd name="T28" fmla="*/ 18 w 110"/>
                <a:gd name="T29" fmla="*/ 42 h 443"/>
                <a:gd name="T30" fmla="*/ 23 w 110"/>
                <a:gd name="T31" fmla="*/ 24 h 443"/>
                <a:gd name="T32" fmla="*/ 33 w 110"/>
                <a:gd name="T33" fmla="*/ 10 h 443"/>
                <a:gd name="T34" fmla="*/ 49 w 110"/>
                <a:gd name="T35" fmla="*/ 2 h 443"/>
                <a:gd name="T36" fmla="*/ 68 w 110"/>
                <a:gd name="T37" fmla="*/ 0 h 4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0" h="443">
                  <a:moveTo>
                    <a:pt x="68" y="0"/>
                  </a:moveTo>
                  <a:lnTo>
                    <a:pt x="86" y="5"/>
                  </a:lnTo>
                  <a:lnTo>
                    <a:pt x="100" y="16"/>
                  </a:lnTo>
                  <a:lnTo>
                    <a:pt x="107" y="31"/>
                  </a:lnTo>
                  <a:lnTo>
                    <a:pt x="110" y="51"/>
                  </a:lnTo>
                  <a:lnTo>
                    <a:pt x="93" y="401"/>
                  </a:lnTo>
                  <a:lnTo>
                    <a:pt x="87" y="419"/>
                  </a:lnTo>
                  <a:lnTo>
                    <a:pt x="75" y="433"/>
                  </a:lnTo>
                  <a:lnTo>
                    <a:pt x="61" y="442"/>
                  </a:lnTo>
                  <a:lnTo>
                    <a:pt x="42" y="443"/>
                  </a:lnTo>
                  <a:lnTo>
                    <a:pt x="25" y="438"/>
                  </a:lnTo>
                  <a:lnTo>
                    <a:pt x="11" y="426"/>
                  </a:lnTo>
                  <a:lnTo>
                    <a:pt x="2" y="412"/>
                  </a:lnTo>
                  <a:lnTo>
                    <a:pt x="0" y="393"/>
                  </a:lnTo>
                  <a:lnTo>
                    <a:pt x="18" y="42"/>
                  </a:lnTo>
                  <a:lnTo>
                    <a:pt x="23" y="24"/>
                  </a:lnTo>
                  <a:lnTo>
                    <a:pt x="33" y="10"/>
                  </a:lnTo>
                  <a:lnTo>
                    <a:pt x="49" y="2"/>
                  </a:lnTo>
                  <a:lnTo>
                    <a:pt x="68"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7" name="Freeform 19">
              <a:extLst>
                <a:ext uri="{FF2B5EF4-FFF2-40B4-BE49-F238E27FC236}">
                  <a16:creationId xmlns:a16="http://schemas.microsoft.com/office/drawing/2014/main" id="{DB97D7BD-2CAD-CF0D-7625-C390C88021E8}"/>
                </a:ext>
              </a:extLst>
            </p:cNvPr>
            <p:cNvSpPr>
              <a:spLocks/>
            </p:cNvSpPr>
            <p:nvPr userDrawn="1"/>
          </p:nvSpPr>
          <p:spPr bwMode="auto">
            <a:xfrm>
              <a:off x="8280113" y="371948"/>
              <a:ext cx="46154" cy="141430"/>
            </a:xfrm>
            <a:custGeom>
              <a:avLst/>
              <a:gdLst>
                <a:gd name="T0" fmla="*/ 119 w 171"/>
                <a:gd name="T1" fmla="*/ 0 h 524"/>
                <a:gd name="T2" fmla="*/ 136 w 171"/>
                <a:gd name="T3" fmla="*/ 0 h 524"/>
                <a:gd name="T4" fmla="*/ 154 w 171"/>
                <a:gd name="T5" fmla="*/ 9 h 524"/>
                <a:gd name="T6" fmla="*/ 166 w 171"/>
                <a:gd name="T7" fmla="*/ 21 h 524"/>
                <a:gd name="T8" fmla="*/ 171 w 171"/>
                <a:gd name="T9" fmla="*/ 37 h 524"/>
                <a:gd name="T10" fmla="*/ 171 w 171"/>
                <a:gd name="T11" fmla="*/ 56 h 524"/>
                <a:gd name="T12" fmla="*/ 91 w 171"/>
                <a:gd name="T13" fmla="*/ 489 h 524"/>
                <a:gd name="T14" fmla="*/ 84 w 171"/>
                <a:gd name="T15" fmla="*/ 506 h 524"/>
                <a:gd name="T16" fmla="*/ 70 w 171"/>
                <a:gd name="T17" fmla="*/ 517 h 524"/>
                <a:gd name="T18" fmla="*/ 54 w 171"/>
                <a:gd name="T19" fmla="*/ 524 h 524"/>
                <a:gd name="T20" fmla="*/ 37 w 171"/>
                <a:gd name="T21" fmla="*/ 524 h 524"/>
                <a:gd name="T22" fmla="*/ 19 w 171"/>
                <a:gd name="T23" fmla="*/ 517 h 524"/>
                <a:gd name="T24" fmla="*/ 7 w 171"/>
                <a:gd name="T25" fmla="*/ 503 h 524"/>
                <a:gd name="T26" fmla="*/ 0 w 171"/>
                <a:gd name="T27" fmla="*/ 487 h 524"/>
                <a:gd name="T28" fmla="*/ 2 w 171"/>
                <a:gd name="T29" fmla="*/ 468 h 524"/>
                <a:gd name="T30" fmla="*/ 82 w 171"/>
                <a:gd name="T31" fmla="*/ 35 h 524"/>
                <a:gd name="T32" fmla="*/ 89 w 171"/>
                <a:gd name="T33" fmla="*/ 19 h 524"/>
                <a:gd name="T34" fmla="*/ 101 w 171"/>
                <a:gd name="T35" fmla="*/ 7 h 524"/>
                <a:gd name="T36" fmla="*/ 119 w 171"/>
                <a:gd name="T37" fmla="*/ 0 h 5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71" h="524">
                  <a:moveTo>
                    <a:pt x="119" y="0"/>
                  </a:moveTo>
                  <a:lnTo>
                    <a:pt x="136" y="0"/>
                  </a:lnTo>
                  <a:lnTo>
                    <a:pt x="154" y="9"/>
                  </a:lnTo>
                  <a:lnTo>
                    <a:pt x="166" y="21"/>
                  </a:lnTo>
                  <a:lnTo>
                    <a:pt x="171" y="37"/>
                  </a:lnTo>
                  <a:lnTo>
                    <a:pt x="171" y="56"/>
                  </a:lnTo>
                  <a:lnTo>
                    <a:pt x="91" y="489"/>
                  </a:lnTo>
                  <a:lnTo>
                    <a:pt x="84" y="506"/>
                  </a:lnTo>
                  <a:lnTo>
                    <a:pt x="70" y="517"/>
                  </a:lnTo>
                  <a:lnTo>
                    <a:pt x="54" y="524"/>
                  </a:lnTo>
                  <a:lnTo>
                    <a:pt x="37" y="524"/>
                  </a:lnTo>
                  <a:lnTo>
                    <a:pt x="19" y="517"/>
                  </a:lnTo>
                  <a:lnTo>
                    <a:pt x="7" y="503"/>
                  </a:lnTo>
                  <a:lnTo>
                    <a:pt x="0" y="487"/>
                  </a:lnTo>
                  <a:lnTo>
                    <a:pt x="2" y="468"/>
                  </a:lnTo>
                  <a:lnTo>
                    <a:pt x="82" y="35"/>
                  </a:lnTo>
                  <a:lnTo>
                    <a:pt x="89" y="19"/>
                  </a:lnTo>
                  <a:lnTo>
                    <a:pt x="101" y="7"/>
                  </a:lnTo>
                  <a:lnTo>
                    <a:pt x="119"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8" name="Freeform 20">
              <a:extLst>
                <a:ext uri="{FF2B5EF4-FFF2-40B4-BE49-F238E27FC236}">
                  <a16:creationId xmlns:a16="http://schemas.microsoft.com/office/drawing/2014/main" id="{51BD1B0C-B2D3-C1B8-799E-D42AB3B0AA35}"/>
                </a:ext>
              </a:extLst>
            </p:cNvPr>
            <p:cNvSpPr>
              <a:spLocks/>
            </p:cNvSpPr>
            <p:nvPr userDrawn="1"/>
          </p:nvSpPr>
          <p:spPr bwMode="auto">
            <a:xfrm>
              <a:off x="8379438" y="365740"/>
              <a:ext cx="68826" cy="161673"/>
            </a:xfrm>
            <a:custGeom>
              <a:avLst/>
              <a:gdLst>
                <a:gd name="T0" fmla="*/ 206 w 255"/>
                <a:gd name="T1" fmla="*/ 0 h 599"/>
                <a:gd name="T2" fmla="*/ 226 w 255"/>
                <a:gd name="T3" fmla="*/ 4 h 599"/>
                <a:gd name="T4" fmla="*/ 241 w 255"/>
                <a:gd name="T5" fmla="*/ 13 h 599"/>
                <a:gd name="T6" fmla="*/ 252 w 255"/>
                <a:gd name="T7" fmla="*/ 27 h 599"/>
                <a:gd name="T8" fmla="*/ 255 w 255"/>
                <a:gd name="T9" fmla="*/ 44 h 599"/>
                <a:gd name="T10" fmla="*/ 254 w 255"/>
                <a:gd name="T11" fmla="*/ 62 h 599"/>
                <a:gd name="T12" fmla="*/ 90 w 255"/>
                <a:gd name="T13" fmla="*/ 569 h 599"/>
                <a:gd name="T14" fmla="*/ 81 w 255"/>
                <a:gd name="T15" fmla="*/ 585 h 599"/>
                <a:gd name="T16" fmla="*/ 65 w 255"/>
                <a:gd name="T17" fmla="*/ 596 h 599"/>
                <a:gd name="T18" fmla="*/ 49 w 255"/>
                <a:gd name="T19" fmla="*/ 599 h 599"/>
                <a:gd name="T20" fmla="*/ 30 w 255"/>
                <a:gd name="T21" fmla="*/ 597 h 599"/>
                <a:gd name="T22" fmla="*/ 14 w 255"/>
                <a:gd name="T23" fmla="*/ 587 h 599"/>
                <a:gd name="T24" fmla="*/ 4 w 255"/>
                <a:gd name="T25" fmla="*/ 573 h 599"/>
                <a:gd name="T26" fmla="*/ 0 w 255"/>
                <a:gd name="T27" fmla="*/ 556 h 599"/>
                <a:gd name="T28" fmla="*/ 2 w 255"/>
                <a:gd name="T29" fmla="*/ 538 h 599"/>
                <a:gd name="T30" fmla="*/ 166 w 255"/>
                <a:gd name="T31" fmla="*/ 30 h 599"/>
                <a:gd name="T32" fmla="*/ 175 w 255"/>
                <a:gd name="T33" fmla="*/ 16 h 599"/>
                <a:gd name="T34" fmla="*/ 191 w 255"/>
                <a:gd name="T35" fmla="*/ 6 h 599"/>
                <a:gd name="T36" fmla="*/ 206 w 255"/>
                <a:gd name="T37" fmla="*/ 0 h 5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5" h="599">
                  <a:moveTo>
                    <a:pt x="206" y="0"/>
                  </a:moveTo>
                  <a:lnTo>
                    <a:pt x="226" y="4"/>
                  </a:lnTo>
                  <a:lnTo>
                    <a:pt x="241" y="13"/>
                  </a:lnTo>
                  <a:lnTo>
                    <a:pt x="252" y="27"/>
                  </a:lnTo>
                  <a:lnTo>
                    <a:pt x="255" y="44"/>
                  </a:lnTo>
                  <a:lnTo>
                    <a:pt x="254" y="62"/>
                  </a:lnTo>
                  <a:lnTo>
                    <a:pt x="90" y="569"/>
                  </a:lnTo>
                  <a:lnTo>
                    <a:pt x="81" y="585"/>
                  </a:lnTo>
                  <a:lnTo>
                    <a:pt x="65" y="596"/>
                  </a:lnTo>
                  <a:lnTo>
                    <a:pt x="49" y="599"/>
                  </a:lnTo>
                  <a:lnTo>
                    <a:pt x="30" y="597"/>
                  </a:lnTo>
                  <a:lnTo>
                    <a:pt x="14" y="587"/>
                  </a:lnTo>
                  <a:lnTo>
                    <a:pt x="4" y="573"/>
                  </a:lnTo>
                  <a:lnTo>
                    <a:pt x="0" y="556"/>
                  </a:lnTo>
                  <a:lnTo>
                    <a:pt x="2" y="538"/>
                  </a:lnTo>
                  <a:lnTo>
                    <a:pt x="166" y="30"/>
                  </a:lnTo>
                  <a:lnTo>
                    <a:pt x="175" y="16"/>
                  </a:lnTo>
                  <a:lnTo>
                    <a:pt x="191" y="6"/>
                  </a:lnTo>
                  <a:lnTo>
                    <a:pt x="206"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9" name="Freeform 21">
              <a:extLst>
                <a:ext uri="{FF2B5EF4-FFF2-40B4-BE49-F238E27FC236}">
                  <a16:creationId xmlns:a16="http://schemas.microsoft.com/office/drawing/2014/main" id="{403D9FBC-D098-4A6C-D21D-AD6C28E57C49}"/>
                </a:ext>
              </a:extLst>
            </p:cNvPr>
            <p:cNvSpPr>
              <a:spLocks/>
            </p:cNvSpPr>
            <p:nvPr userDrawn="1"/>
          </p:nvSpPr>
          <p:spPr bwMode="auto">
            <a:xfrm>
              <a:off x="8477144" y="377076"/>
              <a:ext cx="95007" cy="176788"/>
            </a:xfrm>
            <a:custGeom>
              <a:avLst/>
              <a:gdLst>
                <a:gd name="T0" fmla="*/ 309 w 352"/>
                <a:gd name="T1" fmla="*/ 0 h 655"/>
                <a:gd name="T2" fmla="*/ 326 w 352"/>
                <a:gd name="T3" fmla="*/ 6 h 655"/>
                <a:gd name="T4" fmla="*/ 342 w 352"/>
                <a:gd name="T5" fmla="*/ 18 h 655"/>
                <a:gd name="T6" fmla="*/ 349 w 352"/>
                <a:gd name="T7" fmla="*/ 32 h 655"/>
                <a:gd name="T8" fmla="*/ 352 w 352"/>
                <a:gd name="T9" fmla="*/ 49 h 655"/>
                <a:gd name="T10" fmla="*/ 347 w 352"/>
                <a:gd name="T11" fmla="*/ 68 h 655"/>
                <a:gd name="T12" fmla="*/ 87 w 352"/>
                <a:gd name="T13" fmla="*/ 630 h 655"/>
                <a:gd name="T14" fmla="*/ 77 w 352"/>
                <a:gd name="T15" fmla="*/ 644 h 655"/>
                <a:gd name="T16" fmla="*/ 61 w 352"/>
                <a:gd name="T17" fmla="*/ 653 h 655"/>
                <a:gd name="T18" fmla="*/ 43 w 352"/>
                <a:gd name="T19" fmla="*/ 655 h 655"/>
                <a:gd name="T20" fmla="*/ 26 w 352"/>
                <a:gd name="T21" fmla="*/ 650 h 655"/>
                <a:gd name="T22" fmla="*/ 10 w 352"/>
                <a:gd name="T23" fmla="*/ 639 h 655"/>
                <a:gd name="T24" fmla="*/ 3 w 352"/>
                <a:gd name="T25" fmla="*/ 623 h 655"/>
                <a:gd name="T26" fmla="*/ 0 w 352"/>
                <a:gd name="T27" fmla="*/ 606 h 655"/>
                <a:gd name="T28" fmla="*/ 5 w 352"/>
                <a:gd name="T29" fmla="*/ 589 h 655"/>
                <a:gd name="T30" fmla="*/ 265 w 352"/>
                <a:gd name="T31" fmla="*/ 27 h 655"/>
                <a:gd name="T32" fmla="*/ 276 w 352"/>
                <a:gd name="T33" fmla="*/ 11 h 655"/>
                <a:gd name="T34" fmla="*/ 291 w 352"/>
                <a:gd name="T35" fmla="*/ 4 h 655"/>
                <a:gd name="T36" fmla="*/ 309 w 352"/>
                <a:gd name="T37" fmla="*/ 0 h 6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52" h="655">
                  <a:moveTo>
                    <a:pt x="309" y="0"/>
                  </a:moveTo>
                  <a:lnTo>
                    <a:pt x="326" y="6"/>
                  </a:lnTo>
                  <a:lnTo>
                    <a:pt x="342" y="18"/>
                  </a:lnTo>
                  <a:lnTo>
                    <a:pt x="349" y="32"/>
                  </a:lnTo>
                  <a:lnTo>
                    <a:pt x="352" y="49"/>
                  </a:lnTo>
                  <a:lnTo>
                    <a:pt x="347" y="68"/>
                  </a:lnTo>
                  <a:lnTo>
                    <a:pt x="87" y="630"/>
                  </a:lnTo>
                  <a:lnTo>
                    <a:pt x="77" y="644"/>
                  </a:lnTo>
                  <a:lnTo>
                    <a:pt x="61" y="653"/>
                  </a:lnTo>
                  <a:lnTo>
                    <a:pt x="43" y="655"/>
                  </a:lnTo>
                  <a:lnTo>
                    <a:pt x="26" y="650"/>
                  </a:lnTo>
                  <a:lnTo>
                    <a:pt x="10" y="639"/>
                  </a:lnTo>
                  <a:lnTo>
                    <a:pt x="3" y="623"/>
                  </a:lnTo>
                  <a:lnTo>
                    <a:pt x="0" y="606"/>
                  </a:lnTo>
                  <a:lnTo>
                    <a:pt x="5" y="589"/>
                  </a:lnTo>
                  <a:lnTo>
                    <a:pt x="265" y="27"/>
                  </a:lnTo>
                  <a:lnTo>
                    <a:pt x="276" y="11"/>
                  </a:lnTo>
                  <a:lnTo>
                    <a:pt x="291" y="4"/>
                  </a:lnTo>
                  <a:lnTo>
                    <a:pt x="309"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0" name="Freeform 22">
              <a:extLst>
                <a:ext uri="{FF2B5EF4-FFF2-40B4-BE49-F238E27FC236}">
                  <a16:creationId xmlns:a16="http://schemas.microsoft.com/office/drawing/2014/main" id="{01D3E76D-1730-AFA4-D967-418E4B74EA68}"/>
                </a:ext>
              </a:extLst>
            </p:cNvPr>
            <p:cNvSpPr>
              <a:spLocks/>
            </p:cNvSpPr>
            <p:nvPr userDrawn="1"/>
          </p:nvSpPr>
          <p:spPr bwMode="auto">
            <a:xfrm>
              <a:off x="8573230" y="405416"/>
              <a:ext cx="122537" cy="187584"/>
            </a:xfrm>
            <a:custGeom>
              <a:avLst/>
              <a:gdLst>
                <a:gd name="T0" fmla="*/ 417 w 454"/>
                <a:gd name="T1" fmla="*/ 0 h 695"/>
                <a:gd name="T2" fmla="*/ 433 w 454"/>
                <a:gd name="T3" fmla="*/ 7 h 695"/>
                <a:gd name="T4" fmla="*/ 447 w 454"/>
                <a:gd name="T5" fmla="*/ 21 h 695"/>
                <a:gd name="T6" fmla="*/ 454 w 454"/>
                <a:gd name="T7" fmla="*/ 37 h 695"/>
                <a:gd name="T8" fmla="*/ 454 w 454"/>
                <a:gd name="T9" fmla="*/ 54 h 695"/>
                <a:gd name="T10" fmla="*/ 447 w 454"/>
                <a:gd name="T11" fmla="*/ 72 h 695"/>
                <a:gd name="T12" fmla="*/ 84 w 454"/>
                <a:gd name="T13" fmla="*/ 676 h 695"/>
                <a:gd name="T14" fmla="*/ 70 w 454"/>
                <a:gd name="T15" fmla="*/ 688 h 695"/>
                <a:gd name="T16" fmla="*/ 54 w 454"/>
                <a:gd name="T17" fmla="*/ 695 h 695"/>
                <a:gd name="T18" fmla="*/ 37 w 454"/>
                <a:gd name="T19" fmla="*/ 695 h 695"/>
                <a:gd name="T20" fmla="*/ 19 w 454"/>
                <a:gd name="T21" fmla="*/ 688 h 695"/>
                <a:gd name="T22" fmla="*/ 7 w 454"/>
                <a:gd name="T23" fmla="*/ 676 h 695"/>
                <a:gd name="T24" fmla="*/ 0 w 454"/>
                <a:gd name="T25" fmla="*/ 660 h 695"/>
                <a:gd name="T26" fmla="*/ 0 w 454"/>
                <a:gd name="T27" fmla="*/ 642 h 695"/>
                <a:gd name="T28" fmla="*/ 7 w 454"/>
                <a:gd name="T29" fmla="*/ 625 h 695"/>
                <a:gd name="T30" fmla="*/ 370 w 454"/>
                <a:gd name="T31" fmla="*/ 21 h 695"/>
                <a:gd name="T32" fmla="*/ 382 w 454"/>
                <a:gd name="T33" fmla="*/ 7 h 695"/>
                <a:gd name="T34" fmla="*/ 400 w 454"/>
                <a:gd name="T35" fmla="*/ 0 h 695"/>
                <a:gd name="T36" fmla="*/ 417 w 454"/>
                <a:gd name="T37" fmla="*/ 0 h 6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54" h="695">
                  <a:moveTo>
                    <a:pt x="417" y="0"/>
                  </a:moveTo>
                  <a:lnTo>
                    <a:pt x="433" y="7"/>
                  </a:lnTo>
                  <a:lnTo>
                    <a:pt x="447" y="21"/>
                  </a:lnTo>
                  <a:lnTo>
                    <a:pt x="454" y="37"/>
                  </a:lnTo>
                  <a:lnTo>
                    <a:pt x="454" y="54"/>
                  </a:lnTo>
                  <a:lnTo>
                    <a:pt x="447" y="72"/>
                  </a:lnTo>
                  <a:lnTo>
                    <a:pt x="84" y="676"/>
                  </a:lnTo>
                  <a:lnTo>
                    <a:pt x="70" y="688"/>
                  </a:lnTo>
                  <a:lnTo>
                    <a:pt x="54" y="695"/>
                  </a:lnTo>
                  <a:lnTo>
                    <a:pt x="37" y="695"/>
                  </a:lnTo>
                  <a:lnTo>
                    <a:pt x="19" y="688"/>
                  </a:lnTo>
                  <a:lnTo>
                    <a:pt x="7" y="676"/>
                  </a:lnTo>
                  <a:lnTo>
                    <a:pt x="0" y="660"/>
                  </a:lnTo>
                  <a:lnTo>
                    <a:pt x="0" y="642"/>
                  </a:lnTo>
                  <a:lnTo>
                    <a:pt x="7" y="625"/>
                  </a:lnTo>
                  <a:lnTo>
                    <a:pt x="370" y="21"/>
                  </a:lnTo>
                  <a:lnTo>
                    <a:pt x="382" y="7"/>
                  </a:lnTo>
                  <a:lnTo>
                    <a:pt x="400" y="0"/>
                  </a:lnTo>
                  <a:lnTo>
                    <a:pt x="417"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1" name="Freeform 23">
              <a:extLst>
                <a:ext uri="{FF2B5EF4-FFF2-40B4-BE49-F238E27FC236}">
                  <a16:creationId xmlns:a16="http://schemas.microsoft.com/office/drawing/2014/main" id="{912810A0-76DC-7E83-8BFC-C1A4F60F8D89}"/>
                </a:ext>
              </a:extLst>
            </p:cNvPr>
            <p:cNvSpPr>
              <a:spLocks/>
            </p:cNvSpPr>
            <p:nvPr userDrawn="1"/>
          </p:nvSpPr>
          <p:spPr bwMode="auto">
            <a:xfrm>
              <a:off x="8663109" y="450760"/>
              <a:ext cx="154656" cy="193522"/>
            </a:xfrm>
            <a:custGeom>
              <a:avLst/>
              <a:gdLst>
                <a:gd name="T0" fmla="*/ 522 w 573"/>
                <a:gd name="T1" fmla="*/ 0 h 717"/>
                <a:gd name="T2" fmla="*/ 540 w 573"/>
                <a:gd name="T3" fmla="*/ 1 h 717"/>
                <a:gd name="T4" fmla="*/ 557 w 573"/>
                <a:gd name="T5" fmla="*/ 10 h 717"/>
                <a:gd name="T6" fmla="*/ 568 w 573"/>
                <a:gd name="T7" fmla="*/ 24 h 717"/>
                <a:gd name="T8" fmla="*/ 573 w 573"/>
                <a:gd name="T9" fmla="*/ 40 h 717"/>
                <a:gd name="T10" fmla="*/ 571 w 573"/>
                <a:gd name="T11" fmla="*/ 57 h 717"/>
                <a:gd name="T12" fmla="*/ 562 w 573"/>
                <a:gd name="T13" fmla="*/ 75 h 717"/>
                <a:gd name="T14" fmla="*/ 81 w 573"/>
                <a:gd name="T15" fmla="*/ 700 h 717"/>
                <a:gd name="T16" fmla="*/ 67 w 573"/>
                <a:gd name="T17" fmla="*/ 712 h 717"/>
                <a:gd name="T18" fmla="*/ 51 w 573"/>
                <a:gd name="T19" fmla="*/ 717 h 717"/>
                <a:gd name="T20" fmla="*/ 32 w 573"/>
                <a:gd name="T21" fmla="*/ 715 h 717"/>
                <a:gd name="T22" fmla="*/ 16 w 573"/>
                <a:gd name="T23" fmla="*/ 707 h 717"/>
                <a:gd name="T24" fmla="*/ 5 w 573"/>
                <a:gd name="T25" fmla="*/ 693 h 717"/>
                <a:gd name="T26" fmla="*/ 0 w 573"/>
                <a:gd name="T27" fmla="*/ 675 h 717"/>
                <a:gd name="T28" fmla="*/ 2 w 573"/>
                <a:gd name="T29" fmla="*/ 658 h 717"/>
                <a:gd name="T30" fmla="*/ 11 w 573"/>
                <a:gd name="T31" fmla="*/ 642 h 717"/>
                <a:gd name="T32" fmla="*/ 491 w 573"/>
                <a:gd name="T33" fmla="*/ 15 h 717"/>
                <a:gd name="T34" fmla="*/ 506 w 573"/>
                <a:gd name="T35" fmla="*/ 3 h 717"/>
                <a:gd name="T36" fmla="*/ 522 w 573"/>
                <a:gd name="T37" fmla="*/ 0 h 7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73" h="717">
                  <a:moveTo>
                    <a:pt x="522" y="0"/>
                  </a:moveTo>
                  <a:lnTo>
                    <a:pt x="540" y="1"/>
                  </a:lnTo>
                  <a:lnTo>
                    <a:pt x="557" y="10"/>
                  </a:lnTo>
                  <a:lnTo>
                    <a:pt x="568" y="24"/>
                  </a:lnTo>
                  <a:lnTo>
                    <a:pt x="573" y="40"/>
                  </a:lnTo>
                  <a:lnTo>
                    <a:pt x="571" y="57"/>
                  </a:lnTo>
                  <a:lnTo>
                    <a:pt x="562" y="75"/>
                  </a:lnTo>
                  <a:lnTo>
                    <a:pt x="81" y="700"/>
                  </a:lnTo>
                  <a:lnTo>
                    <a:pt x="67" y="712"/>
                  </a:lnTo>
                  <a:lnTo>
                    <a:pt x="51" y="717"/>
                  </a:lnTo>
                  <a:lnTo>
                    <a:pt x="32" y="715"/>
                  </a:lnTo>
                  <a:lnTo>
                    <a:pt x="16" y="707"/>
                  </a:lnTo>
                  <a:lnTo>
                    <a:pt x="5" y="693"/>
                  </a:lnTo>
                  <a:lnTo>
                    <a:pt x="0" y="675"/>
                  </a:lnTo>
                  <a:lnTo>
                    <a:pt x="2" y="658"/>
                  </a:lnTo>
                  <a:lnTo>
                    <a:pt x="11" y="642"/>
                  </a:lnTo>
                  <a:lnTo>
                    <a:pt x="491" y="15"/>
                  </a:lnTo>
                  <a:lnTo>
                    <a:pt x="506" y="3"/>
                  </a:lnTo>
                  <a:lnTo>
                    <a:pt x="522"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25132584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tangle 6"/>
          <p:cNvSpPr/>
          <p:nvPr userDrawn="1"/>
        </p:nvSpPr>
        <p:spPr>
          <a:xfrm>
            <a:off x="0" y="0"/>
            <a:ext cx="9144000" cy="12192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30" name="Group 29"/>
          <p:cNvGrpSpPr/>
          <p:nvPr userDrawn="1"/>
        </p:nvGrpSpPr>
        <p:grpSpPr>
          <a:xfrm>
            <a:off x="7264458" y="365740"/>
            <a:ext cx="1553307" cy="487719"/>
            <a:chOff x="166688" y="-3240088"/>
            <a:chExt cx="9136063" cy="2868613"/>
          </a:xfrm>
        </p:grpSpPr>
        <p:sp>
          <p:nvSpPr>
            <p:cNvPr id="12" name="Freeform 6"/>
            <p:cNvSpPr>
              <a:spLocks noEditPoints="1"/>
            </p:cNvSpPr>
            <p:nvPr userDrawn="1"/>
          </p:nvSpPr>
          <p:spPr bwMode="auto">
            <a:xfrm>
              <a:off x="166688" y="-1244600"/>
              <a:ext cx="876300" cy="850900"/>
            </a:xfrm>
            <a:custGeom>
              <a:avLst/>
              <a:gdLst>
                <a:gd name="T0" fmla="*/ 98 w 552"/>
                <a:gd name="T1" fmla="*/ 79 h 536"/>
                <a:gd name="T2" fmla="*/ 98 w 552"/>
                <a:gd name="T3" fmla="*/ 241 h 536"/>
                <a:gd name="T4" fmla="*/ 307 w 552"/>
                <a:gd name="T5" fmla="*/ 241 h 536"/>
                <a:gd name="T6" fmla="*/ 342 w 552"/>
                <a:gd name="T7" fmla="*/ 241 h 536"/>
                <a:gd name="T8" fmla="*/ 374 w 552"/>
                <a:gd name="T9" fmla="*/ 238 h 536"/>
                <a:gd name="T10" fmla="*/ 398 w 552"/>
                <a:gd name="T11" fmla="*/ 231 h 536"/>
                <a:gd name="T12" fmla="*/ 417 w 552"/>
                <a:gd name="T13" fmla="*/ 222 h 536"/>
                <a:gd name="T14" fmla="*/ 431 w 552"/>
                <a:gd name="T15" fmla="*/ 206 h 536"/>
                <a:gd name="T16" fmla="*/ 440 w 552"/>
                <a:gd name="T17" fmla="*/ 187 h 536"/>
                <a:gd name="T18" fmla="*/ 443 w 552"/>
                <a:gd name="T19" fmla="*/ 161 h 536"/>
                <a:gd name="T20" fmla="*/ 440 w 552"/>
                <a:gd name="T21" fmla="*/ 135 h 536"/>
                <a:gd name="T22" fmla="*/ 431 w 552"/>
                <a:gd name="T23" fmla="*/ 114 h 536"/>
                <a:gd name="T24" fmla="*/ 417 w 552"/>
                <a:gd name="T25" fmla="*/ 100 h 536"/>
                <a:gd name="T26" fmla="*/ 398 w 552"/>
                <a:gd name="T27" fmla="*/ 89 h 536"/>
                <a:gd name="T28" fmla="*/ 374 w 552"/>
                <a:gd name="T29" fmla="*/ 84 h 536"/>
                <a:gd name="T30" fmla="*/ 342 w 552"/>
                <a:gd name="T31" fmla="*/ 80 h 536"/>
                <a:gd name="T32" fmla="*/ 307 w 552"/>
                <a:gd name="T33" fmla="*/ 79 h 536"/>
                <a:gd name="T34" fmla="*/ 98 w 552"/>
                <a:gd name="T35" fmla="*/ 79 h 536"/>
                <a:gd name="T36" fmla="*/ 0 w 552"/>
                <a:gd name="T37" fmla="*/ 0 h 536"/>
                <a:gd name="T38" fmla="*/ 323 w 552"/>
                <a:gd name="T39" fmla="*/ 0 h 536"/>
                <a:gd name="T40" fmla="*/ 377 w 552"/>
                <a:gd name="T41" fmla="*/ 2 h 536"/>
                <a:gd name="T42" fmla="*/ 422 w 552"/>
                <a:gd name="T43" fmla="*/ 9 h 536"/>
                <a:gd name="T44" fmla="*/ 461 w 552"/>
                <a:gd name="T45" fmla="*/ 19 h 536"/>
                <a:gd name="T46" fmla="*/ 490 w 552"/>
                <a:gd name="T47" fmla="*/ 37 h 536"/>
                <a:gd name="T48" fmla="*/ 513 w 552"/>
                <a:gd name="T49" fmla="*/ 58 h 536"/>
                <a:gd name="T50" fmla="*/ 529 w 552"/>
                <a:gd name="T51" fmla="*/ 86 h 536"/>
                <a:gd name="T52" fmla="*/ 538 w 552"/>
                <a:gd name="T53" fmla="*/ 119 h 536"/>
                <a:gd name="T54" fmla="*/ 541 w 552"/>
                <a:gd name="T55" fmla="*/ 157 h 536"/>
                <a:gd name="T56" fmla="*/ 538 w 552"/>
                <a:gd name="T57" fmla="*/ 194 h 536"/>
                <a:gd name="T58" fmla="*/ 529 w 552"/>
                <a:gd name="T59" fmla="*/ 225 h 536"/>
                <a:gd name="T60" fmla="*/ 513 w 552"/>
                <a:gd name="T61" fmla="*/ 252 h 536"/>
                <a:gd name="T62" fmla="*/ 494 w 552"/>
                <a:gd name="T63" fmla="*/ 272 h 536"/>
                <a:gd name="T64" fmla="*/ 473 w 552"/>
                <a:gd name="T65" fmla="*/ 290 h 536"/>
                <a:gd name="T66" fmla="*/ 447 w 552"/>
                <a:gd name="T67" fmla="*/ 302 h 536"/>
                <a:gd name="T68" fmla="*/ 421 w 552"/>
                <a:gd name="T69" fmla="*/ 311 h 536"/>
                <a:gd name="T70" fmla="*/ 393 w 552"/>
                <a:gd name="T71" fmla="*/ 314 h 536"/>
                <a:gd name="T72" fmla="*/ 384 w 552"/>
                <a:gd name="T73" fmla="*/ 314 h 536"/>
                <a:gd name="T74" fmla="*/ 552 w 552"/>
                <a:gd name="T75" fmla="*/ 536 h 536"/>
                <a:gd name="T76" fmla="*/ 431 w 552"/>
                <a:gd name="T77" fmla="*/ 536 h 536"/>
                <a:gd name="T78" fmla="*/ 274 w 552"/>
                <a:gd name="T79" fmla="*/ 323 h 536"/>
                <a:gd name="T80" fmla="*/ 274 w 552"/>
                <a:gd name="T81" fmla="*/ 321 h 536"/>
                <a:gd name="T82" fmla="*/ 98 w 552"/>
                <a:gd name="T83" fmla="*/ 321 h 536"/>
                <a:gd name="T84" fmla="*/ 98 w 552"/>
                <a:gd name="T85" fmla="*/ 536 h 536"/>
                <a:gd name="T86" fmla="*/ 0 w 552"/>
                <a:gd name="T87" fmla="*/ 536 h 536"/>
                <a:gd name="T88" fmla="*/ 0 w 552"/>
                <a:gd name="T8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52" h="536">
                  <a:moveTo>
                    <a:pt x="98" y="79"/>
                  </a:moveTo>
                  <a:lnTo>
                    <a:pt x="98" y="241"/>
                  </a:lnTo>
                  <a:lnTo>
                    <a:pt x="307" y="241"/>
                  </a:lnTo>
                  <a:lnTo>
                    <a:pt x="342" y="241"/>
                  </a:lnTo>
                  <a:lnTo>
                    <a:pt x="374" y="238"/>
                  </a:lnTo>
                  <a:lnTo>
                    <a:pt x="398" y="231"/>
                  </a:lnTo>
                  <a:lnTo>
                    <a:pt x="417" y="222"/>
                  </a:lnTo>
                  <a:lnTo>
                    <a:pt x="431" y="206"/>
                  </a:lnTo>
                  <a:lnTo>
                    <a:pt x="440" y="187"/>
                  </a:lnTo>
                  <a:lnTo>
                    <a:pt x="443" y="161"/>
                  </a:lnTo>
                  <a:lnTo>
                    <a:pt x="440" y="135"/>
                  </a:lnTo>
                  <a:lnTo>
                    <a:pt x="431" y="114"/>
                  </a:lnTo>
                  <a:lnTo>
                    <a:pt x="417" y="100"/>
                  </a:lnTo>
                  <a:lnTo>
                    <a:pt x="398" y="89"/>
                  </a:lnTo>
                  <a:lnTo>
                    <a:pt x="374" y="84"/>
                  </a:lnTo>
                  <a:lnTo>
                    <a:pt x="342" y="80"/>
                  </a:lnTo>
                  <a:lnTo>
                    <a:pt x="307" y="79"/>
                  </a:lnTo>
                  <a:lnTo>
                    <a:pt x="98" y="79"/>
                  </a:lnTo>
                  <a:close/>
                  <a:moveTo>
                    <a:pt x="0" y="0"/>
                  </a:moveTo>
                  <a:lnTo>
                    <a:pt x="323" y="0"/>
                  </a:lnTo>
                  <a:lnTo>
                    <a:pt x="377" y="2"/>
                  </a:lnTo>
                  <a:lnTo>
                    <a:pt x="422" y="9"/>
                  </a:lnTo>
                  <a:lnTo>
                    <a:pt x="461" y="19"/>
                  </a:lnTo>
                  <a:lnTo>
                    <a:pt x="490" y="37"/>
                  </a:lnTo>
                  <a:lnTo>
                    <a:pt x="513" y="58"/>
                  </a:lnTo>
                  <a:lnTo>
                    <a:pt x="529" y="86"/>
                  </a:lnTo>
                  <a:lnTo>
                    <a:pt x="538" y="119"/>
                  </a:lnTo>
                  <a:lnTo>
                    <a:pt x="541" y="157"/>
                  </a:lnTo>
                  <a:lnTo>
                    <a:pt x="538" y="194"/>
                  </a:lnTo>
                  <a:lnTo>
                    <a:pt x="529" y="225"/>
                  </a:lnTo>
                  <a:lnTo>
                    <a:pt x="513" y="252"/>
                  </a:lnTo>
                  <a:lnTo>
                    <a:pt x="494" y="272"/>
                  </a:lnTo>
                  <a:lnTo>
                    <a:pt x="473" y="290"/>
                  </a:lnTo>
                  <a:lnTo>
                    <a:pt x="447" y="302"/>
                  </a:lnTo>
                  <a:lnTo>
                    <a:pt x="421" y="311"/>
                  </a:lnTo>
                  <a:lnTo>
                    <a:pt x="393" y="314"/>
                  </a:lnTo>
                  <a:lnTo>
                    <a:pt x="384" y="314"/>
                  </a:lnTo>
                  <a:lnTo>
                    <a:pt x="552" y="536"/>
                  </a:lnTo>
                  <a:lnTo>
                    <a:pt x="431" y="536"/>
                  </a:lnTo>
                  <a:lnTo>
                    <a:pt x="274" y="323"/>
                  </a:lnTo>
                  <a:lnTo>
                    <a:pt x="274" y="321"/>
                  </a:lnTo>
                  <a:lnTo>
                    <a:pt x="98" y="321"/>
                  </a:lnTo>
                  <a:lnTo>
                    <a:pt x="98" y="536"/>
                  </a:lnTo>
                  <a:lnTo>
                    <a:pt x="0" y="536"/>
                  </a:lnTo>
                  <a:lnTo>
                    <a:pt x="0"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3" name="Freeform 7"/>
            <p:cNvSpPr>
              <a:spLocks/>
            </p:cNvSpPr>
            <p:nvPr userDrawn="1"/>
          </p:nvSpPr>
          <p:spPr bwMode="auto">
            <a:xfrm>
              <a:off x="1258888" y="-1244600"/>
              <a:ext cx="774700" cy="850900"/>
            </a:xfrm>
            <a:custGeom>
              <a:avLst/>
              <a:gdLst>
                <a:gd name="T0" fmla="*/ 0 w 488"/>
                <a:gd name="T1" fmla="*/ 0 h 536"/>
                <a:gd name="T2" fmla="*/ 440 w 488"/>
                <a:gd name="T3" fmla="*/ 0 h 536"/>
                <a:gd name="T4" fmla="*/ 455 w 488"/>
                <a:gd name="T5" fmla="*/ 2 h 536"/>
                <a:gd name="T6" fmla="*/ 467 w 488"/>
                <a:gd name="T7" fmla="*/ 12 h 536"/>
                <a:gd name="T8" fmla="*/ 476 w 488"/>
                <a:gd name="T9" fmla="*/ 25 h 536"/>
                <a:gd name="T10" fmla="*/ 480 w 488"/>
                <a:gd name="T11" fmla="*/ 40 h 536"/>
                <a:gd name="T12" fmla="*/ 476 w 488"/>
                <a:gd name="T13" fmla="*/ 56 h 536"/>
                <a:gd name="T14" fmla="*/ 467 w 488"/>
                <a:gd name="T15" fmla="*/ 70 h 536"/>
                <a:gd name="T16" fmla="*/ 455 w 488"/>
                <a:gd name="T17" fmla="*/ 79 h 536"/>
                <a:gd name="T18" fmla="*/ 440 w 488"/>
                <a:gd name="T19" fmla="*/ 82 h 536"/>
                <a:gd name="T20" fmla="*/ 97 w 488"/>
                <a:gd name="T21" fmla="*/ 82 h 536"/>
                <a:gd name="T22" fmla="*/ 97 w 488"/>
                <a:gd name="T23" fmla="*/ 218 h 536"/>
                <a:gd name="T24" fmla="*/ 354 w 488"/>
                <a:gd name="T25" fmla="*/ 218 h 536"/>
                <a:gd name="T26" fmla="*/ 370 w 488"/>
                <a:gd name="T27" fmla="*/ 222 h 536"/>
                <a:gd name="T28" fmla="*/ 384 w 488"/>
                <a:gd name="T29" fmla="*/ 231 h 536"/>
                <a:gd name="T30" fmla="*/ 392 w 488"/>
                <a:gd name="T31" fmla="*/ 243 h 536"/>
                <a:gd name="T32" fmla="*/ 396 w 488"/>
                <a:gd name="T33" fmla="*/ 259 h 536"/>
                <a:gd name="T34" fmla="*/ 392 w 488"/>
                <a:gd name="T35" fmla="*/ 276 h 536"/>
                <a:gd name="T36" fmla="*/ 384 w 488"/>
                <a:gd name="T37" fmla="*/ 288 h 536"/>
                <a:gd name="T38" fmla="*/ 370 w 488"/>
                <a:gd name="T39" fmla="*/ 297 h 536"/>
                <a:gd name="T40" fmla="*/ 354 w 488"/>
                <a:gd name="T41" fmla="*/ 300 h 536"/>
                <a:gd name="T42" fmla="*/ 97 w 488"/>
                <a:gd name="T43" fmla="*/ 300 h 536"/>
                <a:gd name="T44" fmla="*/ 97 w 488"/>
                <a:gd name="T45" fmla="*/ 454 h 536"/>
                <a:gd name="T46" fmla="*/ 448 w 488"/>
                <a:gd name="T47" fmla="*/ 454 h 536"/>
                <a:gd name="T48" fmla="*/ 464 w 488"/>
                <a:gd name="T49" fmla="*/ 457 h 536"/>
                <a:gd name="T50" fmla="*/ 478 w 488"/>
                <a:gd name="T51" fmla="*/ 466 h 536"/>
                <a:gd name="T52" fmla="*/ 487 w 488"/>
                <a:gd name="T53" fmla="*/ 478 h 536"/>
                <a:gd name="T54" fmla="*/ 488 w 488"/>
                <a:gd name="T55" fmla="*/ 494 h 536"/>
                <a:gd name="T56" fmla="*/ 487 w 488"/>
                <a:gd name="T57" fmla="*/ 512 h 536"/>
                <a:gd name="T58" fmla="*/ 478 w 488"/>
                <a:gd name="T59" fmla="*/ 524 h 536"/>
                <a:gd name="T60" fmla="*/ 464 w 488"/>
                <a:gd name="T61" fmla="*/ 533 h 536"/>
                <a:gd name="T62" fmla="*/ 448 w 488"/>
                <a:gd name="T63" fmla="*/ 536 h 536"/>
                <a:gd name="T64" fmla="*/ 0 w 488"/>
                <a:gd name="T65" fmla="*/ 536 h 536"/>
                <a:gd name="T66" fmla="*/ 0 w 488"/>
                <a:gd name="T6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88" h="536">
                  <a:moveTo>
                    <a:pt x="0" y="0"/>
                  </a:moveTo>
                  <a:lnTo>
                    <a:pt x="440" y="0"/>
                  </a:lnTo>
                  <a:lnTo>
                    <a:pt x="455" y="2"/>
                  </a:lnTo>
                  <a:lnTo>
                    <a:pt x="467" y="12"/>
                  </a:lnTo>
                  <a:lnTo>
                    <a:pt x="476" y="25"/>
                  </a:lnTo>
                  <a:lnTo>
                    <a:pt x="480" y="40"/>
                  </a:lnTo>
                  <a:lnTo>
                    <a:pt x="476" y="56"/>
                  </a:lnTo>
                  <a:lnTo>
                    <a:pt x="467" y="70"/>
                  </a:lnTo>
                  <a:lnTo>
                    <a:pt x="455" y="79"/>
                  </a:lnTo>
                  <a:lnTo>
                    <a:pt x="440" y="82"/>
                  </a:lnTo>
                  <a:lnTo>
                    <a:pt x="97" y="82"/>
                  </a:lnTo>
                  <a:lnTo>
                    <a:pt x="97" y="218"/>
                  </a:lnTo>
                  <a:lnTo>
                    <a:pt x="354" y="218"/>
                  </a:lnTo>
                  <a:lnTo>
                    <a:pt x="370" y="222"/>
                  </a:lnTo>
                  <a:lnTo>
                    <a:pt x="384" y="231"/>
                  </a:lnTo>
                  <a:lnTo>
                    <a:pt x="392" y="243"/>
                  </a:lnTo>
                  <a:lnTo>
                    <a:pt x="396" y="259"/>
                  </a:lnTo>
                  <a:lnTo>
                    <a:pt x="392" y="276"/>
                  </a:lnTo>
                  <a:lnTo>
                    <a:pt x="384" y="288"/>
                  </a:lnTo>
                  <a:lnTo>
                    <a:pt x="370" y="297"/>
                  </a:lnTo>
                  <a:lnTo>
                    <a:pt x="354" y="300"/>
                  </a:lnTo>
                  <a:lnTo>
                    <a:pt x="97" y="300"/>
                  </a:lnTo>
                  <a:lnTo>
                    <a:pt x="97" y="454"/>
                  </a:lnTo>
                  <a:lnTo>
                    <a:pt x="448" y="454"/>
                  </a:lnTo>
                  <a:lnTo>
                    <a:pt x="464" y="457"/>
                  </a:lnTo>
                  <a:lnTo>
                    <a:pt x="478" y="466"/>
                  </a:lnTo>
                  <a:lnTo>
                    <a:pt x="487" y="478"/>
                  </a:lnTo>
                  <a:lnTo>
                    <a:pt x="488" y="494"/>
                  </a:lnTo>
                  <a:lnTo>
                    <a:pt x="487" y="512"/>
                  </a:lnTo>
                  <a:lnTo>
                    <a:pt x="478" y="524"/>
                  </a:lnTo>
                  <a:lnTo>
                    <a:pt x="464" y="533"/>
                  </a:lnTo>
                  <a:lnTo>
                    <a:pt x="448" y="536"/>
                  </a:lnTo>
                  <a:lnTo>
                    <a:pt x="0" y="536"/>
                  </a:lnTo>
                  <a:lnTo>
                    <a:pt x="0"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4" name="Freeform 8"/>
            <p:cNvSpPr>
              <a:spLocks/>
            </p:cNvSpPr>
            <p:nvPr userDrawn="1"/>
          </p:nvSpPr>
          <p:spPr bwMode="auto">
            <a:xfrm>
              <a:off x="2219326" y="-1244600"/>
              <a:ext cx="906463" cy="850900"/>
            </a:xfrm>
            <a:custGeom>
              <a:avLst/>
              <a:gdLst>
                <a:gd name="T0" fmla="*/ 48 w 571"/>
                <a:gd name="T1" fmla="*/ 0 h 536"/>
                <a:gd name="T2" fmla="*/ 65 w 571"/>
                <a:gd name="T3" fmla="*/ 4 h 536"/>
                <a:gd name="T4" fmla="*/ 79 w 571"/>
                <a:gd name="T5" fmla="*/ 12 h 536"/>
                <a:gd name="T6" fmla="*/ 89 w 571"/>
                <a:gd name="T7" fmla="*/ 26 h 536"/>
                <a:gd name="T8" fmla="*/ 280 w 571"/>
                <a:gd name="T9" fmla="*/ 431 h 536"/>
                <a:gd name="T10" fmla="*/ 285 w 571"/>
                <a:gd name="T11" fmla="*/ 440 h 536"/>
                <a:gd name="T12" fmla="*/ 484 w 571"/>
                <a:gd name="T13" fmla="*/ 26 h 536"/>
                <a:gd name="T14" fmla="*/ 494 w 571"/>
                <a:gd name="T15" fmla="*/ 12 h 536"/>
                <a:gd name="T16" fmla="*/ 508 w 571"/>
                <a:gd name="T17" fmla="*/ 2 h 536"/>
                <a:gd name="T18" fmla="*/ 526 w 571"/>
                <a:gd name="T19" fmla="*/ 0 h 536"/>
                <a:gd name="T20" fmla="*/ 541 w 571"/>
                <a:gd name="T21" fmla="*/ 2 h 536"/>
                <a:gd name="T22" fmla="*/ 554 w 571"/>
                <a:gd name="T23" fmla="*/ 9 h 536"/>
                <a:gd name="T24" fmla="*/ 564 w 571"/>
                <a:gd name="T25" fmla="*/ 21 h 536"/>
                <a:gd name="T26" fmla="*/ 571 w 571"/>
                <a:gd name="T27" fmla="*/ 35 h 536"/>
                <a:gd name="T28" fmla="*/ 571 w 571"/>
                <a:gd name="T29" fmla="*/ 51 h 536"/>
                <a:gd name="T30" fmla="*/ 568 w 571"/>
                <a:gd name="T31" fmla="*/ 67 h 536"/>
                <a:gd name="T32" fmla="*/ 337 w 571"/>
                <a:gd name="T33" fmla="*/ 536 h 536"/>
                <a:gd name="T34" fmla="*/ 233 w 571"/>
                <a:gd name="T35" fmla="*/ 536 h 536"/>
                <a:gd name="T36" fmla="*/ 6 w 571"/>
                <a:gd name="T37" fmla="*/ 67 h 536"/>
                <a:gd name="T38" fmla="*/ 0 w 571"/>
                <a:gd name="T39" fmla="*/ 51 h 536"/>
                <a:gd name="T40" fmla="*/ 2 w 571"/>
                <a:gd name="T41" fmla="*/ 35 h 536"/>
                <a:gd name="T42" fmla="*/ 7 w 571"/>
                <a:gd name="T43" fmla="*/ 21 h 536"/>
                <a:gd name="T44" fmla="*/ 18 w 571"/>
                <a:gd name="T45" fmla="*/ 9 h 536"/>
                <a:gd name="T46" fmla="*/ 32 w 571"/>
                <a:gd name="T47" fmla="*/ 2 h 536"/>
                <a:gd name="T48" fmla="*/ 48 w 571"/>
                <a:gd name="T4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571" h="536">
                  <a:moveTo>
                    <a:pt x="48" y="0"/>
                  </a:moveTo>
                  <a:lnTo>
                    <a:pt x="65" y="4"/>
                  </a:lnTo>
                  <a:lnTo>
                    <a:pt x="79" y="12"/>
                  </a:lnTo>
                  <a:lnTo>
                    <a:pt x="89" y="26"/>
                  </a:lnTo>
                  <a:lnTo>
                    <a:pt x="280" y="431"/>
                  </a:lnTo>
                  <a:lnTo>
                    <a:pt x="285" y="440"/>
                  </a:lnTo>
                  <a:lnTo>
                    <a:pt x="484" y="26"/>
                  </a:lnTo>
                  <a:lnTo>
                    <a:pt x="494" y="12"/>
                  </a:lnTo>
                  <a:lnTo>
                    <a:pt x="508" y="2"/>
                  </a:lnTo>
                  <a:lnTo>
                    <a:pt x="526" y="0"/>
                  </a:lnTo>
                  <a:lnTo>
                    <a:pt x="541" y="2"/>
                  </a:lnTo>
                  <a:lnTo>
                    <a:pt x="554" y="9"/>
                  </a:lnTo>
                  <a:lnTo>
                    <a:pt x="564" y="21"/>
                  </a:lnTo>
                  <a:lnTo>
                    <a:pt x="571" y="35"/>
                  </a:lnTo>
                  <a:lnTo>
                    <a:pt x="571" y="51"/>
                  </a:lnTo>
                  <a:lnTo>
                    <a:pt x="568" y="67"/>
                  </a:lnTo>
                  <a:lnTo>
                    <a:pt x="337" y="536"/>
                  </a:lnTo>
                  <a:lnTo>
                    <a:pt x="233" y="536"/>
                  </a:lnTo>
                  <a:lnTo>
                    <a:pt x="6" y="67"/>
                  </a:lnTo>
                  <a:lnTo>
                    <a:pt x="0" y="51"/>
                  </a:lnTo>
                  <a:lnTo>
                    <a:pt x="2" y="35"/>
                  </a:lnTo>
                  <a:lnTo>
                    <a:pt x="7" y="21"/>
                  </a:lnTo>
                  <a:lnTo>
                    <a:pt x="18" y="9"/>
                  </a:lnTo>
                  <a:lnTo>
                    <a:pt x="32" y="2"/>
                  </a:lnTo>
                  <a:lnTo>
                    <a:pt x="48"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5" name="Freeform 9"/>
            <p:cNvSpPr>
              <a:spLocks noEditPoints="1"/>
            </p:cNvSpPr>
            <p:nvPr userDrawn="1"/>
          </p:nvSpPr>
          <p:spPr bwMode="auto">
            <a:xfrm>
              <a:off x="3125788" y="-1244600"/>
              <a:ext cx="1017588" cy="850900"/>
            </a:xfrm>
            <a:custGeom>
              <a:avLst/>
              <a:gdLst>
                <a:gd name="T0" fmla="*/ 321 w 641"/>
                <a:gd name="T1" fmla="*/ 70 h 536"/>
                <a:gd name="T2" fmla="*/ 201 w 641"/>
                <a:gd name="T3" fmla="*/ 328 h 536"/>
                <a:gd name="T4" fmla="*/ 443 w 641"/>
                <a:gd name="T5" fmla="*/ 328 h 536"/>
                <a:gd name="T6" fmla="*/ 321 w 641"/>
                <a:gd name="T7" fmla="*/ 70 h 536"/>
                <a:gd name="T8" fmla="*/ 264 w 641"/>
                <a:gd name="T9" fmla="*/ 0 h 536"/>
                <a:gd name="T10" fmla="*/ 381 w 641"/>
                <a:gd name="T11" fmla="*/ 0 h 536"/>
                <a:gd name="T12" fmla="*/ 641 w 641"/>
                <a:gd name="T13" fmla="*/ 536 h 536"/>
                <a:gd name="T14" fmla="*/ 538 w 641"/>
                <a:gd name="T15" fmla="*/ 536 h 536"/>
                <a:gd name="T16" fmla="*/ 482 w 641"/>
                <a:gd name="T17" fmla="*/ 414 h 536"/>
                <a:gd name="T18" fmla="*/ 480 w 641"/>
                <a:gd name="T19" fmla="*/ 410 h 536"/>
                <a:gd name="T20" fmla="*/ 161 w 641"/>
                <a:gd name="T21" fmla="*/ 410 h 536"/>
                <a:gd name="T22" fmla="*/ 103 w 641"/>
                <a:gd name="T23" fmla="*/ 536 h 536"/>
                <a:gd name="T24" fmla="*/ 0 w 641"/>
                <a:gd name="T25" fmla="*/ 536 h 536"/>
                <a:gd name="T26" fmla="*/ 264 w 641"/>
                <a:gd name="T2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41" h="536">
                  <a:moveTo>
                    <a:pt x="321" y="70"/>
                  </a:moveTo>
                  <a:lnTo>
                    <a:pt x="201" y="328"/>
                  </a:lnTo>
                  <a:lnTo>
                    <a:pt x="443" y="328"/>
                  </a:lnTo>
                  <a:lnTo>
                    <a:pt x="321" y="70"/>
                  </a:lnTo>
                  <a:close/>
                  <a:moveTo>
                    <a:pt x="264" y="0"/>
                  </a:moveTo>
                  <a:lnTo>
                    <a:pt x="381" y="0"/>
                  </a:lnTo>
                  <a:lnTo>
                    <a:pt x="641" y="536"/>
                  </a:lnTo>
                  <a:lnTo>
                    <a:pt x="538" y="536"/>
                  </a:lnTo>
                  <a:lnTo>
                    <a:pt x="482" y="414"/>
                  </a:lnTo>
                  <a:lnTo>
                    <a:pt x="480" y="410"/>
                  </a:lnTo>
                  <a:lnTo>
                    <a:pt x="161" y="410"/>
                  </a:lnTo>
                  <a:lnTo>
                    <a:pt x="103" y="536"/>
                  </a:lnTo>
                  <a:lnTo>
                    <a:pt x="0" y="536"/>
                  </a:lnTo>
                  <a:lnTo>
                    <a:pt x="264"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6" name="Freeform 10"/>
            <p:cNvSpPr>
              <a:spLocks/>
            </p:cNvSpPr>
            <p:nvPr userDrawn="1"/>
          </p:nvSpPr>
          <p:spPr bwMode="auto">
            <a:xfrm>
              <a:off x="4106863" y="-1244600"/>
              <a:ext cx="928688" cy="850900"/>
            </a:xfrm>
            <a:custGeom>
              <a:avLst/>
              <a:gdLst>
                <a:gd name="T0" fmla="*/ 42 w 585"/>
                <a:gd name="T1" fmla="*/ 0 h 536"/>
                <a:gd name="T2" fmla="*/ 545 w 585"/>
                <a:gd name="T3" fmla="*/ 0 h 536"/>
                <a:gd name="T4" fmla="*/ 560 w 585"/>
                <a:gd name="T5" fmla="*/ 2 h 536"/>
                <a:gd name="T6" fmla="*/ 574 w 585"/>
                <a:gd name="T7" fmla="*/ 12 h 536"/>
                <a:gd name="T8" fmla="*/ 583 w 585"/>
                <a:gd name="T9" fmla="*/ 25 h 536"/>
                <a:gd name="T10" fmla="*/ 585 w 585"/>
                <a:gd name="T11" fmla="*/ 40 h 536"/>
                <a:gd name="T12" fmla="*/ 583 w 585"/>
                <a:gd name="T13" fmla="*/ 56 h 536"/>
                <a:gd name="T14" fmla="*/ 574 w 585"/>
                <a:gd name="T15" fmla="*/ 70 h 536"/>
                <a:gd name="T16" fmla="*/ 560 w 585"/>
                <a:gd name="T17" fmla="*/ 79 h 536"/>
                <a:gd name="T18" fmla="*/ 545 w 585"/>
                <a:gd name="T19" fmla="*/ 82 h 536"/>
                <a:gd name="T20" fmla="*/ 342 w 585"/>
                <a:gd name="T21" fmla="*/ 82 h 536"/>
                <a:gd name="T22" fmla="*/ 342 w 585"/>
                <a:gd name="T23" fmla="*/ 536 h 536"/>
                <a:gd name="T24" fmla="*/ 244 w 585"/>
                <a:gd name="T25" fmla="*/ 536 h 536"/>
                <a:gd name="T26" fmla="*/ 244 w 585"/>
                <a:gd name="T27" fmla="*/ 82 h 536"/>
                <a:gd name="T28" fmla="*/ 42 w 585"/>
                <a:gd name="T29" fmla="*/ 82 h 536"/>
                <a:gd name="T30" fmla="*/ 26 w 585"/>
                <a:gd name="T31" fmla="*/ 79 h 536"/>
                <a:gd name="T32" fmla="*/ 12 w 585"/>
                <a:gd name="T33" fmla="*/ 70 h 536"/>
                <a:gd name="T34" fmla="*/ 4 w 585"/>
                <a:gd name="T35" fmla="*/ 56 h 536"/>
                <a:gd name="T36" fmla="*/ 0 w 585"/>
                <a:gd name="T37" fmla="*/ 40 h 536"/>
                <a:gd name="T38" fmla="*/ 4 w 585"/>
                <a:gd name="T39" fmla="*/ 25 h 536"/>
                <a:gd name="T40" fmla="*/ 12 w 585"/>
                <a:gd name="T41" fmla="*/ 12 h 536"/>
                <a:gd name="T42" fmla="*/ 26 w 585"/>
                <a:gd name="T43" fmla="*/ 2 h 536"/>
                <a:gd name="T44" fmla="*/ 42 w 585"/>
                <a:gd name="T45"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585" h="536">
                  <a:moveTo>
                    <a:pt x="42" y="0"/>
                  </a:moveTo>
                  <a:lnTo>
                    <a:pt x="545" y="0"/>
                  </a:lnTo>
                  <a:lnTo>
                    <a:pt x="560" y="2"/>
                  </a:lnTo>
                  <a:lnTo>
                    <a:pt x="574" y="12"/>
                  </a:lnTo>
                  <a:lnTo>
                    <a:pt x="583" y="25"/>
                  </a:lnTo>
                  <a:lnTo>
                    <a:pt x="585" y="40"/>
                  </a:lnTo>
                  <a:lnTo>
                    <a:pt x="583" y="56"/>
                  </a:lnTo>
                  <a:lnTo>
                    <a:pt x="574" y="70"/>
                  </a:lnTo>
                  <a:lnTo>
                    <a:pt x="560" y="79"/>
                  </a:lnTo>
                  <a:lnTo>
                    <a:pt x="545" y="82"/>
                  </a:lnTo>
                  <a:lnTo>
                    <a:pt x="342" y="82"/>
                  </a:lnTo>
                  <a:lnTo>
                    <a:pt x="342" y="536"/>
                  </a:lnTo>
                  <a:lnTo>
                    <a:pt x="244" y="536"/>
                  </a:lnTo>
                  <a:lnTo>
                    <a:pt x="244" y="82"/>
                  </a:lnTo>
                  <a:lnTo>
                    <a:pt x="42" y="82"/>
                  </a:lnTo>
                  <a:lnTo>
                    <a:pt x="26" y="79"/>
                  </a:lnTo>
                  <a:lnTo>
                    <a:pt x="12" y="70"/>
                  </a:lnTo>
                  <a:lnTo>
                    <a:pt x="4" y="56"/>
                  </a:lnTo>
                  <a:lnTo>
                    <a:pt x="0" y="40"/>
                  </a:lnTo>
                  <a:lnTo>
                    <a:pt x="4" y="25"/>
                  </a:lnTo>
                  <a:lnTo>
                    <a:pt x="12" y="12"/>
                  </a:lnTo>
                  <a:lnTo>
                    <a:pt x="26" y="2"/>
                  </a:lnTo>
                  <a:lnTo>
                    <a:pt x="42"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7" name="Freeform 11"/>
            <p:cNvSpPr>
              <a:spLocks/>
            </p:cNvSpPr>
            <p:nvPr userDrawn="1"/>
          </p:nvSpPr>
          <p:spPr bwMode="auto">
            <a:xfrm>
              <a:off x="5214938" y="-1244600"/>
              <a:ext cx="906463" cy="873125"/>
            </a:xfrm>
            <a:custGeom>
              <a:avLst/>
              <a:gdLst>
                <a:gd name="T0" fmla="*/ 49 w 571"/>
                <a:gd name="T1" fmla="*/ 0 h 550"/>
                <a:gd name="T2" fmla="*/ 68 w 571"/>
                <a:gd name="T3" fmla="*/ 4 h 550"/>
                <a:gd name="T4" fmla="*/ 84 w 571"/>
                <a:gd name="T5" fmla="*/ 14 h 550"/>
                <a:gd name="T6" fmla="*/ 94 w 571"/>
                <a:gd name="T7" fmla="*/ 30 h 550"/>
                <a:gd name="T8" fmla="*/ 98 w 571"/>
                <a:gd name="T9" fmla="*/ 49 h 550"/>
                <a:gd name="T10" fmla="*/ 98 w 571"/>
                <a:gd name="T11" fmla="*/ 299 h 550"/>
                <a:gd name="T12" fmla="*/ 98 w 571"/>
                <a:gd name="T13" fmla="*/ 320 h 550"/>
                <a:gd name="T14" fmla="*/ 101 w 571"/>
                <a:gd name="T15" fmla="*/ 342 h 550"/>
                <a:gd name="T16" fmla="*/ 105 w 571"/>
                <a:gd name="T17" fmla="*/ 363 h 550"/>
                <a:gd name="T18" fmla="*/ 112 w 571"/>
                <a:gd name="T19" fmla="*/ 384 h 550"/>
                <a:gd name="T20" fmla="*/ 122 w 571"/>
                <a:gd name="T21" fmla="*/ 403 h 550"/>
                <a:gd name="T22" fmla="*/ 136 w 571"/>
                <a:gd name="T23" fmla="*/ 421 h 550"/>
                <a:gd name="T24" fmla="*/ 156 w 571"/>
                <a:gd name="T25" fmla="*/ 437 h 550"/>
                <a:gd name="T26" fmla="*/ 180 w 571"/>
                <a:gd name="T27" fmla="*/ 449 h 550"/>
                <a:gd name="T28" fmla="*/ 208 w 571"/>
                <a:gd name="T29" fmla="*/ 459 h 550"/>
                <a:gd name="T30" fmla="*/ 245 w 571"/>
                <a:gd name="T31" fmla="*/ 464 h 550"/>
                <a:gd name="T32" fmla="*/ 286 w 571"/>
                <a:gd name="T33" fmla="*/ 466 h 550"/>
                <a:gd name="T34" fmla="*/ 328 w 571"/>
                <a:gd name="T35" fmla="*/ 464 h 550"/>
                <a:gd name="T36" fmla="*/ 363 w 571"/>
                <a:gd name="T37" fmla="*/ 459 h 550"/>
                <a:gd name="T38" fmla="*/ 391 w 571"/>
                <a:gd name="T39" fmla="*/ 449 h 550"/>
                <a:gd name="T40" fmla="*/ 416 w 571"/>
                <a:gd name="T41" fmla="*/ 437 h 550"/>
                <a:gd name="T42" fmla="*/ 435 w 571"/>
                <a:gd name="T43" fmla="*/ 421 h 550"/>
                <a:gd name="T44" fmla="*/ 449 w 571"/>
                <a:gd name="T45" fmla="*/ 403 h 550"/>
                <a:gd name="T46" fmla="*/ 459 w 571"/>
                <a:gd name="T47" fmla="*/ 384 h 550"/>
                <a:gd name="T48" fmla="*/ 466 w 571"/>
                <a:gd name="T49" fmla="*/ 363 h 550"/>
                <a:gd name="T50" fmla="*/ 470 w 571"/>
                <a:gd name="T51" fmla="*/ 342 h 550"/>
                <a:gd name="T52" fmla="*/ 473 w 571"/>
                <a:gd name="T53" fmla="*/ 320 h 550"/>
                <a:gd name="T54" fmla="*/ 473 w 571"/>
                <a:gd name="T55" fmla="*/ 299 h 550"/>
                <a:gd name="T56" fmla="*/ 473 w 571"/>
                <a:gd name="T57" fmla="*/ 49 h 550"/>
                <a:gd name="T58" fmla="*/ 477 w 571"/>
                <a:gd name="T59" fmla="*/ 30 h 550"/>
                <a:gd name="T60" fmla="*/ 487 w 571"/>
                <a:gd name="T61" fmla="*/ 14 h 550"/>
                <a:gd name="T62" fmla="*/ 503 w 571"/>
                <a:gd name="T63" fmla="*/ 4 h 550"/>
                <a:gd name="T64" fmla="*/ 522 w 571"/>
                <a:gd name="T65" fmla="*/ 0 h 550"/>
                <a:gd name="T66" fmla="*/ 541 w 571"/>
                <a:gd name="T67" fmla="*/ 4 h 550"/>
                <a:gd name="T68" fmla="*/ 557 w 571"/>
                <a:gd name="T69" fmla="*/ 14 h 550"/>
                <a:gd name="T70" fmla="*/ 567 w 571"/>
                <a:gd name="T71" fmla="*/ 30 h 550"/>
                <a:gd name="T72" fmla="*/ 571 w 571"/>
                <a:gd name="T73" fmla="*/ 49 h 550"/>
                <a:gd name="T74" fmla="*/ 571 w 571"/>
                <a:gd name="T75" fmla="*/ 306 h 550"/>
                <a:gd name="T76" fmla="*/ 567 w 571"/>
                <a:gd name="T77" fmla="*/ 358 h 550"/>
                <a:gd name="T78" fmla="*/ 557 w 571"/>
                <a:gd name="T79" fmla="*/ 402 h 550"/>
                <a:gd name="T80" fmla="*/ 540 w 571"/>
                <a:gd name="T81" fmla="*/ 442 h 550"/>
                <a:gd name="T82" fmla="*/ 513 w 571"/>
                <a:gd name="T83" fmla="*/ 475 h 550"/>
                <a:gd name="T84" fmla="*/ 482 w 571"/>
                <a:gd name="T85" fmla="*/ 501 h 550"/>
                <a:gd name="T86" fmla="*/ 444 w 571"/>
                <a:gd name="T87" fmla="*/ 522 h 550"/>
                <a:gd name="T88" fmla="*/ 398 w 571"/>
                <a:gd name="T89" fmla="*/ 538 h 550"/>
                <a:gd name="T90" fmla="*/ 346 w 571"/>
                <a:gd name="T91" fmla="*/ 547 h 550"/>
                <a:gd name="T92" fmla="*/ 286 w 571"/>
                <a:gd name="T93" fmla="*/ 550 h 550"/>
                <a:gd name="T94" fmla="*/ 225 w 571"/>
                <a:gd name="T95" fmla="*/ 547 h 550"/>
                <a:gd name="T96" fmla="*/ 173 w 571"/>
                <a:gd name="T97" fmla="*/ 538 h 550"/>
                <a:gd name="T98" fmla="*/ 128 w 571"/>
                <a:gd name="T99" fmla="*/ 522 h 550"/>
                <a:gd name="T100" fmla="*/ 89 w 571"/>
                <a:gd name="T101" fmla="*/ 501 h 550"/>
                <a:gd name="T102" fmla="*/ 58 w 571"/>
                <a:gd name="T103" fmla="*/ 475 h 550"/>
                <a:gd name="T104" fmla="*/ 32 w 571"/>
                <a:gd name="T105" fmla="*/ 442 h 550"/>
                <a:gd name="T106" fmla="*/ 14 w 571"/>
                <a:gd name="T107" fmla="*/ 402 h 550"/>
                <a:gd name="T108" fmla="*/ 4 w 571"/>
                <a:gd name="T109" fmla="*/ 358 h 550"/>
                <a:gd name="T110" fmla="*/ 0 w 571"/>
                <a:gd name="T111" fmla="*/ 306 h 550"/>
                <a:gd name="T112" fmla="*/ 0 w 571"/>
                <a:gd name="T113" fmla="*/ 49 h 550"/>
                <a:gd name="T114" fmla="*/ 4 w 571"/>
                <a:gd name="T115" fmla="*/ 30 h 550"/>
                <a:gd name="T116" fmla="*/ 14 w 571"/>
                <a:gd name="T117" fmla="*/ 14 h 550"/>
                <a:gd name="T118" fmla="*/ 30 w 571"/>
                <a:gd name="T119" fmla="*/ 4 h 550"/>
                <a:gd name="T120" fmla="*/ 49 w 571"/>
                <a:gd name="T121" fmla="*/ 0 h 5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571" h="550">
                  <a:moveTo>
                    <a:pt x="49" y="0"/>
                  </a:moveTo>
                  <a:lnTo>
                    <a:pt x="68" y="4"/>
                  </a:lnTo>
                  <a:lnTo>
                    <a:pt x="84" y="14"/>
                  </a:lnTo>
                  <a:lnTo>
                    <a:pt x="94" y="30"/>
                  </a:lnTo>
                  <a:lnTo>
                    <a:pt x="98" y="49"/>
                  </a:lnTo>
                  <a:lnTo>
                    <a:pt x="98" y="299"/>
                  </a:lnTo>
                  <a:lnTo>
                    <a:pt x="98" y="320"/>
                  </a:lnTo>
                  <a:lnTo>
                    <a:pt x="101" y="342"/>
                  </a:lnTo>
                  <a:lnTo>
                    <a:pt x="105" y="363"/>
                  </a:lnTo>
                  <a:lnTo>
                    <a:pt x="112" y="384"/>
                  </a:lnTo>
                  <a:lnTo>
                    <a:pt x="122" y="403"/>
                  </a:lnTo>
                  <a:lnTo>
                    <a:pt x="136" y="421"/>
                  </a:lnTo>
                  <a:lnTo>
                    <a:pt x="156" y="437"/>
                  </a:lnTo>
                  <a:lnTo>
                    <a:pt x="180" y="449"/>
                  </a:lnTo>
                  <a:lnTo>
                    <a:pt x="208" y="459"/>
                  </a:lnTo>
                  <a:lnTo>
                    <a:pt x="245" y="464"/>
                  </a:lnTo>
                  <a:lnTo>
                    <a:pt x="286" y="466"/>
                  </a:lnTo>
                  <a:lnTo>
                    <a:pt x="328" y="464"/>
                  </a:lnTo>
                  <a:lnTo>
                    <a:pt x="363" y="459"/>
                  </a:lnTo>
                  <a:lnTo>
                    <a:pt x="391" y="449"/>
                  </a:lnTo>
                  <a:lnTo>
                    <a:pt x="416" y="437"/>
                  </a:lnTo>
                  <a:lnTo>
                    <a:pt x="435" y="421"/>
                  </a:lnTo>
                  <a:lnTo>
                    <a:pt x="449" y="403"/>
                  </a:lnTo>
                  <a:lnTo>
                    <a:pt x="459" y="384"/>
                  </a:lnTo>
                  <a:lnTo>
                    <a:pt x="466" y="363"/>
                  </a:lnTo>
                  <a:lnTo>
                    <a:pt x="470" y="342"/>
                  </a:lnTo>
                  <a:lnTo>
                    <a:pt x="473" y="320"/>
                  </a:lnTo>
                  <a:lnTo>
                    <a:pt x="473" y="299"/>
                  </a:lnTo>
                  <a:lnTo>
                    <a:pt x="473" y="49"/>
                  </a:lnTo>
                  <a:lnTo>
                    <a:pt x="477" y="30"/>
                  </a:lnTo>
                  <a:lnTo>
                    <a:pt x="487" y="14"/>
                  </a:lnTo>
                  <a:lnTo>
                    <a:pt x="503" y="4"/>
                  </a:lnTo>
                  <a:lnTo>
                    <a:pt x="522" y="0"/>
                  </a:lnTo>
                  <a:lnTo>
                    <a:pt x="541" y="4"/>
                  </a:lnTo>
                  <a:lnTo>
                    <a:pt x="557" y="14"/>
                  </a:lnTo>
                  <a:lnTo>
                    <a:pt x="567" y="30"/>
                  </a:lnTo>
                  <a:lnTo>
                    <a:pt x="571" y="49"/>
                  </a:lnTo>
                  <a:lnTo>
                    <a:pt x="571" y="306"/>
                  </a:lnTo>
                  <a:lnTo>
                    <a:pt x="567" y="358"/>
                  </a:lnTo>
                  <a:lnTo>
                    <a:pt x="557" y="402"/>
                  </a:lnTo>
                  <a:lnTo>
                    <a:pt x="540" y="442"/>
                  </a:lnTo>
                  <a:lnTo>
                    <a:pt x="513" y="475"/>
                  </a:lnTo>
                  <a:lnTo>
                    <a:pt x="482" y="501"/>
                  </a:lnTo>
                  <a:lnTo>
                    <a:pt x="444" y="522"/>
                  </a:lnTo>
                  <a:lnTo>
                    <a:pt x="398" y="538"/>
                  </a:lnTo>
                  <a:lnTo>
                    <a:pt x="346" y="547"/>
                  </a:lnTo>
                  <a:lnTo>
                    <a:pt x="286" y="550"/>
                  </a:lnTo>
                  <a:lnTo>
                    <a:pt x="225" y="547"/>
                  </a:lnTo>
                  <a:lnTo>
                    <a:pt x="173" y="538"/>
                  </a:lnTo>
                  <a:lnTo>
                    <a:pt x="128" y="522"/>
                  </a:lnTo>
                  <a:lnTo>
                    <a:pt x="89" y="501"/>
                  </a:lnTo>
                  <a:lnTo>
                    <a:pt x="58" y="475"/>
                  </a:lnTo>
                  <a:lnTo>
                    <a:pt x="32" y="442"/>
                  </a:lnTo>
                  <a:lnTo>
                    <a:pt x="14" y="402"/>
                  </a:lnTo>
                  <a:lnTo>
                    <a:pt x="4" y="358"/>
                  </a:lnTo>
                  <a:lnTo>
                    <a:pt x="0" y="306"/>
                  </a:lnTo>
                  <a:lnTo>
                    <a:pt x="0" y="49"/>
                  </a:lnTo>
                  <a:lnTo>
                    <a:pt x="4" y="30"/>
                  </a:lnTo>
                  <a:lnTo>
                    <a:pt x="14" y="14"/>
                  </a:lnTo>
                  <a:lnTo>
                    <a:pt x="30" y="4"/>
                  </a:lnTo>
                  <a:lnTo>
                    <a:pt x="49"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8" name="Freeform 12"/>
            <p:cNvSpPr>
              <a:spLocks noEditPoints="1"/>
            </p:cNvSpPr>
            <p:nvPr userDrawn="1"/>
          </p:nvSpPr>
          <p:spPr bwMode="auto">
            <a:xfrm>
              <a:off x="6384926" y="-1244600"/>
              <a:ext cx="873125" cy="850900"/>
            </a:xfrm>
            <a:custGeom>
              <a:avLst/>
              <a:gdLst>
                <a:gd name="T0" fmla="*/ 96 w 550"/>
                <a:gd name="T1" fmla="*/ 79 h 536"/>
                <a:gd name="T2" fmla="*/ 96 w 550"/>
                <a:gd name="T3" fmla="*/ 241 h 536"/>
                <a:gd name="T4" fmla="*/ 307 w 550"/>
                <a:gd name="T5" fmla="*/ 241 h 536"/>
                <a:gd name="T6" fmla="*/ 342 w 550"/>
                <a:gd name="T7" fmla="*/ 241 h 536"/>
                <a:gd name="T8" fmla="*/ 372 w 550"/>
                <a:gd name="T9" fmla="*/ 238 h 536"/>
                <a:gd name="T10" fmla="*/ 398 w 550"/>
                <a:gd name="T11" fmla="*/ 231 h 536"/>
                <a:gd name="T12" fmla="*/ 417 w 550"/>
                <a:gd name="T13" fmla="*/ 222 h 536"/>
                <a:gd name="T14" fmla="*/ 431 w 550"/>
                <a:gd name="T15" fmla="*/ 206 h 536"/>
                <a:gd name="T16" fmla="*/ 440 w 550"/>
                <a:gd name="T17" fmla="*/ 187 h 536"/>
                <a:gd name="T18" fmla="*/ 443 w 550"/>
                <a:gd name="T19" fmla="*/ 161 h 536"/>
                <a:gd name="T20" fmla="*/ 440 w 550"/>
                <a:gd name="T21" fmla="*/ 135 h 536"/>
                <a:gd name="T22" fmla="*/ 431 w 550"/>
                <a:gd name="T23" fmla="*/ 114 h 536"/>
                <a:gd name="T24" fmla="*/ 417 w 550"/>
                <a:gd name="T25" fmla="*/ 100 h 536"/>
                <a:gd name="T26" fmla="*/ 398 w 550"/>
                <a:gd name="T27" fmla="*/ 89 h 536"/>
                <a:gd name="T28" fmla="*/ 372 w 550"/>
                <a:gd name="T29" fmla="*/ 84 h 536"/>
                <a:gd name="T30" fmla="*/ 342 w 550"/>
                <a:gd name="T31" fmla="*/ 80 h 536"/>
                <a:gd name="T32" fmla="*/ 307 w 550"/>
                <a:gd name="T33" fmla="*/ 79 h 536"/>
                <a:gd name="T34" fmla="*/ 96 w 550"/>
                <a:gd name="T35" fmla="*/ 79 h 536"/>
                <a:gd name="T36" fmla="*/ 0 w 550"/>
                <a:gd name="T37" fmla="*/ 0 h 536"/>
                <a:gd name="T38" fmla="*/ 323 w 550"/>
                <a:gd name="T39" fmla="*/ 0 h 536"/>
                <a:gd name="T40" fmla="*/ 377 w 550"/>
                <a:gd name="T41" fmla="*/ 2 h 536"/>
                <a:gd name="T42" fmla="*/ 422 w 550"/>
                <a:gd name="T43" fmla="*/ 9 h 536"/>
                <a:gd name="T44" fmla="*/ 459 w 550"/>
                <a:gd name="T45" fmla="*/ 19 h 536"/>
                <a:gd name="T46" fmla="*/ 489 w 550"/>
                <a:gd name="T47" fmla="*/ 37 h 536"/>
                <a:gd name="T48" fmla="*/ 511 w 550"/>
                <a:gd name="T49" fmla="*/ 58 h 536"/>
                <a:gd name="T50" fmla="*/ 527 w 550"/>
                <a:gd name="T51" fmla="*/ 86 h 536"/>
                <a:gd name="T52" fmla="*/ 537 w 550"/>
                <a:gd name="T53" fmla="*/ 119 h 536"/>
                <a:gd name="T54" fmla="*/ 539 w 550"/>
                <a:gd name="T55" fmla="*/ 157 h 536"/>
                <a:gd name="T56" fmla="*/ 537 w 550"/>
                <a:gd name="T57" fmla="*/ 194 h 536"/>
                <a:gd name="T58" fmla="*/ 527 w 550"/>
                <a:gd name="T59" fmla="*/ 225 h 536"/>
                <a:gd name="T60" fmla="*/ 513 w 550"/>
                <a:gd name="T61" fmla="*/ 252 h 536"/>
                <a:gd name="T62" fmla="*/ 494 w 550"/>
                <a:gd name="T63" fmla="*/ 272 h 536"/>
                <a:gd name="T64" fmla="*/ 471 w 550"/>
                <a:gd name="T65" fmla="*/ 290 h 536"/>
                <a:gd name="T66" fmla="*/ 447 w 550"/>
                <a:gd name="T67" fmla="*/ 302 h 536"/>
                <a:gd name="T68" fmla="*/ 419 w 550"/>
                <a:gd name="T69" fmla="*/ 311 h 536"/>
                <a:gd name="T70" fmla="*/ 393 w 550"/>
                <a:gd name="T71" fmla="*/ 314 h 536"/>
                <a:gd name="T72" fmla="*/ 384 w 550"/>
                <a:gd name="T73" fmla="*/ 314 h 536"/>
                <a:gd name="T74" fmla="*/ 550 w 550"/>
                <a:gd name="T75" fmla="*/ 536 h 536"/>
                <a:gd name="T76" fmla="*/ 431 w 550"/>
                <a:gd name="T77" fmla="*/ 536 h 536"/>
                <a:gd name="T78" fmla="*/ 274 w 550"/>
                <a:gd name="T79" fmla="*/ 323 h 536"/>
                <a:gd name="T80" fmla="*/ 272 w 550"/>
                <a:gd name="T81" fmla="*/ 321 h 536"/>
                <a:gd name="T82" fmla="*/ 96 w 550"/>
                <a:gd name="T83" fmla="*/ 321 h 536"/>
                <a:gd name="T84" fmla="*/ 96 w 550"/>
                <a:gd name="T85" fmla="*/ 536 h 536"/>
                <a:gd name="T86" fmla="*/ 0 w 550"/>
                <a:gd name="T87" fmla="*/ 536 h 536"/>
                <a:gd name="T88" fmla="*/ 0 w 550"/>
                <a:gd name="T8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50" h="536">
                  <a:moveTo>
                    <a:pt x="96" y="79"/>
                  </a:moveTo>
                  <a:lnTo>
                    <a:pt x="96" y="241"/>
                  </a:lnTo>
                  <a:lnTo>
                    <a:pt x="307" y="241"/>
                  </a:lnTo>
                  <a:lnTo>
                    <a:pt x="342" y="241"/>
                  </a:lnTo>
                  <a:lnTo>
                    <a:pt x="372" y="238"/>
                  </a:lnTo>
                  <a:lnTo>
                    <a:pt x="398" y="231"/>
                  </a:lnTo>
                  <a:lnTo>
                    <a:pt x="417" y="222"/>
                  </a:lnTo>
                  <a:lnTo>
                    <a:pt x="431" y="206"/>
                  </a:lnTo>
                  <a:lnTo>
                    <a:pt x="440" y="187"/>
                  </a:lnTo>
                  <a:lnTo>
                    <a:pt x="443" y="161"/>
                  </a:lnTo>
                  <a:lnTo>
                    <a:pt x="440" y="135"/>
                  </a:lnTo>
                  <a:lnTo>
                    <a:pt x="431" y="114"/>
                  </a:lnTo>
                  <a:lnTo>
                    <a:pt x="417" y="100"/>
                  </a:lnTo>
                  <a:lnTo>
                    <a:pt x="398" y="89"/>
                  </a:lnTo>
                  <a:lnTo>
                    <a:pt x="372" y="84"/>
                  </a:lnTo>
                  <a:lnTo>
                    <a:pt x="342" y="80"/>
                  </a:lnTo>
                  <a:lnTo>
                    <a:pt x="307" y="79"/>
                  </a:lnTo>
                  <a:lnTo>
                    <a:pt x="96" y="79"/>
                  </a:lnTo>
                  <a:close/>
                  <a:moveTo>
                    <a:pt x="0" y="0"/>
                  </a:moveTo>
                  <a:lnTo>
                    <a:pt x="323" y="0"/>
                  </a:lnTo>
                  <a:lnTo>
                    <a:pt x="377" y="2"/>
                  </a:lnTo>
                  <a:lnTo>
                    <a:pt x="422" y="9"/>
                  </a:lnTo>
                  <a:lnTo>
                    <a:pt x="459" y="19"/>
                  </a:lnTo>
                  <a:lnTo>
                    <a:pt x="489" y="37"/>
                  </a:lnTo>
                  <a:lnTo>
                    <a:pt x="511" y="58"/>
                  </a:lnTo>
                  <a:lnTo>
                    <a:pt x="527" y="86"/>
                  </a:lnTo>
                  <a:lnTo>
                    <a:pt x="537" y="119"/>
                  </a:lnTo>
                  <a:lnTo>
                    <a:pt x="539" y="157"/>
                  </a:lnTo>
                  <a:lnTo>
                    <a:pt x="537" y="194"/>
                  </a:lnTo>
                  <a:lnTo>
                    <a:pt x="527" y="225"/>
                  </a:lnTo>
                  <a:lnTo>
                    <a:pt x="513" y="252"/>
                  </a:lnTo>
                  <a:lnTo>
                    <a:pt x="494" y="272"/>
                  </a:lnTo>
                  <a:lnTo>
                    <a:pt x="471" y="290"/>
                  </a:lnTo>
                  <a:lnTo>
                    <a:pt x="447" y="302"/>
                  </a:lnTo>
                  <a:lnTo>
                    <a:pt x="419" y="311"/>
                  </a:lnTo>
                  <a:lnTo>
                    <a:pt x="393" y="314"/>
                  </a:lnTo>
                  <a:lnTo>
                    <a:pt x="384" y="314"/>
                  </a:lnTo>
                  <a:lnTo>
                    <a:pt x="550" y="536"/>
                  </a:lnTo>
                  <a:lnTo>
                    <a:pt x="431" y="536"/>
                  </a:lnTo>
                  <a:lnTo>
                    <a:pt x="274" y="323"/>
                  </a:lnTo>
                  <a:lnTo>
                    <a:pt x="272" y="321"/>
                  </a:lnTo>
                  <a:lnTo>
                    <a:pt x="96" y="321"/>
                  </a:lnTo>
                  <a:lnTo>
                    <a:pt x="96" y="536"/>
                  </a:lnTo>
                  <a:lnTo>
                    <a:pt x="0" y="536"/>
                  </a:lnTo>
                  <a:lnTo>
                    <a:pt x="0"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9" name="Freeform 13"/>
            <p:cNvSpPr>
              <a:spLocks/>
            </p:cNvSpPr>
            <p:nvPr userDrawn="1"/>
          </p:nvSpPr>
          <p:spPr bwMode="auto">
            <a:xfrm>
              <a:off x="7477126" y="-1244600"/>
              <a:ext cx="774700" cy="850900"/>
            </a:xfrm>
            <a:custGeom>
              <a:avLst/>
              <a:gdLst>
                <a:gd name="T0" fmla="*/ 0 w 488"/>
                <a:gd name="T1" fmla="*/ 0 h 536"/>
                <a:gd name="T2" fmla="*/ 438 w 488"/>
                <a:gd name="T3" fmla="*/ 0 h 536"/>
                <a:gd name="T4" fmla="*/ 453 w 488"/>
                <a:gd name="T5" fmla="*/ 2 h 536"/>
                <a:gd name="T6" fmla="*/ 467 w 488"/>
                <a:gd name="T7" fmla="*/ 12 h 536"/>
                <a:gd name="T8" fmla="*/ 476 w 488"/>
                <a:gd name="T9" fmla="*/ 25 h 536"/>
                <a:gd name="T10" fmla="*/ 480 w 488"/>
                <a:gd name="T11" fmla="*/ 40 h 536"/>
                <a:gd name="T12" fmla="*/ 476 w 488"/>
                <a:gd name="T13" fmla="*/ 56 h 536"/>
                <a:gd name="T14" fmla="*/ 467 w 488"/>
                <a:gd name="T15" fmla="*/ 70 h 536"/>
                <a:gd name="T16" fmla="*/ 453 w 488"/>
                <a:gd name="T17" fmla="*/ 79 h 536"/>
                <a:gd name="T18" fmla="*/ 438 w 488"/>
                <a:gd name="T19" fmla="*/ 82 h 536"/>
                <a:gd name="T20" fmla="*/ 97 w 488"/>
                <a:gd name="T21" fmla="*/ 82 h 536"/>
                <a:gd name="T22" fmla="*/ 97 w 488"/>
                <a:gd name="T23" fmla="*/ 218 h 536"/>
                <a:gd name="T24" fmla="*/ 333 w 488"/>
                <a:gd name="T25" fmla="*/ 218 h 536"/>
                <a:gd name="T26" fmla="*/ 349 w 488"/>
                <a:gd name="T27" fmla="*/ 222 h 536"/>
                <a:gd name="T28" fmla="*/ 361 w 488"/>
                <a:gd name="T29" fmla="*/ 231 h 536"/>
                <a:gd name="T30" fmla="*/ 370 w 488"/>
                <a:gd name="T31" fmla="*/ 243 h 536"/>
                <a:gd name="T32" fmla="*/ 373 w 488"/>
                <a:gd name="T33" fmla="*/ 259 h 536"/>
                <a:gd name="T34" fmla="*/ 370 w 488"/>
                <a:gd name="T35" fmla="*/ 276 h 536"/>
                <a:gd name="T36" fmla="*/ 361 w 488"/>
                <a:gd name="T37" fmla="*/ 288 h 536"/>
                <a:gd name="T38" fmla="*/ 349 w 488"/>
                <a:gd name="T39" fmla="*/ 297 h 536"/>
                <a:gd name="T40" fmla="*/ 333 w 488"/>
                <a:gd name="T41" fmla="*/ 300 h 536"/>
                <a:gd name="T42" fmla="*/ 97 w 488"/>
                <a:gd name="T43" fmla="*/ 300 h 536"/>
                <a:gd name="T44" fmla="*/ 97 w 488"/>
                <a:gd name="T45" fmla="*/ 454 h 536"/>
                <a:gd name="T46" fmla="*/ 446 w 488"/>
                <a:gd name="T47" fmla="*/ 454 h 536"/>
                <a:gd name="T48" fmla="*/ 464 w 488"/>
                <a:gd name="T49" fmla="*/ 457 h 536"/>
                <a:gd name="T50" fmla="*/ 476 w 488"/>
                <a:gd name="T51" fmla="*/ 466 h 536"/>
                <a:gd name="T52" fmla="*/ 485 w 488"/>
                <a:gd name="T53" fmla="*/ 478 h 536"/>
                <a:gd name="T54" fmla="*/ 488 w 488"/>
                <a:gd name="T55" fmla="*/ 494 h 536"/>
                <a:gd name="T56" fmla="*/ 485 w 488"/>
                <a:gd name="T57" fmla="*/ 512 h 536"/>
                <a:gd name="T58" fmla="*/ 476 w 488"/>
                <a:gd name="T59" fmla="*/ 524 h 536"/>
                <a:gd name="T60" fmla="*/ 464 w 488"/>
                <a:gd name="T61" fmla="*/ 533 h 536"/>
                <a:gd name="T62" fmla="*/ 446 w 488"/>
                <a:gd name="T63" fmla="*/ 536 h 536"/>
                <a:gd name="T64" fmla="*/ 0 w 488"/>
                <a:gd name="T65" fmla="*/ 536 h 536"/>
                <a:gd name="T66" fmla="*/ 0 w 488"/>
                <a:gd name="T6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88" h="536">
                  <a:moveTo>
                    <a:pt x="0" y="0"/>
                  </a:moveTo>
                  <a:lnTo>
                    <a:pt x="438" y="0"/>
                  </a:lnTo>
                  <a:lnTo>
                    <a:pt x="453" y="2"/>
                  </a:lnTo>
                  <a:lnTo>
                    <a:pt x="467" y="12"/>
                  </a:lnTo>
                  <a:lnTo>
                    <a:pt x="476" y="25"/>
                  </a:lnTo>
                  <a:lnTo>
                    <a:pt x="480" y="40"/>
                  </a:lnTo>
                  <a:lnTo>
                    <a:pt x="476" y="56"/>
                  </a:lnTo>
                  <a:lnTo>
                    <a:pt x="467" y="70"/>
                  </a:lnTo>
                  <a:lnTo>
                    <a:pt x="453" y="79"/>
                  </a:lnTo>
                  <a:lnTo>
                    <a:pt x="438" y="82"/>
                  </a:lnTo>
                  <a:lnTo>
                    <a:pt x="97" y="82"/>
                  </a:lnTo>
                  <a:lnTo>
                    <a:pt x="97" y="218"/>
                  </a:lnTo>
                  <a:lnTo>
                    <a:pt x="333" y="218"/>
                  </a:lnTo>
                  <a:lnTo>
                    <a:pt x="349" y="222"/>
                  </a:lnTo>
                  <a:lnTo>
                    <a:pt x="361" y="231"/>
                  </a:lnTo>
                  <a:lnTo>
                    <a:pt x="370" y="243"/>
                  </a:lnTo>
                  <a:lnTo>
                    <a:pt x="373" y="259"/>
                  </a:lnTo>
                  <a:lnTo>
                    <a:pt x="370" y="276"/>
                  </a:lnTo>
                  <a:lnTo>
                    <a:pt x="361" y="288"/>
                  </a:lnTo>
                  <a:lnTo>
                    <a:pt x="349" y="297"/>
                  </a:lnTo>
                  <a:lnTo>
                    <a:pt x="333" y="300"/>
                  </a:lnTo>
                  <a:lnTo>
                    <a:pt x="97" y="300"/>
                  </a:lnTo>
                  <a:lnTo>
                    <a:pt x="97" y="454"/>
                  </a:lnTo>
                  <a:lnTo>
                    <a:pt x="446" y="454"/>
                  </a:lnTo>
                  <a:lnTo>
                    <a:pt x="464" y="457"/>
                  </a:lnTo>
                  <a:lnTo>
                    <a:pt x="476" y="466"/>
                  </a:lnTo>
                  <a:lnTo>
                    <a:pt x="485" y="478"/>
                  </a:lnTo>
                  <a:lnTo>
                    <a:pt x="488" y="494"/>
                  </a:lnTo>
                  <a:lnTo>
                    <a:pt x="485" y="512"/>
                  </a:lnTo>
                  <a:lnTo>
                    <a:pt x="476" y="524"/>
                  </a:lnTo>
                  <a:lnTo>
                    <a:pt x="464" y="533"/>
                  </a:lnTo>
                  <a:lnTo>
                    <a:pt x="446" y="536"/>
                  </a:lnTo>
                  <a:lnTo>
                    <a:pt x="0" y="536"/>
                  </a:lnTo>
                  <a:lnTo>
                    <a:pt x="0"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0" name="Freeform 14"/>
            <p:cNvSpPr>
              <a:spLocks/>
            </p:cNvSpPr>
            <p:nvPr userDrawn="1"/>
          </p:nvSpPr>
          <p:spPr bwMode="auto">
            <a:xfrm>
              <a:off x="3233738" y="-1751013"/>
              <a:ext cx="152400" cy="146050"/>
            </a:xfrm>
            <a:custGeom>
              <a:avLst/>
              <a:gdLst>
                <a:gd name="T0" fmla="*/ 51 w 96"/>
                <a:gd name="T1" fmla="*/ 0 h 92"/>
                <a:gd name="T2" fmla="*/ 53 w 96"/>
                <a:gd name="T3" fmla="*/ 0 h 92"/>
                <a:gd name="T4" fmla="*/ 70 w 96"/>
                <a:gd name="T5" fmla="*/ 5 h 92"/>
                <a:gd name="T6" fmla="*/ 84 w 96"/>
                <a:gd name="T7" fmla="*/ 15 h 92"/>
                <a:gd name="T8" fmla="*/ 93 w 96"/>
                <a:gd name="T9" fmla="*/ 31 h 92"/>
                <a:gd name="T10" fmla="*/ 96 w 96"/>
                <a:gd name="T11" fmla="*/ 49 h 92"/>
                <a:gd name="T12" fmla="*/ 91 w 96"/>
                <a:gd name="T13" fmla="*/ 66 h 92"/>
                <a:gd name="T14" fmla="*/ 81 w 96"/>
                <a:gd name="T15" fmla="*/ 80 h 92"/>
                <a:gd name="T16" fmla="*/ 65 w 96"/>
                <a:gd name="T17" fmla="*/ 91 h 92"/>
                <a:gd name="T18" fmla="*/ 47 w 96"/>
                <a:gd name="T19" fmla="*/ 92 h 92"/>
                <a:gd name="T20" fmla="*/ 44 w 96"/>
                <a:gd name="T21" fmla="*/ 92 h 92"/>
                <a:gd name="T22" fmla="*/ 26 w 96"/>
                <a:gd name="T23" fmla="*/ 87 h 92"/>
                <a:gd name="T24" fmla="*/ 12 w 96"/>
                <a:gd name="T25" fmla="*/ 77 h 92"/>
                <a:gd name="T26" fmla="*/ 4 w 96"/>
                <a:gd name="T27" fmla="*/ 61 h 92"/>
                <a:gd name="T28" fmla="*/ 0 w 96"/>
                <a:gd name="T29" fmla="*/ 43 h 92"/>
                <a:gd name="T30" fmla="*/ 5 w 96"/>
                <a:gd name="T31" fmla="*/ 26 h 92"/>
                <a:gd name="T32" fmla="*/ 16 w 96"/>
                <a:gd name="T33" fmla="*/ 12 h 92"/>
                <a:gd name="T34" fmla="*/ 32 w 96"/>
                <a:gd name="T35" fmla="*/ 2 h 92"/>
                <a:gd name="T36" fmla="*/ 51 w 96"/>
                <a:gd name="T37" fmla="*/ 0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6" h="92">
                  <a:moveTo>
                    <a:pt x="51" y="0"/>
                  </a:moveTo>
                  <a:lnTo>
                    <a:pt x="53" y="0"/>
                  </a:lnTo>
                  <a:lnTo>
                    <a:pt x="70" y="5"/>
                  </a:lnTo>
                  <a:lnTo>
                    <a:pt x="84" y="15"/>
                  </a:lnTo>
                  <a:lnTo>
                    <a:pt x="93" y="31"/>
                  </a:lnTo>
                  <a:lnTo>
                    <a:pt x="96" y="49"/>
                  </a:lnTo>
                  <a:lnTo>
                    <a:pt x="91" y="66"/>
                  </a:lnTo>
                  <a:lnTo>
                    <a:pt x="81" y="80"/>
                  </a:lnTo>
                  <a:lnTo>
                    <a:pt x="65" y="91"/>
                  </a:lnTo>
                  <a:lnTo>
                    <a:pt x="47" y="92"/>
                  </a:lnTo>
                  <a:lnTo>
                    <a:pt x="44" y="92"/>
                  </a:lnTo>
                  <a:lnTo>
                    <a:pt x="26" y="87"/>
                  </a:lnTo>
                  <a:lnTo>
                    <a:pt x="12" y="77"/>
                  </a:lnTo>
                  <a:lnTo>
                    <a:pt x="4" y="61"/>
                  </a:lnTo>
                  <a:lnTo>
                    <a:pt x="0" y="43"/>
                  </a:lnTo>
                  <a:lnTo>
                    <a:pt x="5" y="26"/>
                  </a:lnTo>
                  <a:lnTo>
                    <a:pt x="16" y="12"/>
                  </a:lnTo>
                  <a:lnTo>
                    <a:pt x="32" y="2"/>
                  </a:lnTo>
                  <a:lnTo>
                    <a:pt x="51"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1" name="Freeform 15"/>
            <p:cNvSpPr>
              <a:spLocks/>
            </p:cNvSpPr>
            <p:nvPr userDrawn="1"/>
          </p:nvSpPr>
          <p:spPr bwMode="auto">
            <a:xfrm>
              <a:off x="3719513" y="-2219325"/>
              <a:ext cx="219075" cy="263525"/>
            </a:xfrm>
            <a:custGeom>
              <a:avLst/>
              <a:gdLst>
                <a:gd name="T0" fmla="*/ 40 w 138"/>
                <a:gd name="T1" fmla="*/ 0 h 166"/>
                <a:gd name="T2" fmla="*/ 57 w 138"/>
                <a:gd name="T3" fmla="*/ 2 h 166"/>
                <a:gd name="T4" fmla="*/ 73 w 138"/>
                <a:gd name="T5" fmla="*/ 9 h 166"/>
                <a:gd name="T6" fmla="*/ 85 w 138"/>
                <a:gd name="T7" fmla="*/ 22 h 166"/>
                <a:gd name="T8" fmla="*/ 132 w 138"/>
                <a:gd name="T9" fmla="*/ 96 h 166"/>
                <a:gd name="T10" fmla="*/ 138 w 138"/>
                <a:gd name="T11" fmla="*/ 113 h 166"/>
                <a:gd name="T12" fmla="*/ 138 w 138"/>
                <a:gd name="T13" fmla="*/ 131 h 166"/>
                <a:gd name="T14" fmla="*/ 129 w 138"/>
                <a:gd name="T15" fmla="*/ 146 h 166"/>
                <a:gd name="T16" fmla="*/ 115 w 138"/>
                <a:gd name="T17" fmla="*/ 159 h 166"/>
                <a:gd name="T18" fmla="*/ 99 w 138"/>
                <a:gd name="T19" fmla="*/ 166 h 166"/>
                <a:gd name="T20" fmla="*/ 80 w 138"/>
                <a:gd name="T21" fmla="*/ 164 h 166"/>
                <a:gd name="T22" fmla="*/ 64 w 138"/>
                <a:gd name="T23" fmla="*/ 157 h 166"/>
                <a:gd name="T24" fmla="*/ 52 w 138"/>
                <a:gd name="T25" fmla="*/ 143 h 166"/>
                <a:gd name="T26" fmla="*/ 5 w 138"/>
                <a:gd name="T27" fmla="*/ 70 h 166"/>
                <a:gd name="T28" fmla="*/ 0 w 138"/>
                <a:gd name="T29" fmla="*/ 52 h 166"/>
                <a:gd name="T30" fmla="*/ 0 w 138"/>
                <a:gd name="T31" fmla="*/ 35 h 166"/>
                <a:gd name="T32" fmla="*/ 8 w 138"/>
                <a:gd name="T33" fmla="*/ 17 h 166"/>
                <a:gd name="T34" fmla="*/ 22 w 138"/>
                <a:gd name="T35" fmla="*/ 7 h 166"/>
                <a:gd name="T36" fmla="*/ 40 w 138"/>
                <a:gd name="T37" fmla="*/ 0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38" h="166">
                  <a:moveTo>
                    <a:pt x="40" y="0"/>
                  </a:moveTo>
                  <a:lnTo>
                    <a:pt x="57" y="2"/>
                  </a:lnTo>
                  <a:lnTo>
                    <a:pt x="73" y="9"/>
                  </a:lnTo>
                  <a:lnTo>
                    <a:pt x="85" y="22"/>
                  </a:lnTo>
                  <a:lnTo>
                    <a:pt x="132" y="96"/>
                  </a:lnTo>
                  <a:lnTo>
                    <a:pt x="138" y="113"/>
                  </a:lnTo>
                  <a:lnTo>
                    <a:pt x="138" y="131"/>
                  </a:lnTo>
                  <a:lnTo>
                    <a:pt x="129" y="146"/>
                  </a:lnTo>
                  <a:lnTo>
                    <a:pt x="115" y="159"/>
                  </a:lnTo>
                  <a:lnTo>
                    <a:pt x="99" y="166"/>
                  </a:lnTo>
                  <a:lnTo>
                    <a:pt x="80" y="164"/>
                  </a:lnTo>
                  <a:lnTo>
                    <a:pt x="64" y="157"/>
                  </a:lnTo>
                  <a:lnTo>
                    <a:pt x="52" y="143"/>
                  </a:lnTo>
                  <a:lnTo>
                    <a:pt x="5" y="70"/>
                  </a:lnTo>
                  <a:lnTo>
                    <a:pt x="0" y="52"/>
                  </a:lnTo>
                  <a:lnTo>
                    <a:pt x="0" y="35"/>
                  </a:lnTo>
                  <a:lnTo>
                    <a:pt x="8" y="17"/>
                  </a:lnTo>
                  <a:lnTo>
                    <a:pt x="22" y="7"/>
                  </a:lnTo>
                  <a:lnTo>
                    <a:pt x="40"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2" name="Freeform 16"/>
            <p:cNvSpPr>
              <a:spLocks/>
            </p:cNvSpPr>
            <p:nvPr userDrawn="1"/>
          </p:nvSpPr>
          <p:spPr bwMode="auto">
            <a:xfrm>
              <a:off x="4289426" y="-2582863"/>
              <a:ext cx="222250" cy="407988"/>
            </a:xfrm>
            <a:custGeom>
              <a:avLst/>
              <a:gdLst>
                <a:gd name="T0" fmla="*/ 53 w 140"/>
                <a:gd name="T1" fmla="*/ 0 h 257"/>
                <a:gd name="T2" fmla="*/ 68 w 140"/>
                <a:gd name="T3" fmla="*/ 7 h 257"/>
                <a:gd name="T4" fmla="*/ 82 w 140"/>
                <a:gd name="T5" fmla="*/ 19 h 257"/>
                <a:gd name="T6" fmla="*/ 89 w 140"/>
                <a:gd name="T7" fmla="*/ 35 h 257"/>
                <a:gd name="T8" fmla="*/ 140 w 140"/>
                <a:gd name="T9" fmla="*/ 199 h 257"/>
                <a:gd name="T10" fmla="*/ 140 w 140"/>
                <a:gd name="T11" fmla="*/ 218 h 257"/>
                <a:gd name="T12" fmla="*/ 135 w 140"/>
                <a:gd name="T13" fmla="*/ 234 h 257"/>
                <a:gd name="T14" fmla="*/ 122 w 140"/>
                <a:gd name="T15" fmla="*/ 248 h 257"/>
                <a:gd name="T16" fmla="*/ 105 w 140"/>
                <a:gd name="T17" fmla="*/ 255 h 257"/>
                <a:gd name="T18" fmla="*/ 88 w 140"/>
                <a:gd name="T19" fmla="*/ 257 h 257"/>
                <a:gd name="T20" fmla="*/ 70 w 140"/>
                <a:gd name="T21" fmla="*/ 250 h 257"/>
                <a:gd name="T22" fmla="*/ 58 w 140"/>
                <a:gd name="T23" fmla="*/ 239 h 257"/>
                <a:gd name="T24" fmla="*/ 49 w 140"/>
                <a:gd name="T25" fmla="*/ 222 h 257"/>
                <a:gd name="T26" fmla="*/ 0 w 140"/>
                <a:gd name="T27" fmla="*/ 58 h 257"/>
                <a:gd name="T28" fmla="*/ 0 w 140"/>
                <a:gd name="T29" fmla="*/ 40 h 257"/>
                <a:gd name="T30" fmla="*/ 5 w 140"/>
                <a:gd name="T31" fmla="*/ 23 h 257"/>
                <a:gd name="T32" fmla="*/ 18 w 140"/>
                <a:gd name="T33" fmla="*/ 11 h 257"/>
                <a:gd name="T34" fmla="*/ 33 w 140"/>
                <a:gd name="T35" fmla="*/ 2 h 257"/>
                <a:gd name="T36" fmla="*/ 53 w 140"/>
                <a:gd name="T37" fmla="*/ 0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40" h="257">
                  <a:moveTo>
                    <a:pt x="53" y="0"/>
                  </a:moveTo>
                  <a:lnTo>
                    <a:pt x="68" y="7"/>
                  </a:lnTo>
                  <a:lnTo>
                    <a:pt x="82" y="19"/>
                  </a:lnTo>
                  <a:lnTo>
                    <a:pt x="89" y="35"/>
                  </a:lnTo>
                  <a:lnTo>
                    <a:pt x="140" y="199"/>
                  </a:lnTo>
                  <a:lnTo>
                    <a:pt x="140" y="218"/>
                  </a:lnTo>
                  <a:lnTo>
                    <a:pt x="135" y="234"/>
                  </a:lnTo>
                  <a:lnTo>
                    <a:pt x="122" y="248"/>
                  </a:lnTo>
                  <a:lnTo>
                    <a:pt x="105" y="255"/>
                  </a:lnTo>
                  <a:lnTo>
                    <a:pt x="88" y="257"/>
                  </a:lnTo>
                  <a:lnTo>
                    <a:pt x="70" y="250"/>
                  </a:lnTo>
                  <a:lnTo>
                    <a:pt x="58" y="239"/>
                  </a:lnTo>
                  <a:lnTo>
                    <a:pt x="49" y="222"/>
                  </a:lnTo>
                  <a:lnTo>
                    <a:pt x="0" y="58"/>
                  </a:lnTo>
                  <a:lnTo>
                    <a:pt x="0" y="40"/>
                  </a:lnTo>
                  <a:lnTo>
                    <a:pt x="5" y="23"/>
                  </a:lnTo>
                  <a:lnTo>
                    <a:pt x="18" y="11"/>
                  </a:lnTo>
                  <a:lnTo>
                    <a:pt x="33" y="2"/>
                  </a:lnTo>
                  <a:lnTo>
                    <a:pt x="53"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3" name="Freeform 17"/>
            <p:cNvSpPr>
              <a:spLocks/>
            </p:cNvSpPr>
            <p:nvPr userDrawn="1"/>
          </p:nvSpPr>
          <p:spPr bwMode="auto">
            <a:xfrm>
              <a:off x="4910138" y="-2876550"/>
              <a:ext cx="188913" cy="561975"/>
            </a:xfrm>
            <a:custGeom>
              <a:avLst/>
              <a:gdLst>
                <a:gd name="T0" fmla="*/ 44 w 119"/>
                <a:gd name="T1" fmla="*/ 0 h 354"/>
                <a:gd name="T2" fmla="*/ 63 w 119"/>
                <a:gd name="T3" fmla="*/ 4 h 354"/>
                <a:gd name="T4" fmla="*/ 77 w 119"/>
                <a:gd name="T5" fmla="*/ 12 h 354"/>
                <a:gd name="T6" fmla="*/ 87 w 119"/>
                <a:gd name="T7" fmla="*/ 26 h 354"/>
                <a:gd name="T8" fmla="*/ 93 w 119"/>
                <a:gd name="T9" fmla="*/ 44 h 354"/>
                <a:gd name="T10" fmla="*/ 119 w 119"/>
                <a:gd name="T11" fmla="*/ 306 h 354"/>
                <a:gd name="T12" fmla="*/ 115 w 119"/>
                <a:gd name="T13" fmla="*/ 323 h 354"/>
                <a:gd name="T14" fmla="*/ 107 w 119"/>
                <a:gd name="T15" fmla="*/ 339 h 354"/>
                <a:gd name="T16" fmla="*/ 93 w 119"/>
                <a:gd name="T17" fmla="*/ 349 h 354"/>
                <a:gd name="T18" fmla="*/ 75 w 119"/>
                <a:gd name="T19" fmla="*/ 354 h 354"/>
                <a:gd name="T20" fmla="*/ 58 w 119"/>
                <a:gd name="T21" fmla="*/ 351 h 354"/>
                <a:gd name="T22" fmla="*/ 42 w 119"/>
                <a:gd name="T23" fmla="*/ 342 h 354"/>
                <a:gd name="T24" fmla="*/ 32 w 119"/>
                <a:gd name="T25" fmla="*/ 328 h 354"/>
                <a:gd name="T26" fmla="*/ 26 w 119"/>
                <a:gd name="T27" fmla="*/ 311 h 354"/>
                <a:gd name="T28" fmla="*/ 0 w 119"/>
                <a:gd name="T29" fmla="*/ 49 h 354"/>
                <a:gd name="T30" fmla="*/ 4 w 119"/>
                <a:gd name="T31" fmla="*/ 32 h 354"/>
                <a:gd name="T32" fmla="*/ 12 w 119"/>
                <a:gd name="T33" fmla="*/ 16 h 354"/>
                <a:gd name="T34" fmla="*/ 26 w 119"/>
                <a:gd name="T35" fmla="*/ 5 h 354"/>
                <a:gd name="T36" fmla="*/ 44 w 119"/>
                <a:gd name="T37" fmla="*/ 0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9" h="354">
                  <a:moveTo>
                    <a:pt x="44" y="0"/>
                  </a:moveTo>
                  <a:lnTo>
                    <a:pt x="63" y="4"/>
                  </a:lnTo>
                  <a:lnTo>
                    <a:pt x="77" y="12"/>
                  </a:lnTo>
                  <a:lnTo>
                    <a:pt x="87" y="26"/>
                  </a:lnTo>
                  <a:lnTo>
                    <a:pt x="93" y="44"/>
                  </a:lnTo>
                  <a:lnTo>
                    <a:pt x="119" y="306"/>
                  </a:lnTo>
                  <a:lnTo>
                    <a:pt x="115" y="323"/>
                  </a:lnTo>
                  <a:lnTo>
                    <a:pt x="107" y="339"/>
                  </a:lnTo>
                  <a:lnTo>
                    <a:pt x="93" y="349"/>
                  </a:lnTo>
                  <a:lnTo>
                    <a:pt x="75" y="354"/>
                  </a:lnTo>
                  <a:lnTo>
                    <a:pt x="58" y="351"/>
                  </a:lnTo>
                  <a:lnTo>
                    <a:pt x="42" y="342"/>
                  </a:lnTo>
                  <a:lnTo>
                    <a:pt x="32" y="328"/>
                  </a:lnTo>
                  <a:lnTo>
                    <a:pt x="26" y="311"/>
                  </a:lnTo>
                  <a:lnTo>
                    <a:pt x="0" y="49"/>
                  </a:lnTo>
                  <a:lnTo>
                    <a:pt x="4" y="32"/>
                  </a:lnTo>
                  <a:lnTo>
                    <a:pt x="12" y="16"/>
                  </a:lnTo>
                  <a:lnTo>
                    <a:pt x="26" y="5"/>
                  </a:lnTo>
                  <a:lnTo>
                    <a:pt x="44"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4" name="Freeform 18"/>
            <p:cNvSpPr>
              <a:spLocks/>
            </p:cNvSpPr>
            <p:nvPr userDrawn="1"/>
          </p:nvSpPr>
          <p:spPr bwMode="auto">
            <a:xfrm>
              <a:off x="5541963" y="-3081338"/>
              <a:ext cx="174625" cy="703263"/>
            </a:xfrm>
            <a:custGeom>
              <a:avLst/>
              <a:gdLst>
                <a:gd name="T0" fmla="*/ 68 w 110"/>
                <a:gd name="T1" fmla="*/ 0 h 443"/>
                <a:gd name="T2" fmla="*/ 86 w 110"/>
                <a:gd name="T3" fmla="*/ 5 h 443"/>
                <a:gd name="T4" fmla="*/ 100 w 110"/>
                <a:gd name="T5" fmla="*/ 16 h 443"/>
                <a:gd name="T6" fmla="*/ 107 w 110"/>
                <a:gd name="T7" fmla="*/ 31 h 443"/>
                <a:gd name="T8" fmla="*/ 110 w 110"/>
                <a:gd name="T9" fmla="*/ 51 h 443"/>
                <a:gd name="T10" fmla="*/ 93 w 110"/>
                <a:gd name="T11" fmla="*/ 401 h 443"/>
                <a:gd name="T12" fmla="*/ 87 w 110"/>
                <a:gd name="T13" fmla="*/ 419 h 443"/>
                <a:gd name="T14" fmla="*/ 75 w 110"/>
                <a:gd name="T15" fmla="*/ 433 h 443"/>
                <a:gd name="T16" fmla="*/ 61 w 110"/>
                <a:gd name="T17" fmla="*/ 442 h 443"/>
                <a:gd name="T18" fmla="*/ 42 w 110"/>
                <a:gd name="T19" fmla="*/ 443 h 443"/>
                <a:gd name="T20" fmla="*/ 25 w 110"/>
                <a:gd name="T21" fmla="*/ 438 h 443"/>
                <a:gd name="T22" fmla="*/ 11 w 110"/>
                <a:gd name="T23" fmla="*/ 426 h 443"/>
                <a:gd name="T24" fmla="*/ 2 w 110"/>
                <a:gd name="T25" fmla="*/ 412 h 443"/>
                <a:gd name="T26" fmla="*/ 0 w 110"/>
                <a:gd name="T27" fmla="*/ 393 h 443"/>
                <a:gd name="T28" fmla="*/ 18 w 110"/>
                <a:gd name="T29" fmla="*/ 42 h 443"/>
                <a:gd name="T30" fmla="*/ 23 w 110"/>
                <a:gd name="T31" fmla="*/ 24 h 443"/>
                <a:gd name="T32" fmla="*/ 33 w 110"/>
                <a:gd name="T33" fmla="*/ 10 h 443"/>
                <a:gd name="T34" fmla="*/ 49 w 110"/>
                <a:gd name="T35" fmla="*/ 2 h 443"/>
                <a:gd name="T36" fmla="*/ 68 w 110"/>
                <a:gd name="T37" fmla="*/ 0 h 4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0" h="443">
                  <a:moveTo>
                    <a:pt x="68" y="0"/>
                  </a:moveTo>
                  <a:lnTo>
                    <a:pt x="86" y="5"/>
                  </a:lnTo>
                  <a:lnTo>
                    <a:pt x="100" y="16"/>
                  </a:lnTo>
                  <a:lnTo>
                    <a:pt x="107" y="31"/>
                  </a:lnTo>
                  <a:lnTo>
                    <a:pt x="110" y="51"/>
                  </a:lnTo>
                  <a:lnTo>
                    <a:pt x="93" y="401"/>
                  </a:lnTo>
                  <a:lnTo>
                    <a:pt x="87" y="419"/>
                  </a:lnTo>
                  <a:lnTo>
                    <a:pt x="75" y="433"/>
                  </a:lnTo>
                  <a:lnTo>
                    <a:pt x="61" y="442"/>
                  </a:lnTo>
                  <a:lnTo>
                    <a:pt x="42" y="443"/>
                  </a:lnTo>
                  <a:lnTo>
                    <a:pt x="25" y="438"/>
                  </a:lnTo>
                  <a:lnTo>
                    <a:pt x="11" y="426"/>
                  </a:lnTo>
                  <a:lnTo>
                    <a:pt x="2" y="412"/>
                  </a:lnTo>
                  <a:lnTo>
                    <a:pt x="0" y="393"/>
                  </a:lnTo>
                  <a:lnTo>
                    <a:pt x="18" y="42"/>
                  </a:lnTo>
                  <a:lnTo>
                    <a:pt x="23" y="24"/>
                  </a:lnTo>
                  <a:lnTo>
                    <a:pt x="33" y="10"/>
                  </a:lnTo>
                  <a:lnTo>
                    <a:pt x="49" y="2"/>
                  </a:lnTo>
                  <a:lnTo>
                    <a:pt x="68"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5" name="Freeform 19"/>
            <p:cNvSpPr>
              <a:spLocks/>
            </p:cNvSpPr>
            <p:nvPr userDrawn="1"/>
          </p:nvSpPr>
          <p:spPr bwMode="auto">
            <a:xfrm>
              <a:off x="6140451" y="-3203575"/>
              <a:ext cx="271463" cy="831850"/>
            </a:xfrm>
            <a:custGeom>
              <a:avLst/>
              <a:gdLst>
                <a:gd name="T0" fmla="*/ 119 w 171"/>
                <a:gd name="T1" fmla="*/ 0 h 524"/>
                <a:gd name="T2" fmla="*/ 136 w 171"/>
                <a:gd name="T3" fmla="*/ 0 h 524"/>
                <a:gd name="T4" fmla="*/ 154 w 171"/>
                <a:gd name="T5" fmla="*/ 9 h 524"/>
                <a:gd name="T6" fmla="*/ 166 w 171"/>
                <a:gd name="T7" fmla="*/ 21 h 524"/>
                <a:gd name="T8" fmla="*/ 171 w 171"/>
                <a:gd name="T9" fmla="*/ 37 h 524"/>
                <a:gd name="T10" fmla="*/ 171 w 171"/>
                <a:gd name="T11" fmla="*/ 56 h 524"/>
                <a:gd name="T12" fmla="*/ 91 w 171"/>
                <a:gd name="T13" fmla="*/ 489 h 524"/>
                <a:gd name="T14" fmla="*/ 84 w 171"/>
                <a:gd name="T15" fmla="*/ 506 h 524"/>
                <a:gd name="T16" fmla="*/ 70 w 171"/>
                <a:gd name="T17" fmla="*/ 517 h 524"/>
                <a:gd name="T18" fmla="*/ 54 w 171"/>
                <a:gd name="T19" fmla="*/ 524 h 524"/>
                <a:gd name="T20" fmla="*/ 37 w 171"/>
                <a:gd name="T21" fmla="*/ 524 h 524"/>
                <a:gd name="T22" fmla="*/ 19 w 171"/>
                <a:gd name="T23" fmla="*/ 517 h 524"/>
                <a:gd name="T24" fmla="*/ 7 w 171"/>
                <a:gd name="T25" fmla="*/ 503 h 524"/>
                <a:gd name="T26" fmla="*/ 0 w 171"/>
                <a:gd name="T27" fmla="*/ 487 h 524"/>
                <a:gd name="T28" fmla="*/ 2 w 171"/>
                <a:gd name="T29" fmla="*/ 468 h 524"/>
                <a:gd name="T30" fmla="*/ 82 w 171"/>
                <a:gd name="T31" fmla="*/ 35 h 524"/>
                <a:gd name="T32" fmla="*/ 89 w 171"/>
                <a:gd name="T33" fmla="*/ 19 h 524"/>
                <a:gd name="T34" fmla="*/ 101 w 171"/>
                <a:gd name="T35" fmla="*/ 7 h 524"/>
                <a:gd name="T36" fmla="*/ 119 w 171"/>
                <a:gd name="T37" fmla="*/ 0 h 5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71" h="524">
                  <a:moveTo>
                    <a:pt x="119" y="0"/>
                  </a:moveTo>
                  <a:lnTo>
                    <a:pt x="136" y="0"/>
                  </a:lnTo>
                  <a:lnTo>
                    <a:pt x="154" y="9"/>
                  </a:lnTo>
                  <a:lnTo>
                    <a:pt x="166" y="21"/>
                  </a:lnTo>
                  <a:lnTo>
                    <a:pt x="171" y="37"/>
                  </a:lnTo>
                  <a:lnTo>
                    <a:pt x="171" y="56"/>
                  </a:lnTo>
                  <a:lnTo>
                    <a:pt x="91" y="489"/>
                  </a:lnTo>
                  <a:lnTo>
                    <a:pt x="84" y="506"/>
                  </a:lnTo>
                  <a:lnTo>
                    <a:pt x="70" y="517"/>
                  </a:lnTo>
                  <a:lnTo>
                    <a:pt x="54" y="524"/>
                  </a:lnTo>
                  <a:lnTo>
                    <a:pt x="37" y="524"/>
                  </a:lnTo>
                  <a:lnTo>
                    <a:pt x="19" y="517"/>
                  </a:lnTo>
                  <a:lnTo>
                    <a:pt x="7" y="503"/>
                  </a:lnTo>
                  <a:lnTo>
                    <a:pt x="0" y="487"/>
                  </a:lnTo>
                  <a:lnTo>
                    <a:pt x="2" y="468"/>
                  </a:lnTo>
                  <a:lnTo>
                    <a:pt x="82" y="35"/>
                  </a:lnTo>
                  <a:lnTo>
                    <a:pt x="89" y="19"/>
                  </a:lnTo>
                  <a:lnTo>
                    <a:pt x="101" y="7"/>
                  </a:lnTo>
                  <a:lnTo>
                    <a:pt x="119"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6" name="Freeform 20"/>
            <p:cNvSpPr>
              <a:spLocks/>
            </p:cNvSpPr>
            <p:nvPr userDrawn="1"/>
          </p:nvSpPr>
          <p:spPr bwMode="auto">
            <a:xfrm>
              <a:off x="6724651" y="-3240088"/>
              <a:ext cx="404813" cy="950913"/>
            </a:xfrm>
            <a:custGeom>
              <a:avLst/>
              <a:gdLst>
                <a:gd name="T0" fmla="*/ 206 w 255"/>
                <a:gd name="T1" fmla="*/ 0 h 599"/>
                <a:gd name="T2" fmla="*/ 226 w 255"/>
                <a:gd name="T3" fmla="*/ 4 h 599"/>
                <a:gd name="T4" fmla="*/ 241 w 255"/>
                <a:gd name="T5" fmla="*/ 13 h 599"/>
                <a:gd name="T6" fmla="*/ 252 w 255"/>
                <a:gd name="T7" fmla="*/ 27 h 599"/>
                <a:gd name="T8" fmla="*/ 255 w 255"/>
                <a:gd name="T9" fmla="*/ 44 h 599"/>
                <a:gd name="T10" fmla="*/ 254 w 255"/>
                <a:gd name="T11" fmla="*/ 62 h 599"/>
                <a:gd name="T12" fmla="*/ 90 w 255"/>
                <a:gd name="T13" fmla="*/ 569 h 599"/>
                <a:gd name="T14" fmla="*/ 81 w 255"/>
                <a:gd name="T15" fmla="*/ 585 h 599"/>
                <a:gd name="T16" fmla="*/ 65 w 255"/>
                <a:gd name="T17" fmla="*/ 596 h 599"/>
                <a:gd name="T18" fmla="*/ 49 w 255"/>
                <a:gd name="T19" fmla="*/ 599 h 599"/>
                <a:gd name="T20" fmla="*/ 30 w 255"/>
                <a:gd name="T21" fmla="*/ 597 h 599"/>
                <a:gd name="T22" fmla="*/ 14 w 255"/>
                <a:gd name="T23" fmla="*/ 587 h 599"/>
                <a:gd name="T24" fmla="*/ 4 w 255"/>
                <a:gd name="T25" fmla="*/ 573 h 599"/>
                <a:gd name="T26" fmla="*/ 0 w 255"/>
                <a:gd name="T27" fmla="*/ 556 h 599"/>
                <a:gd name="T28" fmla="*/ 2 w 255"/>
                <a:gd name="T29" fmla="*/ 538 h 599"/>
                <a:gd name="T30" fmla="*/ 166 w 255"/>
                <a:gd name="T31" fmla="*/ 30 h 599"/>
                <a:gd name="T32" fmla="*/ 175 w 255"/>
                <a:gd name="T33" fmla="*/ 16 h 599"/>
                <a:gd name="T34" fmla="*/ 191 w 255"/>
                <a:gd name="T35" fmla="*/ 6 h 599"/>
                <a:gd name="T36" fmla="*/ 206 w 255"/>
                <a:gd name="T37" fmla="*/ 0 h 5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5" h="599">
                  <a:moveTo>
                    <a:pt x="206" y="0"/>
                  </a:moveTo>
                  <a:lnTo>
                    <a:pt x="226" y="4"/>
                  </a:lnTo>
                  <a:lnTo>
                    <a:pt x="241" y="13"/>
                  </a:lnTo>
                  <a:lnTo>
                    <a:pt x="252" y="27"/>
                  </a:lnTo>
                  <a:lnTo>
                    <a:pt x="255" y="44"/>
                  </a:lnTo>
                  <a:lnTo>
                    <a:pt x="254" y="62"/>
                  </a:lnTo>
                  <a:lnTo>
                    <a:pt x="90" y="569"/>
                  </a:lnTo>
                  <a:lnTo>
                    <a:pt x="81" y="585"/>
                  </a:lnTo>
                  <a:lnTo>
                    <a:pt x="65" y="596"/>
                  </a:lnTo>
                  <a:lnTo>
                    <a:pt x="49" y="599"/>
                  </a:lnTo>
                  <a:lnTo>
                    <a:pt x="30" y="597"/>
                  </a:lnTo>
                  <a:lnTo>
                    <a:pt x="14" y="587"/>
                  </a:lnTo>
                  <a:lnTo>
                    <a:pt x="4" y="573"/>
                  </a:lnTo>
                  <a:lnTo>
                    <a:pt x="0" y="556"/>
                  </a:lnTo>
                  <a:lnTo>
                    <a:pt x="2" y="538"/>
                  </a:lnTo>
                  <a:lnTo>
                    <a:pt x="166" y="30"/>
                  </a:lnTo>
                  <a:lnTo>
                    <a:pt x="175" y="16"/>
                  </a:lnTo>
                  <a:lnTo>
                    <a:pt x="191" y="6"/>
                  </a:lnTo>
                  <a:lnTo>
                    <a:pt x="206"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7" name="Freeform 21"/>
            <p:cNvSpPr>
              <a:spLocks/>
            </p:cNvSpPr>
            <p:nvPr userDrawn="1"/>
          </p:nvSpPr>
          <p:spPr bwMode="auto">
            <a:xfrm>
              <a:off x="7299326" y="-3173413"/>
              <a:ext cx="558800" cy="1039813"/>
            </a:xfrm>
            <a:custGeom>
              <a:avLst/>
              <a:gdLst>
                <a:gd name="T0" fmla="*/ 309 w 352"/>
                <a:gd name="T1" fmla="*/ 0 h 655"/>
                <a:gd name="T2" fmla="*/ 326 w 352"/>
                <a:gd name="T3" fmla="*/ 6 h 655"/>
                <a:gd name="T4" fmla="*/ 342 w 352"/>
                <a:gd name="T5" fmla="*/ 18 h 655"/>
                <a:gd name="T6" fmla="*/ 349 w 352"/>
                <a:gd name="T7" fmla="*/ 32 h 655"/>
                <a:gd name="T8" fmla="*/ 352 w 352"/>
                <a:gd name="T9" fmla="*/ 49 h 655"/>
                <a:gd name="T10" fmla="*/ 347 w 352"/>
                <a:gd name="T11" fmla="*/ 68 h 655"/>
                <a:gd name="T12" fmla="*/ 87 w 352"/>
                <a:gd name="T13" fmla="*/ 630 h 655"/>
                <a:gd name="T14" fmla="*/ 77 w 352"/>
                <a:gd name="T15" fmla="*/ 644 h 655"/>
                <a:gd name="T16" fmla="*/ 61 w 352"/>
                <a:gd name="T17" fmla="*/ 653 h 655"/>
                <a:gd name="T18" fmla="*/ 43 w 352"/>
                <a:gd name="T19" fmla="*/ 655 h 655"/>
                <a:gd name="T20" fmla="*/ 26 w 352"/>
                <a:gd name="T21" fmla="*/ 650 h 655"/>
                <a:gd name="T22" fmla="*/ 10 w 352"/>
                <a:gd name="T23" fmla="*/ 639 h 655"/>
                <a:gd name="T24" fmla="*/ 3 w 352"/>
                <a:gd name="T25" fmla="*/ 623 h 655"/>
                <a:gd name="T26" fmla="*/ 0 w 352"/>
                <a:gd name="T27" fmla="*/ 606 h 655"/>
                <a:gd name="T28" fmla="*/ 5 w 352"/>
                <a:gd name="T29" fmla="*/ 589 h 655"/>
                <a:gd name="T30" fmla="*/ 265 w 352"/>
                <a:gd name="T31" fmla="*/ 27 h 655"/>
                <a:gd name="T32" fmla="*/ 276 w 352"/>
                <a:gd name="T33" fmla="*/ 11 h 655"/>
                <a:gd name="T34" fmla="*/ 291 w 352"/>
                <a:gd name="T35" fmla="*/ 4 h 655"/>
                <a:gd name="T36" fmla="*/ 309 w 352"/>
                <a:gd name="T37" fmla="*/ 0 h 6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52" h="655">
                  <a:moveTo>
                    <a:pt x="309" y="0"/>
                  </a:moveTo>
                  <a:lnTo>
                    <a:pt x="326" y="6"/>
                  </a:lnTo>
                  <a:lnTo>
                    <a:pt x="342" y="18"/>
                  </a:lnTo>
                  <a:lnTo>
                    <a:pt x="349" y="32"/>
                  </a:lnTo>
                  <a:lnTo>
                    <a:pt x="352" y="49"/>
                  </a:lnTo>
                  <a:lnTo>
                    <a:pt x="347" y="68"/>
                  </a:lnTo>
                  <a:lnTo>
                    <a:pt x="87" y="630"/>
                  </a:lnTo>
                  <a:lnTo>
                    <a:pt x="77" y="644"/>
                  </a:lnTo>
                  <a:lnTo>
                    <a:pt x="61" y="653"/>
                  </a:lnTo>
                  <a:lnTo>
                    <a:pt x="43" y="655"/>
                  </a:lnTo>
                  <a:lnTo>
                    <a:pt x="26" y="650"/>
                  </a:lnTo>
                  <a:lnTo>
                    <a:pt x="10" y="639"/>
                  </a:lnTo>
                  <a:lnTo>
                    <a:pt x="3" y="623"/>
                  </a:lnTo>
                  <a:lnTo>
                    <a:pt x="0" y="606"/>
                  </a:lnTo>
                  <a:lnTo>
                    <a:pt x="5" y="589"/>
                  </a:lnTo>
                  <a:lnTo>
                    <a:pt x="265" y="27"/>
                  </a:lnTo>
                  <a:lnTo>
                    <a:pt x="276" y="11"/>
                  </a:lnTo>
                  <a:lnTo>
                    <a:pt x="291" y="4"/>
                  </a:lnTo>
                  <a:lnTo>
                    <a:pt x="309"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8" name="Freeform 22"/>
            <p:cNvSpPr>
              <a:spLocks/>
            </p:cNvSpPr>
            <p:nvPr userDrawn="1"/>
          </p:nvSpPr>
          <p:spPr bwMode="auto">
            <a:xfrm>
              <a:off x="7864476" y="-3006725"/>
              <a:ext cx="720725" cy="1103313"/>
            </a:xfrm>
            <a:custGeom>
              <a:avLst/>
              <a:gdLst>
                <a:gd name="T0" fmla="*/ 417 w 454"/>
                <a:gd name="T1" fmla="*/ 0 h 695"/>
                <a:gd name="T2" fmla="*/ 433 w 454"/>
                <a:gd name="T3" fmla="*/ 7 h 695"/>
                <a:gd name="T4" fmla="*/ 447 w 454"/>
                <a:gd name="T5" fmla="*/ 21 h 695"/>
                <a:gd name="T6" fmla="*/ 454 w 454"/>
                <a:gd name="T7" fmla="*/ 37 h 695"/>
                <a:gd name="T8" fmla="*/ 454 w 454"/>
                <a:gd name="T9" fmla="*/ 54 h 695"/>
                <a:gd name="T10" fmla="*/ 447 w 454"/>
                <a:gd name="T11" fmla="*/ 72 h 695"/>
                <a:gd name="T12" fmla="*/ 84 w 454"/>
                <a:gd name="T13" fmla="*/ 676 h 695"/>
                <a:gd name="T14" fmla="*/ 70 w 454"/>
                <a:gd name="T15" fmla="*/ 688 h 695"/>
                <a:gd name="T16" fmla="*/ 54 w 454"/>
                <a:gd name="T17" fmla="*/ 695 h 695"/>
                <a:gd name="T18" fmla="*/ 37 w 454"/>
                <a:gd name="T19" fmla="*/ 695 h 695"/>
                <a:gd name="T20" fmla="*/ 19 w 454"/>
                <a:gd name="T21" fmla="*/ 688 h 695"/>
                <a:gd name="T22" fmla="*/ 7 w 454"/>
                <a:gd name="T23" fmla="*/ 676 h 695"/>
                <a:gd name="T24" fmla="*/ 0 w 454"/>
                <a:gd name="T25" fmla="*/ 660 h 695"/>
                <a:gd name="T26" fmla="*/ 0 w 454"/>
                <a:gd name="T27" fmla="*/ 642 h 695"/>
                <a:gd name="T28" fmla="*/ 7 w 454"/>
                <a:gd name="T29" fmla="*/ 625 h 695"/>
                <a:gd name="T30" fmla="*/ 370 w 454"/>
                <a:gd name="T31" fmla="*/ 21 h 695"/>
                <a:gd name="T32" fmla="*/ 382 w 454"/>
                <a:gd name="T33" fmla="*/ 7 h 695"/>
                <a:gd name="T34" fmla="*/ 400 w 454"/>
                <a:gd name="T35" fmla="*/ 0 h 695"/>
                <a:gd name="T36" fmla="*/ 417 w 454"/>
                <a:gd name="T37" fmla="*/ 0 h 6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54" h="695">
                  <a:moveTo>
                    <a:pt x="417" y="0"/>
                  </a:moveTo>
                  <a:lnTo>
                    <a:pt x="433" y="7"/>
                  </a:lnTo>
                  <a:lnTo>
                    <a:pt x="447" y="21"/>
                  </a:lnTo>
                  <a:lnTo>
                    <a:pt x="454" y="37"/>
                  </a:lnTo>
                  <a:lnTo>
                    <a:pt x="454" y="54"/>
                  </a:lnTo>
                  <a:lnTo>
                    <a:pt x="447" y="72"/>
                  </a:lnTo>
                  <a:lnTo>
                    <a:pt x="84" y="676"/>
                  </a:lnTo>
                  <a:lnTo>
                    <a:pt x="70" y="688"/>
                  </a:lnTo>
                  <a:lnTo>
                    <a:pt x="54" y="695"/>
                  </a:lnTo>
                  <a:lnTo>
                    <a:pt x="37" y="695"/>
                  </a:lnTo>
                  <a:lnTo>
                    <a:pt x="19" y="688"/>
                  </a:lnTo>
                  <a:lnTo>
                    <a:pt x="7" y="676"/>
                  </a:lnTo>
                  <a:lnTo>
                    <a:pt x="0" y="660"/>
                  </a:lnTo>
                  <a:lnTo>
                    <a:pt x="0" y="642"/>
                  </a:lnTo>
                  <a:lnTo>
                    <a:pt x="7" y="625"/>
                  </a:lnTo>
                  <a:lnTo>
                    <a:pt x="370" y="21"/>
                  </a:lnTo>
                  <a:lnTo>
                    <a:pt x="382" y="7"/>
                  </a:lnTo>
                  <a:lnTo>
                    <a:pt x="400" y="0"/>
                  </a:lnTo>
                  <a:lnTo>
                    <a:pt x="417"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9" name="Freeform 23"/>
            <p:cNvSpPr>
              <a:spLocks/>
            </p:cNvSpPr>
            <p:nvPr userDrawn="1"/>
          </p:nvSpPr>
          <p:spPr bwMode="auto">
            <a:xfrm>
              <a:off x="8393113" y="-2740025"/>
              <a:ext cx="909638" cy="1138238"/>
            </a:xfrm>
            <a:custGeom>
              <a:avLst/>
              <a:gdLst>
                <a:gd name="T0" fmla="*/ 522 w 573"/>
                <a:gd name="T1" fmla="*/ 0 h 717"/>
                <a:gd name="T2" fmla="*/ 540 w 573"/>
                <a:gd name="T3" fmla="*/ 1 h 717"/>
                <a:gd name="T4" fmla="*/ 557 w 573"/>
                <a:gd name="T5" fmla="*/ 10 h 717"/>
                <a:gd name="T6" fmla="*/ 568 w 573"/>
                <a:gd name="T7" fmla="*/ 24 h 717"/>
                <a:gd name="T8" fmla="*/ 573 w 573"/>
                <a:gd name="T9" fmla="*/ 40 h 717"/>
                <a:gd name="T10" fmla="*/ 571 w 573"/>
                <a:gd name="T11" fmla="*/ 57 h 717"/>
                <a:gd name="T12" fmla="*/ 562 w 573"/>
                <a:gd name="T13" fmla="*/ 75 h 717"/>
                <a:gd name="T14" fmla="*/ 81 w 573"/>
                <a:gd name="T15" fmla="*/ 700 h 717"/>
                <a:gd name="T16" fmla="*/ 67 w 573"/>
                <a:gd name="T17" fmla="*/ 712 h 717"/>
                <a:gd name="T18" fmla="*/ 51 w 573"/>
                <a:gd name="T19" fmla="*/ 717 h 717"/>
                <a:gd name="T20" fmla="*/ 32 w 573"/>
                <a:gd name="T21" fmla="*/ 715 h 717"/>
                <a:gd name="T22" fmla="*/ 16 w 573"/>
                <a:gd name="T23" fmla="*/ 707 h 717"/>
                <a:gd name="T24" fmla="*/ 5 w 573"/>
                <a:gd name="T25" fmla="*/ 693 h 717"/>
                <a:gd name="T26" fmla="*/ 0 w 573"/>
                <a:gd name="T27" fmla="*/ 675 h 717"/>
                <a:gd name="T28" fmla="*/ 2 w 573"/>
                <a:gd name="T29" fmla="*/ 658 h 717"/>
                <a:gd name="T30" fmla="*/ 11 w 573"/>
                <a:gd name="T31" fmla="*/ 642 h 717"/>
                <a:gd name="T32" fmla="*/ 491 w 573"/>
                <a:gd name="T33" fmla="*/ 15 h 717"/>
                <a:gd name="T34" fmla="*/ 506 w 573"/>
                <a:gd name="T35" fmla="*/ 3 h 717"/>
                <a:gd name="T36" fmla="*/ 522 w 573"/>
                <a:gd name="T37" fmla="*/ 0 h 7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73" h="717">
                  <a:moveTo>
                    <a:pt x="522" y="0"/>
                  </a:moveTo>
                  <a:lnTo>
                    <a:pt x="540" y="1"/>
                  </a:lnTo>
                  <a:lnTo>
                    <a:pt x="557" y="10"/>
                  </a:lnTo>
                  <a:lnTo>
                    <a:pt x="568" y="24"/>
                  </a:lnTo>
                  <a:lnTo>
                    <a:pt x="573" y="40"/>
                  </a:lnTo>
                  <a:lnTo>
                    <a:pt x="571" y="57"/>
                  </a:lnTo>
                  <a:lnTo>
                    <a:pt x="562" y="75"/>
                  </a:lnTo>
                  <a:lnTo>
                    <a:pt x="81" y="700"/>
                  </a:lnTo>
                  <a:lnTo>
                    <a:pt x="67" y="712"/>
                  </a:lnTo>
                  <a:lnTo>
                    <a:pt x="51" y="717"/>
                  </a:lnTo>
                  <a:lnTo>
                    <a:pt x="32" y="715"/>
                  </a:lnTo>
                  <a:lnTo>
                    <a:pt x="16" y="707"/>
                  </a:lnTo>
                  <a:lnTo>
                    <a:pt x="5" y="693"/>
                  </a:lnTo>
                  <a:lnTo>
                    <a:pt x="0" y="675"/>
                  </a:lnTo>
                  <a:lnTo>
                    <a:pt x="2" y="658"/>
                  </a:lnTo>
                  <a:lnTo>
                    <a:pt x="11" y="642"/>
                  </a:lnTo>
                  <a:lnTo>
                    <a:pt x="491" y="15"/>
                  </a:lnTo>
                  <a:lnTo>
                    <a:pt x="506" y="3"/>
                  </a:lnTo>
                  <a:lnTo>
                    <a:pt x="522"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grpSp>
      <p:sp>
        <p:nvSpPr>
          <p:cNvPr id="3" name="Text Placeholder 2"/>
          <p:cNvSpPr>
            <a:spLocks noGrp="1"/>
          </p:cNvSpPr>
          <p:nvPr userDrawn="1">
            <p:ph type="body" idx="1"/>
          </p:nvPr>
        </p:nvSpPr>
        <p:spPr>
          <a:xfrm>
            <a:off x="380010" y="1481446"/>
            <a:ext cx="8383980" cy="4525963"/>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5"/>
          <p:cNvSpPr>
            <a:spLocks noGrp="1"/>
          </p:cNvSpPr>
          <p:nvPr userDrawn="1">
            <p:ph type="sldNum" sz="quarter" idx="4"/>
          </p:nvPr>
        </p:nvSpPr>
        <p:spPr>
          <a:xfrm>
            <a:off x="8122757" y="6363712"/>
            <a:ext cx="861671" cy="365125"/>
          </a:xfrm>
          <a:prstGeom prst="rect">
            <a:avLst/>
          </a:prstGeom>
        </p:spPr>
        <p:txBody>
          <a:bodyPr vert="horz" lIns="91440" tIns="45720" rIns="91440" bIns="45720" rtlCol="0" anchor="ctr"/>
          <a:lstStyle>
            <a:lvl1pPr algn="r">
              <a:defRPr sz="1200" b="0">
                <a:solidFill>
                  <a:schemeClr val="accent2"/>
                </a:solidFill>
              </a:defRPr>
            </a:lvl1pPr>
          </a:lstStyle>
          <a:p>
            <a:fld id="{F6728BC2-ACA3-447C-A909-F3F49211C066}" type="slidenum">
              <a:rPr lang="en-US" smtClean="0"/>
              <a:pPr/>
              <a:t>‹#›</a:t>
            </a:fld>
            <a:endParaRPr lang="en-US" dirty="0"/>
          </a:p>
        </p:txBody>
      </p:sp>
      <p:sp>
        <p:nvSpPr>
          <p:cNvPr id="2" name="Title Placeholder 1"/>
          <p:cNvSpPr>
            <a:spLocks noGrp="1"/>
          </p:cNvSpPr>
          <p:nvPr userDrawn="1">
            <p:ph type="title"/>
          </p:nvPr>
        </p:nvSpPr>
        <p:spPr>
          <a:xfrm>
            <a:off x="380010" y="-4950"/>
            <a:ext cx="6222671" cy="1224150"/>
          </a:xfrm>
          <a:prstGeom prst="rect">
            <a:avLst/>
          </a:prstGeom>
        </p:spPr>
        <p:txBody>
          <a:bodyPr vert="horz" lIns="91440" tIns="45720" rIns="91440" bIns="45720" rtlCol="0" anchor="ctr">
            <a:noAutofit/>
          </a:bodyPr>
          <a:lstStyle/>
          <a:p>
            <a:r>
              <a:rPr lang="en-US"/>
              <a:t>Click to edit Master title style</a:t>
            </a:r>
            <a:endParaRPr lang="en-US" dirty="0"/>
          </a:p>
        </p:txBody>
      </p:sp>
    </p:spTree>
    <p:extLst>
      <p:ext uri="{BB962C8B-B14F-4D97-AF65-F5344CB8AC3E}">
        <p14:creationId xmlns:p14="http://schemas.microsoft.com/office/powerpoint/2010/main" val="1460046415"/>
      </p:ext>
    </p:extLst>
  </p:cSld>
  <p:clrMap bg1="lt1" tx1="dk1" bg2="lt2" tx2="dk2" accent1="accent1" accent2="accent2" accent3="accent3" accent4="accent4" accent5="accent5" accent6="accent6" hlink="hlink" folHlink="folHlink"/>
  <p:sldLayoutIdLst>
    <p:sldLayoutId id="2147483691" r:id="rId1"/>
    <p:sldLayoutId id="2147483692" r:id="rId2"/>
    <p:sldLayoutId id="2147483704" r:id="rId3"/>
    <p:sldLayoutId id="2147483705" r:id="rId4"/>
    <p:sldLayoutId id="2147483694" r:id="rId5"/>
    <p:sldLayoutId id="2147483698" r:id="rId6"/>
    <p:sldLayoutId id="2147483699" r:id="rId7"/>
    <p:sldLayoutId id="2147483695" r:id="rId8"/>
    <p:sldLayoutId id="2147483703" r:id="rId9"/>
    <p:sldLayoutId id="2147483701" r:id="rId10"/>
    <p:sldLayoutId id="2147483702" r:id="rId11"/>
    <p:sldLayoutId id="2147483696" r:id="rId12"/>
    <p:sldLayoutId id="2147483697" r:id="rId13"/>
    <p:sldLayoutId id="2147483706" r:id="rId14"/>
    <p:sldLayoutId id="2147483707" r:id="rId15"/>
  </p:sldLayoutIdLst>
  <p:hf hdr="0" ftr="0" dt="0"/>
  <p:txStyles>
    <p:titleStyle>
      <a:lvl1pPr algn="l" defTabSz="914400" rtl="0" eaLnBrk="1" latinLnBrk="0" hangingPunct="1">
        <a:spcBef>
          <a:spcPct val="0"/>
        </a:spcBef>
        <a:buNone/>
        <a:defRPr sz="2400" b="1" kern="1200" spc="100" baseline="0">
          <a:solidFill>
            <a:schemeClr val="bg1"/>
          </a:solidFill>
          <a:latin typeface="+mj-lt"/>
          <a:ea typeface="+mj-ea"/>
          <a:cs typeface="+mj-cs"/>
        </a:defRPr>
      </a:lvl1pPr>
    </p:titleStyle>
    <p:bodyStyle>
      <a:lvl1pPr marL="342900" indent="-342900" algn="l" defTabSz="914400" rtl="0" eaLnBrk="1" latinLnBrk="0" hangingPunct="1">
        <a:spcBef>
          <a:spcPct val="20000"/>
        </a:spcBef>
        <a:buClr>
          <a:schemeClr val="accent1"/>
        </a:buClr>
        <a:buFont typeface="Arial" panose="020B0604020202020204" pitchFamily="34" charset="0"/>
        <a:buChar char="•"/>
        <a:defRPr sz="2800" kern="1200">
          <a:solidFill>
            <a:schemeClr val="tx2"/>
          </a:solidFill>
          <a:latin typeface="Arial" panose="020B0604020202020204" pitchFamily="34" charset="0"/>
          <a:ea typeface="+mn-ea"/>
          <a:cs typeface="Arial" panose="020B0604020202020204" pitchFamily="34" charset="0"/>
        </a:defRPr>
      </a:lvl1pPr>
      <a:lvl2pPr marL="742950" indent="-285750" algn="l" defTabSz="914400" rtl="0" eaLnBrk="1" latinLnBrk="0" hangingPunct="1">
        <a:spcBef>
          <a:spcPct val="20000"/>
        </a:spcBef>
        <a:buClr>
          <a:schemeClr val="accent1"/>
        </a:buClr>
        <a:buFont typeface="Arial" panose="020B0604020202020204" pitchFamily="34" charset="0"/>
        <a:buChar char="–"/>
        <a:defRPr sz="2400" kern="1200">
          <a:solidFill>
            <a:schemeClr val="tx2"/>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spcBef>
          <a:spcPct val="20000"/>
        </a:spcBef>
        <a:buClr>
          <a:schemeClr val="accent1"/>
        </a:buClr>
        <a:buFont typeface="Arial" panose="020B0604020202020204" pitchFamily="34" charset="0"/>
        <a:buChar char="•"/>
        <a:defRPr sz="2000" kern="1200">
          <a:solidFill>
            <a:schemeClr val="tx2"/>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spcBef>
          <a:spcPct val="20000"/>
        </a:spcBef>
        <a:buClr>
          <a:schemeClr val="accent1"/>
        </a:buClr>
        <a:buFont typeface="Arial" panose="020B0604020202020204" pitchFamily="34" charset="0"/>
        <a:buChar char="–"/>
        <a:defRPr sz="1800" kern="1200">
          <a:solidFill>
            <a:schemeClr val="tx2"/>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spcBef>
          <a:spcPct val="20000"/>
        </a:spcBef>
        <a:buClr>
          <a:schemeClr val="accent1"/>
        </a:buClr>
        <a:buFont typeface="Arial" panose="020B0604020202020204" pitchFamily="34" charset="0"/>
        <a:buChar char="»"/>
        <a:defRPr sz="1800" kern="1200">
          <a:solidFill>
            <a:schemeClr val="tx2"/>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4.xml"/></Relationships>
</file>

<file path=ppt/slides/_rels/slide39.xml.rels><?xml version="1.0" encoding="UTF-8" standalone="yes"?>
<Relationships xmlns="http://schemas.openxmlformats.org/package/2006/relationships"><Relationship Id="rId2" Type="http://schemas.openxmlformats.org/officeDocument/2006/relationships/hyperlink" Target="https://angular.dev/guide/ngmodules/overview" TargetMode="External"/><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4.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5.xml"/><Relationship Id="rId4" Type="http://schemas.openxmlformats.org/officeDocument/2006/relationships/image" Target="../media/image20.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5.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5.xml"/></Relationships>
</file>

<file path=ppt/slides/_rels/slide5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5.xml"/></Relationships>
</file>

<file path=ppt/slides/_rels/slide5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5.xml"/></Relationships>
</file>

<file path=ppt/slides/_rels/slide54.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5.xml"/></Relationships>
</file>

<file path=ppt/slides/_rels/slide5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5.xml"/></Relationships>
</file>

<file path=ppt/slides/_rels/slide56.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5.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8.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5.xml"/><Relationship Id="rId4" Type="http://schemas.openxmlformats.org/officeDocument/2006/relationships/image" Target="../media/image35.png"/></Relationships>
</file>

<file path=ppt/slides/_rels/slide5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4.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2.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5.xml"/></Relationships>
</file>

<file path=ppt/slides/_rels/slide6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4.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5.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5.xml"/></Relationships>
</file>

<file path=ppt/slides/_rels/slide66.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5.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0.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5.xml"/></Relationships>
</file>

<file path=ppt/slides/_rels/slide71.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5.xml"/></Relationships>
</file>

<file path=ppt/slides/_rels/slide7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4.xml"/></Relationships>
</file>

<file path=ppt/slides/_rels/slide73.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5.xml"/></Relationships>
</file>

<file path=ppt/slides/_rels/slide74.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5.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6.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5.xml"/></Relationships>
</file>

<file path=ppt/slides/_rels/slide77.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5.xml"/></Relationships>
</file>

<file path=ppt/slides/_rels/slide7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4.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1.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5.xml"/></Relationships>
</file>

<file path=ppt/slides/_rels/slide82.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5.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6.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5.xml"/></Relationships>
</file>

<file path=ppt/slides/_rels/slide8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4.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9.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5.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2.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5.xml"/></Relationships>
</file>

<file path=ppt/slides/_rels/slide93.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5.xml"/></Relationships>
</file>

<file path=ppt/slides/_rels/slide94.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5.xml"/></Relationships>
</file>

<file path=ppt/slides/_rels/slide95.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6.png"/><Relationship Id="rId1" Type="http://schemas.openxmlformats.org/officeDocument/2006/relationships/slideLayout" Target="../slideLayouts/slideLayout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8.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5.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4.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5.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5.xml"/></Relationships>
</file>

<file path=ppt/slides/_rels/slide106.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5.xml"/></Relationships>
</file>

<file path=ppt/slides/_rels/slide107.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5.xml"/></Relationships>
</file>

<file path=ppt/slides/_rels/slide108.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5.xml"/></Relationships>
</file>

<file path=ppt/slides/_rels/slide10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4.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3.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5.xml"/></Relationships>
</file>

<file path=ppt/slides/_rels/slide114.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5.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6.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5.xml"/></Relationships>
</file>

<file path=ppt/slides/_rels/slide117.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image" Target="../media/image65.png"/><Relationship Id="rId1" Type="http://schemas.openxmlformats.org/officeDocument/2006/relationships/slideLayout" Target="../slideLayouts/slideLayout5.xml"/></Relationships>
</file>

<file path=ppt/slides/_rels/slide118.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5.xml"/></Relationships>
</file>

<file path=ppt/slides/_rels/slide119.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5.xml"/></Relationships>
</file>

<file path=ppt/slides/_rels/slide120.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5.xml"/></Relationships>
</file>

<file path=ppt/slides/_rels/slide121.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5.xml"/></Relationships>
</file>

<file path=ppt/slides/_rels/slide122.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5.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Angular</a:t>
            </a:r>
          </a:p>
        </p:txBody>
      </p:sp>
      <p:sp>
        <p:nvSpPr>
          <p:cNvPr id="3" name="Subtitle 2"/>
          <p:cNvSpPr>
            <a:spLocks noGrp="1"/>
          </p:cNvSpPr>
          <p:nvPr>
            <p:ph type="subTitle" idx="1"/>
          </p:nvPr>
        </p:nvSpPr>
        <p:spPr/>
        <p:txBody>
          <a:bodyPr/>
          <a:lstStyle/>
          <a:p>
            <a:endParaRPr lang="en-US"/>
          </a:p>
        </p:txBody>
      </p:sp>
    </p:spTree>
    <p:extLst>
      <p:ext uri="{BB962C8B-B14F-4D97-AF65-F5344CB8AC3E}">
        <p14:creationId xmlns:p14="http://schemas.microsoft.com/office/powerpoint/2010/main" val="239379626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9947FC-ED58-14EC-766E-B345CBB2129B}"/>
              </a:ext>
            </a:extLst>
          </p:cNvPr>
          <p:cNvSpPr>
            <a:spLocks noGrp="1"/>
          </p:cNvSpPr>
          <p:nvPr>
            <p:ph type="title"/>
          </p:nvPr>
        </p:nvSpPr>
        <p:spPr/>
        <p:txBody>
          <a:bodyPr/>
          <a:lstStyle/>
          <a:p>
            <a:r>
              <a:rPr lang="en-US" dirty="0"/>
              <a:t>Outline</a:t>
            </a:r>
          </a:p>
        </p:txBody>
      </p:sp>
      <p:sp>
        <p:nvSpPr>
          <p:cNvPr id="4" name="Slide Number Placeholder 3">
            <a:extLst>
              <a:ext uri="{FF2B5EF4-FFF2-40B4-BE49-F238E27FC236}">
                <a16:creationId xmlns:a16="http://schemas.microsoft.com/office/drawing/2014/main" id="{E6ADCEA2-50D6-C516-65CC-742821A02E1F}"/>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a:t>
            </a:fld>
            <a:endParaRPr lang="en-US"/>
          </a:p>
        </p:txBody>
      </p:sp>
      <p:sp>
        <p:nvSpPr>
          <p:cNvPr id="6" name="Content Placeholder 5">
            <a:extLst>
              <a:ext uri="{FF2B5EF4-FFF2-40B4-BE49-F238E27FC236}">
                <a16:creationId xmlns:a16="http://schemas.microsoft.com/office/drawing/2014/main" id="{87444B04-2EA6-FCF4-5F43-ABE166F4F8F0}"/>
              </a:ext>
            </a:extLst>
          </p:cNvPr>
          <p:cNvSpPr>
            <a:spLocks noGrp="1"/>
          </p:cNvSpPr>
          <p:nvPr>
            <p:ph idx="1"/>
          </p:nvPr>
        </p:nvSpPr>
        <p:spPr>
          <a:xfrm>
            <a:off x="380010" y="1481446"/>
            <a:ext cx="8383980" cy="4882266"/>
          </a:xfrm>
        </p:spPr>
        <p:txBody>
          <a:bodyPr numCol="2">
            <a:normAutofit lnSpcReduction="10000"/>
          </a:bodyPr>
          <a:lstStyle/>
          <a:p>
            <a:r>
              <a:rPr lang="en-US" dirty="0"/>
              <a:t>Angular Introduction</a:t>
            </a:r>
          </a:p>
          <a:p>
            <a:r>
              <a:rPr lang="en-US" dirty="0"/>
              <a:t>Angular Version History</a:t>
            </a:r>
          </a:p>
          <a:p>
            <a:r>
              <a:rPr lang="en-US" dirty="0"/>
              <a:t>Angular CLI – Installation &amp; Config</a:t>
            </a:r>
          </a:p>
          <a:p>
            <a:r>
              <a:rPr lang="en-US" dirty="0"/>
              <a:t>Angular Components</a:t>
            </a:r>
          </a:p>
          <a:p>
            <a:r>
              <a:rPr lang="en-US" dirty="0"/>
              <a:t>@NgModule</a:t>
            </a:r>
          </a:p>
          <a:p>
            <a:r>
              <a:rPr lang="en-US" dirty="0"/>
              <a:t>Angular Directives</a:t>
            </a:r>
          </a:p>
          <a:p>
            <a:r>
              <a:rPr lang="en-US" dirty="0"/>
              <a:t>Signals</a:t>
            </a:r>
          </a:p>
          <a:p>
            <a:r>
              <a:rPr lang="en-US" dirty="0"/>
              <a:t>Services &amp; Dependency Injection</a:t>
            </a:r>
          </a:p>
          <a:p>
            <a:r>
              <a:rPr lang="en-US" dirty="0"/>
              <a:t>Data Binding</a:t>
            </a:r>
          </a:p>
          <a:p>
            <a:r>
              <a:rPr lang="en-US" dirty="0"/>
              <a:t>Pipes</a:t>
            </a:r>
          </a:p>
          <a:p>
            <a:r>
              <a:rPr lang="en-US" dirty="0"/>
              <a:t>Routing &amp; Route Guards</a:t>
            </a:r>
          </a:p>
          <a:p>
            <a:r>
              <a:rPr lang="en-US" dirty="0"/>
              <a:t>Pub-sub design patterns</a:t>
            </a:r>
          </a:p>
          <a:p>
            <a:r>
              <a:rPr lang="en-US" dirty="0" err="1"/>
              <a:t>RxJS</a:t>
            </a:r>
            <a:r>
              <a:rPr lang="en-US" dirty="0"/>
              <a:t> – observables</a:t>
            </a:r>
          </a:p>
          <a:p>
            <a:r>
              <a:rPr lang="en-US" dirty="0"/>
              <a:t>Subjects</a:t>
            </a:r>
          </a:p>
          <a:p>
            <a:r>
              <a:rPr lang="en-US" dirty="0" err="1"/>
              <a:t>httpclient</a:t>
            </a:r>
            <a:endParaRPr lang="en-US" dirty="0"/>
          </a:p>
          <a:p>
            <a:endParaRPr lang="en-US" dirty="0"/>
          </a:p>
        </p:txBody>
      </p:sp>
    </p:spTree>
    <p:extLst>
      <p:ext uri="{BB962C8B-B14F-4D97-AF65-F5344CB8AC3E}">
        <p14:creationId xmlns:p14="http://schemas.microsoft.com/office/powerpoint/2010/main" val="19574334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70119B-DB37-6730-38BF-771F7C2FD157}"/>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DEEB005-3DF5-5EE6-0765-EF10D9FD6FCA}"/>
              </a:ext>
            </a:extLst>
          </p:cNvPr>
          <p:cNvSpPr>
            <a:spLocks noGrp="1"/>
          </p:cNvSpPr>
          <p:nvPr>
            <p:ph type="sldNum" idx="12"/>
          </p:nvPr>
        </p:nvSpPr>
        <p:spPr>
          <a:xfrm>
            <a:off x="8122757" y="6363712"/>
            <a:ext cx="861671" cy="365125"/>
          </a:xfrm>
        </p:spPr>
        <p:txBody>
          <a:bodyPr spcFirstLastPara="1" wrap="square" lIns="91425" tIns="45700" rIns="91425" bIns="45700" anchor="ctr" anchorCtr="0">
            <a:normAutofit/>
          </a:bodyPr>
          <a:lstStyle/>
          <a:p>
            <a:pPr>
              <a:spcAft>
                <a:spcPts val="600"/>
              </a:spcAft>
            </a:pPr>
            <a:fld id="{00000000-1234-1234-1234-123412341234}" type="slidenum">
              <a:rPr lang="en-US" smtClean="0"/>
              <a:pPr>
                <a:spcAft>
                  <a:spcPts val="600"/>
                </a:spcAft>
              </a:pPr>
              <a:t>2</a:t>
            </a:fld>
            <a:endParaRPr lang="en-US"/>
          </a:p>
        </p:txBody>
      </p:sp>
      <p:sp>
        <p:nvSpPr>
          <p:cNvPr id="4" name="Google Shape;212;p15">
            <a:extLst>
              <a:ext uri="{FF2B5EF4-FFF2-40B4-BE49-F238E27FC236}">
                <a16:creationId xmlns:a16="http://schemas.microsoft.com/office/drawing/2014/main" id="{1237CB1F-1D02-9679-AD3B-67CA5527991A}"/>
              </a:ext>
            </a:extLst>
          </p:cNvPr>
          <p:cNvSpPr txBox="1">
            <a:spLocks/>
          </p:cNvSpPr>
          <p:nvPr/>
        </p:nvSpPr>
        <p:spPr>
          <a:xfrm>
            <a:off x="157163" y="2493034"/>
            <a:ext cx="8826500" cy="3591854"/>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7200" indent="-228600" algn="ctr">
              <a:spcBef>
                <a:spcPts val="560"/>
              </a:spcBef>
              <a:buClr>
                <a:schemeClr val="accent1"/>
              </a:buClr>
              <a:buSzPts val="2800"/>
            </a:pPr>
            <a:r>
              <a:rPr lang="en-US" sz="4000" b="0" i="0" u="none" strike="noStrike" cap="none" dirty="0">
                <a:solidFill>
                  <a:schemeClr val="dk2"/>
                </a:solidFill>
                <a:latin typeface="Arial"/>
                <a:ea typeface="Arial"/>
                <a:cs typeface="Arial"/>
                <a:sym typeface="Arial"/>
              </a:rPr>
              <a:t>Angular Introduction</a:t>
            </a:r>
          </a:p>
        </p:txBody>
      </p:sp>
      <p:pic>
        <p:nvPicPr>
          <p:cNvPr id="6" name="Picture 5">
            <a:extLst>
              <a:ext uri="{FF2B5EF4-FFF2-40B4-BE49-F238E27FC236}">
                <a16:creationId xmlns:a16="http://schemas.microsoft.com/office/drawing/2014/main" id="{1ACC4567-296D-BA4D-A4A3-92CFB38FF2A5}"/>
              </a:ext>
            </a:extLst>
          </p:cNvPr>
          <p:cNvPicPr>
            <a:picLocks noChangeAspect="1"/>
          </p:cNvPicPr>
          <p:nvPr/>
        </p:nvPicPr>
        <p:blipFill>
          <a:blip r:embed="rId2"/>
          <a:stretch>
            <a:fillRect/>
          </a:stretch>
        </p:blipFill>
        <p:spPr>
          <a:xfrm>
            <a:off x="6788472" y="0"/>
            <a:ext cx="2355528" cy="864158"/>
          </a:xfrm>
          <a:prstGeom prst="rect">
            <a:avLst/>
          </a:prstGeom>
        </p:spPr>
      </p:pic>
    </p:spTree>
    <p:extLst>
      <p:ext uri="{BB962C8B-B14F-4D97-AF65-F5344CB8AC3E}">
        <p14:creationId xmlns:p14="http://schemas.microsoft.com/office/powerpoint/2010/main" val="40184303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F6728BC2-ACA3-447C-A909-F3F49211C066}" type="slidenum">
              <a:rPr lang="en-US" smtClean="0"/>
              <a:pPr/>
              <a:t>3</a:t>
            </a:fld>
            <a:endParaRPr lang="en-US" dirty="0"/>
          </a:p>
        </p:txBody>
      </p:sp>
      <p:sp>
        <p:nvSpPr>
          <p:cNvPr id="6" name="Content Placeholder 5">
            <a:extLst>
              <a:ext uri="{FF2B5EF4-FFF2-40B4-BE49-F238E27FC236}">
                <a16:creationId xmlns:a16="http://schemas.microsoft.com/office/drawing/2014/main" id="{DEEF6BF5-9707-F5D1-3838-580657495F45}"/>
              </a:ext>
            </a:extLst>
          </p:cNvPr>
          <p:cNvSpPr>
            <a:spLocks noGrp="1"/>
          </p:cNvSpPr>
          <p:nvPr>
            <p:ph idx="1"/>
          </p:nvPr>
        </p:nvSpPr>
        <p:spPr>
          <a:xfrm>
            <a:off x="380010" y="1481446"/>
            <a:ext cx="8383980" cy="4788725"/>
          </a:xfrm>
        </p:spPr>
        <p:txBody>
          <a:bodyPr>
            <a:normAutofit fontScale="85000" lnSpcReduction="20000"/>
          </a:bodyPr>
          <a:lstStyle/>
          <a:p>
            <a:r>
              <a:rPr lang="en-US" dirty="0"/>
              <a:t>Angular is a TypeScript based open-source framework used to development dynamic web applications</a:t>
            </a:r>
          </a:p>
          <a:p>
            <a:r>
              <a:rPr lang="en-US" dirty="0"/>
              <a:t>Angular is a Single Page Application (SPA) framework. An SPA is a web application that fits on a single page.</a:t>
            </a:r>
          </a:p>
          <a:p>
            <a:r>
              <a:rPr lang="en-US" dirty="0"/>
              <a:t>All our code (JavaScript, HTML, CSS) is retrieved with a single page load. Navigation between pages is performed without refreshing the whole page.</a:t>
            </a:r>
          </a:p>
          <a:p>
            <a:r>
              <a:rPr lang="en-US" dirty="0"/>
              <a:t>SPA uses AJAX and HTML5 to build responsive web applications</a:t>
            </a:r>
          </a:p>
          <a:p>
            <a:r>
              <a:rPr lang="en-US" dirty="0"/>
              <a:t>Examples of single-page apps – Gmail, Google Maps, Facebook, X, Trello, etc…</a:t>
            </a:r>
          </a:p>
          <a:p>
            <a:r>
              <a:rPr lang="en-US" dirty="0"/>
              <a:t>Frameworks like AngularJS, Angular, Ember.js, </a:t>
            </a:r>
            <a:r>
              <a:rPr lang="en-US" dirty="0" err="1"/>
              <a:t>ExtJS</a:t>
            </a:r>
            <a:r>
              <a:rPr lang="en-US" dirty="0"/>
              <a:t>, Knockout.js, Meteor.js, React and Vue.js uses SPA principles to create a web application</a:t>
            </a:r>
          </a:p>
        </p:txBody>
      </p:sp>
      <p:sp>
        <p:nvSpPr>
          <p:cNvPr id="8" name="Title 7">
            <a:extLst>
              <a:ext uri="{FF2B5EF4-FFF2-40B4-BE49-F238E27FC236}">
                <a16:creationId xmlns:a16="http://schemas.microsoft.com/office/drawing/2014/main" id="{5C8A36B9-6DAA-9178-3579-608F2BF2314F}"/>
              </a:ext>
            </a:extLst>
          </p:cNvPr>
          <p:cNvSpPr>
            <a:spLocks noGrp="1"/>
          </p:cNvSpPr>
          <p:nvPr>
            <p:ph type="title"/>
          </p:nvPr>
        </p:nvSpPr>
        <p:spPr/>
        <p:txBody>
          <a:bodyPr/>
          <a:lstStyle/>
          <a:p>
            <a:r>
              <a:rPr lang="en-US" dirty="0"/>
              <a:t>Angular Introduction</a:t>
            </a:r>
          </a:p>
        </p:txBody>
      </p:sp>
    </p:spTree>
    <p:extLst>
      <p:ext uri="{BB962C8B-B14F-4D97-AF65-F5344CB8AC3E}">
        <p14:creationId xmlns:p14="http://schemas.microsoft.com/office/powerpoint/2010/main" val="39759983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26B392-260F-9411-0AA9-FEE4BC629F99}"/>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C12C0009-19D7-E995-DECD-B4FB5EA767B7}"/>
              </a:ext>
            </a:extLst>
          </p:cNvPr>
          <p:cNvSpPr>
            <a:spLocks noGrp="1"/>
          </p:cNvSpPr>
          <p:nvPr>
            <p:ph type="sldNum" sz="quarter" idx="12"/>
          </p:nvPr>
        </p:nvSpPr>
        <p:spPr/>
        <p:txBody>
          <a:bodyPr/>
          <a:lstStyle/>
          <a:p>
            <a:fld id="{F6728BC2-ACA3-447C-A909-F3F49211C066}" type="slidenum">
              <a:rPr lang="en-US" smtClean="0"/>
              <a:pPr/>
              <a:t>4</a:t>
            </a:fld>
            <a:endParaRPr lang="en-US" dirty="0"/>
          </a:p>
        </p:txBody>
      </p:sp>
      <p:sp>
        <p:nvSpPr>
          <p:cNvPr id="6" name="Content Placeholder 5">
            <a:extLst>
              <a:ext uri="{FF2B5EF4-FFF2-40B4-BE49-F238E27FC236}">
                <a16:creationId xmlns:a16="http://schemas.microsoft.com/office/drawing/2014/main" id="{DA3DFB73-F741-D7DC-1162-2B00578E6994}"/>
              </a:ext>
            </a:extLst>
          </p:cNvPr>
          <p:cNvSpPr>
            <a:spLocks noGrp="1"/>
          </p:cNvSpPr>
          <p:nvPr>
            <p:ph idx="1"/>
          </p:nvPr>
        </p:nvSpPr>
        <p:spPr/>
        <p:txBody>
          <a:bodyPr>
            <a:normAutofit fontScale="85000" lnSpcReduction="20000"/>
          </a:bodyPr>
          <a:lstStyle/>
          <a:p>
            <a:r>
              <a:rPr lang="en-US" b="1" dirty="0"/>
              <a:t>Fast and responsive </a:t>
            </a:r>
            <a:r>
              <a:rPr lang="en-US" dirty="0"/>
              <a:t>– SPAs update only the required content instead of the entire page for each request to the server. The HTML/CSS/Scripts are only loaded once throughout the lifespan of an application. Only data is transmitted back and forth. This significantly improves the website’s speed.</a:t>
            </a:r>
          </a:p>
          <a:p>
            <a:r>
              <a:rPr lang="en-US" b="1" dirty="0"/>
              <a:t>Cashing capabilities</a:t>
            </a:r>
            <a:r>
              <a:rPr lang="en-US" dirty="0"/>
              <a:t> – SPA sends a request to the server and caches all received data locally. Then it can reuse this data and work even offline. If a user has poor connectivity, local data can be synchronized with the server when the connection allows.</a:t>
            </a:r>
          </a:p>
          <a:p>
            <a:r>
              <a:rPr lang="en-US" dirty="0"/>
              <a:t>SPA provides a </a:t>
            </a:r>
            <a:r>
              <a:rPr lang="en-US" b="1" dirty="0"/>
              <a:t>pleasant user experience</a:t>
            </a:r>
            <a:r>
              <a:rPr lang="en-US" dirty="0"/>
              <a:t> on desktops as well as on mobile phones, since it only changes the content and not the page.</a:t>
            </a:r>
          </a:p>
        </p:txBody>
      </p:sp>
      <p:sp>
        <p:nvSpPr>
          <p:cNvPr id="8" name="Title 7">
            <a:extLst>
              <a:ext uri="{FF2B5EF4-FFF2-40B4-BE49-F238E27FC236}">
                <a16:creationId xmlns:a16="http://schemas.microsoft.com/office/drawing/2014/main" id="{E56183B2-0204-26F2-81B0-C28C979EA3BB}"/>
              </a:ext>
            </a:extLst>
          </p:cNvPr>
          <p:cNvSpPr>
            <a:spLocks noGrp="1"/>
          </p:cNvSpPr>
          <p:nvPr>
            <p:ph type="title"/>
          </p:nvPr>
        </p:nvSpPr>
        <p:spPr/>
        <p:txBody>
          <a:bodyPr/>
          <a:lstStyle/>
          <a:p>
            <a:r>
              <a:rPr lang="en-US" dirty="0"/>
              <a:t>Advantages of SPA</a:t>
            </a:r>
          </a:p>
        </p:txBody>
      </p:sp>
    </p:spTree>
    <p:extLst>
      <p:ext uri="{BB962C8B-B14F-4D97-AF65-F5344CB8AC3E}">
        <p14:creationId xmlns:p14="http://schemas.microsoft.com/office/powerpoint/2010/main" val="9745721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B580EF-E682-229F-5F79-EE9666986B33}"/>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5DA5810-D375-66AF-EBD8-8A8538CBB0EC}"/>
              </a:ext>
            </a:extLst>
          </p:cNvPr>
          <p:cNvSpPr>
            <a:spLocks noGrp="1"/>
          </p:cNvSpPr>
          <p:nvPr>
            <p:ph type="sldNum" sz="quarter" idx="12"/>
          </p:nvPr>
        </p:nvSpPr>
        <p:spPr/>
        <p:txBody>
          <a:bodyPr/>
          <a:lstStyle/>
          <a:p>
            <a:fld id="{F6728BC2-ACA3-447C-A909-F3F49211C066}" type="slidenum">
              <a:rPr lang="en-US" smtClean="0"/>
              <a:pPr/>
              <a:t>5</a:t>
            </a:fld>
            <a:endParaRPr lang="en-US" dirty="0"/>
          </a:p>
        </p:txBody>
      </p:sp>
      <p:sp>
        <p:nvSpPr>
          <p:cNvPr id="6" name="Content Placeholder 5">
            <a:extLst>
              <a:ext uri="{FF2B5EF4-FFF2-40B4-BE49-F238E27FC236}">
                <a16:creationId xmlns:a16="http://schemas.microsoft.com/office/drawing/2014/main" id="{1FCFB0AC-E564-67EB-2EA9-A755D9A11AD7}"/>
              </a:ext>
            </a:extLst>
          </p:cNvPr>
          <p:cNvSpPr>
            <a:spLocks noGrp="1"/>
          </p:cNvSpPr>
          <p:nvPr>
            <p:ph idx="1"/>
          </p:nvPr>
        </p:nvSpPr>
        <p:spPr/>
        <p:txBody>
          <a:bodyPr>
            <a:normAutofit/>
          </a:bodyPr>
          <a:lstStyle/>
          <a:p>
            <a:r>
              <a:rPr lang="en-US" dirty="0"/>
              <a:t>Doesn’t perform well with SEO (search engine optimization)</a:t>
            </a:r>
          </a:p>
          <a:p>
            <a:r>
              <a:rPr lang="en-US" dirty="0"/>
              <a:t>Security – SPAs are less secure towards Cross-site scripting (XSS) attacks</a:t>
            </a:r>
          </a:p>
          <a:p>
            <a:r>
              <a:rPr lang="en-US" dirty="0"/>
              <a:t>While overall performance is better, more data is frontloaded which can make the first page load a little slower</a:t>
            </a:r>
          </a:p>
        </p:txBody>
      </p:sp>
      <p:sp>
        <p:nvSpPr>
          <p:cNvPr id="8" name="Title 7">
            <a:extLst>
              <a:ext uri="{FF2B5EF4-FFF2-40B4-BE49-F238E27FC236}">
                <a16:creationId xmlns:a16="http://schemas.microsoft.com/office/drawing/2014/main" id="{BBC39ACA-69ED-538F-8AE9-99D93245A53C}"/>
              </a:ext>
            </a:extLst>
          </p:cNvPr>
          <p:cNvSpPr>
            <a:spLocks noGrp="1"/>
          </p:cNvSpPr>
          <p:nvPr>
            <p:ph type="title"/>
          </p:nvPr>
        </p:nvSpPr>
        <p:spPr/>
        <p:txBody>
          <a:bodyPr/>
          <a:lstStyle/>
          <a:p>
            <a:r>
              <a:rPr lang="en-US" dirty="0"/>
              <a:t>Disadvantages of SPA</a:t>
            </a:r>
          </a:p>
        </p:txBody>
      </p:sp>
    </p:spTree>
    <p:extLst>
      <p:ext uri="{BB962C8B-B14F-4D97-AF65-F5344CB8AC3E}">
        <p14:creationId xmlns:p14="http://schemas.microsoft.com/office/powerpoint/2010/main" val="42000435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9C7375-18B6-83CA-8B1C-CF968E0A2A08}"/>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9E37DFDD-251A-25B1-78EB-60CF39562FEE}"/>
              </a:ext>
            </a:extLst>
          </p:cNvPr>
          <p:cNvSpPr>
            <a:spLocks noGrp="1"/>
          </p:cNvSpPr>
          <p:nvPr>
            <p:ph type="sldNum" sz="quarter" idx="12"/>
          </p:nvPr>
        </p:nvSpPr>
        <p:spPr/>
        <p:txBody>
          <a:bodyPr/>
          <a:lstStyle/>
          <a:p>
            <a:fld id="{F6728BC2-ACA3-447C-A909-F3F49211C066}" type="slidenum">
              <a:rPr lang="en-US" smtClean="0"/>
              <a:pPr/>
              <a:t>6</a:t>
            </a:fld>
            <a:endParaRPr lang="en-US" dirty="0"/>
          </a:p>
        </p:txBody>
      </p:sp>
      <p:sp>
        <p:nvSpPr>
          <p:cNvPr id="6" name="Content Placeholder 5">
            <a:extLst>
              <a:ext uri="{FF2B5EF4-FFF2-40B4-BE49-F238E27FC236}">
                <a16:creationId xmlns:a16="http://schemas.microsoft.com/office/drawing/2014/main" id="{15383C22-E237-4615-3568-B19339F1351C}"/>
              </a:ext>
            </a:extLst>
          </p:cNvPr>
          <p:cNvSpPr>
            <a:spLocks noGrp="1"/>
          </p:cNvSpPr>
          <p:nvPr>
            <p:ph idx="1"/>
          </p:nvPr>
        </p:nvSpPr>
        <p:spPr/>
        <p:txBody>
          <a:bodyPr>
            <a:normAutofit fontScale="92500" lnSpcReduction="10000"/>
          </a:bodyPr>
          <a:lstStyle/>
          <a:p>
            <a:pPr marL="0" indent="0">
              <a:buNone/>
            </a:pPr>
            <a:r>
              <a:rPr lang="en-US" b="1" dirty="0"/>
              <a:t>CROSS PLATFORM</a:t>
            </a:r>
          </a:p>
          <a:p>
            <a:r>
              <a:rPr lang="en-US" dirty="0"/>
              <a:t>Progressive Web Apps</a:t>
            </a:r>
          </a:p>
          <a:p>
            <a:pPr lvl="1"/>
            <a:r>
              <a:rPr lang="en-US" dirty="0"/>
              <a:t>Use modern web platform capabilities to deliver app-like experiences. High performance, offline, and zero-step installation</a:t>
            </a:r>
          </a:p>
          <a:p>
            <a:r>
              <a:rPr lang="en-US" dirty="0"/>
              <a:t>Native</a:t>
            </a:r>
          </a:p>
          <a:p>
            <a:pPr lvl="1"/>
            <a:r>
              <a:rPr lang="en-US" dirty="0"/>
              <a:t>Build native mobile apps with strategies from Cordova, Ionic, or </a:t>
            </a:r>
            <a:r>
              <a:rPr lang="en-US" dirty="0" err="1"/>
              <a:t>NativeScript</a:t>
            </a:r>
            <a:endParaRPr lang="en-US" dirty="0"/>
          </a:p>
          <a:p>
            <a:r>
              <a:rPr lang="en-US" dirty="0"/>
              <a:t>Desktop</a:t>
            </a:r>
          </a:p>
          <a:p>
            <a:pPr lvl="1"/>
            <a:r>
              <a:rPr lang="en-US" dirty="0"/>
              <a:t>Create desktop-installed apps across Mac, Windows, and Linux using the same angular methods you’ve learned for the web, plus the ability to access native OS APIs</a:t>
            </a:r>
          </a:p>
        </p:txBody>
      </p:sp>
      <p:sp>
        <p:nvSpPr>
          <p:cNvPr id="8" name="Title 7">
            <a:extLst>
              <a:ext uri="{FF2B5EF4-FFF2-40B4-BE49-F238E27FC236}">
                <a16:creationId xmlns:a16="http://schemas.microsoft.com/office/drawing/2014/main" id="{63A59F4B-FBFF-3FB9-AB53-81A23A993579}"/>
              </a:ext>
            </a:extLst>
          </p:cNvPr>
          <p:cNvSpPr>
            <a:spLocks noGrp="1"/>
          </p:cNvSpPr>
          <p:nvPr>
            <p:ph type="title"/>
          </p:nvPr>
        </p:nvSpPr>
        <p:spPr/>
        <p:txBody>
          <a:bodyPr/>
          <a:lstStyle/>
          <a:p>
            <a:r>
              <a:rPr lang="en-US" dirty="0"/>
              <a:t>Features of Angular</a:t>
            </a:r>
          </a:p>
        </p:txBody>
      </p:sp>
    </p:spTree>
    <p:extLst>
      <p:ext uri="{BB962C8B-B14F-4D97-AF65-F5344CB8AC3E}">
        <p14:creationId xmlns:p14="http://schemas.microsoft.com/office/powerpoint/2010/main" val="21419877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6">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xEl>
                                              <p:pRg st="5" end="5"/>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FA1582-6E87-0DE9-0202-57EA78E4F2AB}"/>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0EFE6C89-91CC-0CF0-8E79-F7D1E581755F}"/>
              </a:ext>
            </a:extLst>
          </p:cNvPr>
          <p:cNvSpPr>
            <a:spLocks noGrp="1"/>
          </p:cNvSpPr>
          <p:nvPr>
            <p:ph type="sldNum" sz="quarter" idx="12"/>
          </p:nvPr>
        </p:nvSpPr>
        <p:spPr/>
        <p:txBody>
          <a:bodyPr/>
          <a:lstStyle/>
          <a:p>
            <a:fld id="{F6728BC2-ACA3-447C-A909-F3F49211C066}" type="slidenum">
              <a:rPr lang="en-US" smtClean="0"/>
              <a:pPr/>
              <a:t>7</a:t>
            </a:fld>
            <a:endParaRPr lang="en-US" dirty="0"/>
          </a:p>
        </p:txBody>
      </p:sp>
      <p:sp>
        <p:nvSpPr>
          <p:cNvPr id="6" name="Content Placeholder 5">
            <a:extLst>
              <a:ext uri="{FF2B5EF4-FFF2-40B4-BE49-F238E27FC236}">
                <a16:creationId xmlns:a16="http://schemas.microsoft.com/office/drawing/2014/main" id="{7937D598-27E2-B45D-D633-D61034E5526C}"/>
              </a:ext>
            </a:extLst>
          </p:cNvPr>
          <p:cNvSpPr>
            <a:spLocks noGrp="1"/>
          </p:cNvSpPr>
          <p:nvPr>
            <p:ph idx="1"/>
          </p:nvPr>
        </p:nvSpPr>
        <p:spPr/>
        <p:txBody>
          <a:bodyPr>
            <a:normAutofit fontScale="85000" lnSpcReduction="10000"/>
          </a:bodyPr>
          <a:lstStyle/>
          <a:p>
            <a:pPr marL="0" indent="0">
              <a:buNone/>
            </a:pPr>
            <a:r>
              <a:rPr lang="en-US" b="1" dirty="0"/>
              <a:t>SPEED AND PERFORMANCE</a:t>
            </a:r>
          </a:p>
          <a:p>
            <a:r>
              <a:rPr lang="en-US" b="1" dirty="0"/>
              <a:t>Code Generation</a:t>
            </a:r>
          </a:p>
          <a:p>
            <a:pPr lvl="1"/>
            <a:r>
              <a:rPr lang="en-US" dirty="0"/>
              <a:t>Angular turns your templates into code that's highly optimized for today's JavaScript virtual machines, giving you all the benefits of hand-written code with the productivity of a framework.</a:t>
            </a:r>
          </a:p>
          <a:p>
            <a:r>
              <a:rPr lang="en-US" b="1" dirty="0"/>
              <a:t>Universal</a:t>
            </a:r>
          </a:p>
          <a:p>
            <a:pPr lvl="1"/>
            <a:r>
              <a:rPr lang="en-US" dirty="0"/>
              <a:t>Serve the first view of your application on Node.js®, .NET, PHP, and other servers for near-instant rendering in just HTML and CSS. Also paves the way for sites that optimize for SEO.</a:t>
            </a:r>
          </a:p>
          <a:p>
            <a:r>
              <a:rPr lang="en-US" b="1" dirty="0"/>
              <a:t>Code Splitting</a:t>
            </a:r>
          </a:p>
          <a:p>
            <a:pPr lvl="1"/>
            <a:r>
              <a:rPr lang="en-US" dirty="0"/>
              <a:t>Angular apps load quickly with the new Component Router, which delivers automatic code-splitting so users only load code required to render the view they request.</a:t>
            </a:r>
          </a:p>
        </p:txBody>
      </p:sp>
      <p:sp>
        <p:nvSpPr>
          <p:cNvPr id="8" name="Title 7">
            <a:extLst>
              <a:ext uri="{FF2B5EF4-FFF2-40B4-BE49-F238E27FC236}">
                <a16:creationId xmlns:a16="http://schemas.microsoft.com/office/drawing/2014/main" id="{0364AFB0-1E76-ED10-5CE5-3F25B75D61F0}"/>
              </a:ext>
            </a:extLst>
          </p:cNvPr>
          <p:cNvSpPr>
            <a:spLocks noGrp="1"/>
          </p:cNvSpPr>
          <p:nvPr>
            <p:ph type="title"/>
          </p:nvPr>
        </p:nvSpPr>
        <p:spPr/>
        <p:txBody>
          <a:bodyPr/>
          <a:lstStyle/>
          <a:p>
            <a:r>
              <a:rPr lang="en-US" dirty="0"/>
              <a:t>Features of Angular</a:t>
            </a:r>
          </a:p>
        </p:txBody>
      </p:sp>
    </p:spTree>
    <p:extLst>
      <p:ext uri="{BB962C8B-B14F-4D97-AF65-F5344CB8AC3E}">
        <p14:creationId xmlns:p14="http://schemas.microsoft.com/office/powerpoint/2010/main" val="40437531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6">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xEl>
                                              <p:pRg st="5" end="5"/>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CFBAB4-D1C1-C43E-4EB3-9B25CED718C4}"/>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C0DEEB9-A837-7DA6-DBD9-E04BA5F0F9B9}"/>
              </a:ext>
            </a:extLst>
          </p:cNvPr>
          <p:cNvSpPr>
            <a:spLocks noGrp="1"/>
          </p:cNvSpPr>
          <p:nvPr>
            <p:ph type="sldNum" sz="quarter" idx="12"/>
          </p:nvPr>
        </p:nvSpPr>
        <p:spPr/>
        <p:txBody>
          <a:bodyPr/>
          <a:lstStyle/>
          <a:p>
            <a:fld id="{F6728BC2-ACA3-447C-A909-F3F49211C066}" type="slidenum">
              <a:rPr lang="en-US" smtClean="0"/>
              <a:pPr/>
              <a:t>8</a:t>
            </a:fld>
            <a:endParaRPr lang="en-US" dirty="0"/>
          </a:p>
        </p:txBody>
      </p:sp>
      <p:sp>
        <p:nvSpPr>
          <p:cNvPr id="6" name="Content Placeholder 5">
            <a:extLst>
              <a:ext uri="{FF2B5EF4-FFF2-40B4-BE49-F238E27FC236}">
                <a16:creationId xmlns:a16="http://schemas.microsoft.com/office/drawing/2014/main" id="{55DDE2B9-619F-39C7-1322-B6B4912BC10B}"/>
              </a:ext>
            </a:extLst>
          </p:cNvPr>
          <p:cNvSpPr>
            <a:spLocks noGrp="1"/>
          </p:cNvSpPr>
          <p:nvPr>
            <p:ph idx="1"/>
          </p:nvPr>
        </p:nvSpPr>
        <p:spPr/>
        <p:txBody>
          <a:bodyPr>
            <a:normAutofit/>
          </a:bodyPr>
          <a:lstStyle/>
          <a:p>
            <a:pPr marL="0" indent="0">
              <a:buNone/>
            </a:pPr>
            <a:r>
              <a:rPr lang="en-US" b="1" dirty="0"/>
              <a:t>PRODUCTIVITY</a:t>
            </a:r>
          </a:p>
          <a:p>
            <a:r>
              <a:rPr lang="en-US" b="1" dirty="0"/>
              <a:t>Templates</a:t>
            </a:r>
          </a:p>
          <a:p>
            <a:pPr lvl="1"/>
            <a:r>
              <a:rPr lang="en-US" dirty="0"/>
              <a:t>Quickly create UI views with simple and powerful template syntax</a:t>
            </a:r>
          </a:p>
          <a:p>
            <a:r>
              <a:rPr lang="en-US" b="1" dirty="0"/>
              <a:t>Angular CLI</a:t>
            </a:r>
          </a:p>
          <a:p>
            <a:pPr lvl="1"/>
            <a:r>
              <a:rPr lang="en-US" dirty="0"/>
              <a:t>Command line tools: start building fast, add components and tests, then instantly deploy</a:t>
            </a:r>
          </a:p>
          <a:p>
            <a:r>
              <a:rPr lang="en-US" b="1" dirty="0"/>
              <a:t>IDEs</a:t>
            </a:r>
          </a:p>
          <a:p>
            <a:pPr lvl="1"/>
            <a:r>
              <a:rPr lang="en-US" dirty="0"/>
              <a:t>Get intelligent code completion, instant errors, and other feedback in popular editors and IDEs</a:t>
            </a:r>
          </a:p>
        </p:txBody>
      </p:sp>
      <p:sp>
        <p:nvSpPr>
          <p:cNvPr id="8" name="Title 7">
            <a:extLst>
              <a:ext uri="{FF2B5EF4-FFF2-40B4-BE49-F238E27FC236}">
                <a16:creationId xmlns:a16="http://schemas.microsoft.com/office/drawing/2014/main" id="{9EDDDD0E-C2C3-5F2E-F35C-0F5ADFB41EFE}"/>
              </a:ext>
            </a:extLst>
          </p:cNvPr>
          <p:cNvSpPr>
            <a:spLocks noGrp="1"/>
          </p:cNvSpPr>
          <p:nvPr>
            <p:ph type="title"/>
          </p:nvPr>
        </p:nvSpPr>
        <p:spPr/>
        <p:txBody>
          <a:bodyPr/>
          <a:lstStyle/>
          <a:p>
            <a:r>
              <a:rPr lang="en-US" dirty="0"/>
              <a:t>Features of Angular</a:t>
            </a:r>
          </a:p>
        </p:txBody>
      </p:sp>
    </p:spTree>
    <p:extLst>
      <p:ext uri="{BB962C8B-B14F-4D97-AF65-F5344CB8AC3E}">
        <p14:creationId xmlns:p14="http://schemas.microsoft.com/office/powerpoint/2010/main" val="32322483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6">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xEl>
                                              <p:pRg st="5" end="5"/>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5356F3-23BC-5B63-EAA6-C99089C8728D}"/>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7AA13B12-4B59-41C5-2C7C-6126276E05FB}"/>
              </a:ext>
            </a:extLst>
          </p:cNvPr>
          <p:cNvSpPr>
            <a:spLocks noGrp="1"/>
          </p:cNvSpPr>
          <p:nvPr>
            <p:ph type="sldNum" sz="quarter" idx="12"/>
          </p:nvPr>
        </p:nvSpPr>
        <p:spPr/>
        <p:txBody>
          <a:bodyPr/>
          <a:lstStyle/>
          <a:p>
            <a:fld id="{F6728BC2-ACA3-447C-A909-F3F49211C066}" type="slidenum">
              <a:rPr lang="en-US" smtClean="0"/>
              <a:pPr/>
              <a:t>9</a:t>
            </a:fld>
            <a:endParaRPr lang="en-US" dirty="0"/>
          </a:p>
        </p:txBody>
      </p:sp>
      <p:sp>
        <p:nvSpPr>
          <p:cNvPr id="6" name="Content Placeholder 5">
            <a:extLst>
              <a:ext uri="{FF2B5EF4-FFF2-40B4-BE49-F238E27FC236}">
                <a16:creationId xmlns:a16="http://schemas.microsoft.com/office/drawing/2014/main" id="{34D1627F-D19E-01C5-1FDA-E003CD402762}"/>
              </a:ext>
            </a:extLst>
          </p:cNvPr>
          <p:cNvSpPr>
            <a:spLocks noGrp="1"/>
          </p:cNvSpPr>
          <p:nvPr>
            <p:ph idx="1"/>
          </p:nvPr>
        </p:nvSpPr>
        <p:spPr/>
        <p:txBody>
          <a:bodyPr/>
          <a:lstStyle/>
          <a:p>
            <a:r>
              <a:rPr lang="en-US" dirty="0"/>
              <a:t>Angular uses the TypeScript language, which has features like:</a:t>
            </a:r>
          </a:p>
          <a:p>
            <a:pPr lvl="1"/>
            <a:r>
              <a:rPr lang="en-US" dirty="0"/>
              <a:t>Static Typing</a:t>
            </a:r>
          </a:p>
          <a:p>
            <a:pPr lvl="1"/>
            <a:r>
              <a:rPr lang="en-US" dirty="0"/>
              <a:t>Object-oriented Programming </a:t>
            </a:r>
            <a:r>
              <a:rPr lang="en-US" dirty="0" err="1"/>
              <a:t>basedon</a:t>
            </a:r>
            <a:r>
              <a:rPr lang="en-US" dirty="0"/>
              <a:t> classes</a:t>
            </a:r>
          </a:p>
          <a:p>
            <a:pPr lvl="1"/>
            <a:r>
              <a:rPr lang="en-US" dirty="0"/>
              <a:t>Support for reactive programming using </a:t>
            </a:r>
            <a:r>
              <a:rPr lang="en-US" dirty="0" err="1"/>
              <a:t>RxJS</a:t>
            </a:r>
            <a:endParaRPr lang="en-US" dirty="0"/>
          </a:p>
        </p:txBody>
      </p:sp>
      <p:sp>
        <p:nvSpPr>
          <p:cNvPr id="8" name="Title 7">
            <a:extLst>
              <a:ext uri="{FF2B5EF4-FFF2-40B4-BE49-F238E27FC236}">
                <a16:creationId xmlns:a16="http://schemas.microsoft.com/office/drawing/2014/main" id="{90F715EF-6DC1-4B2D-D624-A1FE28C8484D}"/>
              </a:ext>
            </a:extLst>
          </p:cNvPr>
          <p:cNvSpPr>
            <a:spLocks noGrp="1"/>
          </p:cNvSpPr>
          <p:nvPr>
            <p:ph type="title"/>
          </p:nvPr>
        </p:nvSpPr>
        <p:spPr/>
        <p:txBody>
          <a:bodyPr/>
          <a:lstStyle/>
          <a:p>
            <a:r>
              <a:rPr lang="en-US" dirty="0"/>
              <a:t>Angular</a:t>
            </a:r>
          </a:p>
        </p:txBody>
      </p:sp>
    </p:spTree>
    <p:extLst>
      <p:ext uri="{BB962C8B-B14F-4D97-AF65-F5344CB8AC3E}">
        <p14:creationId xmlns:p14="http://schemas.microsoft.com/office/powerpoint/2010/main" val="32815441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6666BB-1A0C-D77A-37EB-7F384D4590A6}"/>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E77B9BC-73AB-847A-E0FF-A8E399FA2E5E}"/>
              </a:ext>
            </a:extLst>
          </p:cNvPr>
          <p:cNvSpPr>
            <a:spLocks noGrp="1"/>
          </p:cNvSpPr>
          <p:nvPr>
            <p:ph type="sldNum" sz="quarter" idx="12"/>
          </p:nvPr>
        </p:nvSpPr>
        <p:spPr/>
        <p:txBody>
          <a:bodyPr/>
          <a:lstStyle/>
          <a:p>
            <a:fld id="{F6728BC2-ACA3-447C-A909-F3F49211C066}" type="slidenum">
              <a:rPr lang="en-US" smtClean="0"/>
              <a:pPr/>
              <a:t>10</a:t>
            </a:fld>
            <a:endParaRPr lang="en-US" dirty="0"/>
          </a:p>
        </p:txBody>
      </p:sp>
      <p:sp>
        <p:nvSpPr>
          <p:cNvPr id="6" name="Content Placeholder 5">
            <a:extLst>
              <a:ext uri="{FF2B5EF4-FFF2-40B4-BE49-F238E27FC236}">
                <a16:creationId xmlns:a16="http://schemas.microsoft.com/office/drawing/2014/main" id="{350C38AD-BF9C-BF3D-C35C-3509957F48BD}"/>
              </a:ext>
            </a:extLst>
          </p:cNvPr>
          <p:cNvSpPr>
            <a:spLocks noGrp="1"/>
          </p:cNvSpPr>
          <p:nvPr>
            <p:ph idx="1"/>
          </p:nvPr>
        </p:nvSpPr>
        <p:spPr>
          <a:xfrm>
            <a:off x="380010" y="1481446"/>
            <a:ext cx="8383980" cy="1564955"/>
          </a:xfrm>
        </p:spPr>
        <p:txBody>
          <a:bodyPr>
            <a:normAutofit fontScale="92500"/>
          </a:bodyPr>
          <a:lstStyle/>
          <a:p>
            <a:r>
              <a:rPr lang="en-US" dirty="0"/>
              <a:t>The main building blocks of Angular are </a:t>
            </a:r>
            <a:r>
              <a:rPr lang="en-US" b="1" dirty="0"/>
              <a:t>modules</a:t>
            </a:r>
            <a:r>
              <a:rPr lang="en-US" dirty="0"/>
              <a:t>, </a:t>
            </a:r>
            <a:r>
              <a:rPr lang="en-US" b="1" dirty="0"/>
              <a:t>components</a:t>
            </a:r>
            <a:r>
              <a:rPr lang="en-US" dirty="0"/>
              <a:t>, </a:t>
            </a:r>
            <a:r>
              <a:rPr lang="en-US" b="1" dirty="0"/>
              <a:t>templates</a:t>
            </a:r>
            <a:r>
              <a:rPr lang="en-US" dirty="0"/>
              <a:t>, </a:t>
            </a:r>
            <a:r>
              <a:rPr lang="en-US" b="1" dirty="0"/>
              <a:t>metadata</a:t>
            </a:r>
            <a:r>
              <a:rPr lang="en-US" dirty="0"/>
              <a:t>, </a:t>
            </a:r>
            <a:r>
              <a:rPr lang="en-US" b="1" dirty="0"/>
              <a:t>data binding</a:t>
            </a:r>
            <a:r>
              <a:rPr lang="en-US" dirty="0"/>
              <a:t>, </a:t>
            </a:r>
            <a:r>
              <a:rPr lang="en-US" b="1" dirty="0"/>
              <a:t>directives</a:t>
            </a:r>
            <a:r>
              <a:rPr lang="en-US" dirty="0"/>
              <a:t>, </a:t>
            </a:r>
            <a:r>
              <a:rPr lang="en-US" b="1" dirty="0"/>
              <a:t>services</a:t>
            </a:r>
            <a:r>
              <a:rPr lang="en-US" dirty="0"/>
              <a:t>, and </a:t>
            </a:r>
            <a:r>
              <a:rPr lang="en-US" b="1" dirty="0"/>
              <a:t>dependency injection</a:t>
            </a:r>
            <a:r>
              <a:rPr lang="en-US" dirty="0"/>
              <a:t>.</a:t>
            </a:r>
          </a:p>
        </p:txBody>
      </p:sp>
      <p:sp>
        <p:nvSpPr>
          <p:cNvPr id="8" name="Title 7">
            <a:extLst>
              <a:ext uri="{FF2B5EF4-FFF2-40B4-BE49-F238E27FC236}">
                <a16:creationId xmlns:a16="http://schemas.microsoft.com/office/drawing/2014/main" id="{62F3EFEA-CEB9-FFD8-11D7-98F4BE5FB885}"/>
              </a:ext>
            </a:extLst>
          </p:cNvPr>
          <p:cNvSpPr>
            <a:spLocks noGrp="1"/>
          </p:cNvSpPr>
          <p:nvPr>
            <p:ph type="title"/>
          </p:nvPr>
        </p:nvSpPr>
        <p:spPr/>
        <p:txBody>
          <a:bodyPr/>
          <a:lstStyle/>
          <a:p>
            <a:r>
              <a:rPr lang="en-US" dirty="0"/>
              <a:t>Angular – Building Blocks</a:t>
            </a:r>
          </a:p>
        </p:txBody>
      </p:sp>
      <p:pic>
        <p:nvPicPr>
          <p:cNvPr id="2" name="Picture 1">
            <a:extLst>
              <a:ext uri="{FF2B5EF4-FFF2-40B4-BE49-F238E27FC236}">
                <a16:creationId xmlns:a16="http://schemas.microsoft.com/office/drawing/2014/main" id="{BEB14AF7-65CA-2965-E5E6-DDD9133D23B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7101" y="3046402"/>
            <a:ext cx="8126889" cy="3682435"/>
          </a:xfrm>
          <a:prstGeom prst="rect">
            <a:avLst/>
          </a:prstGeom>
        </p:spPr>
      </p:pic>
    </p:spTree>
    <p:extLst>
      <p:ext uri="{BB962C8B-B14F-4D97-AF65-F5344CB8AC3E}">
        <p14:creationId xmlns:p14="http://schemas.microsoft.com/office/powerpoint/2010/main" val="7297975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1C32B7-D556-A9C7-87AE-FF42262234EC}"/>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AC9C4BD-501A-4F4F-0EB3-5FF3A0266E79}"/>
              </a:ext>
            </a:extLst>
          </p:cNvPr>
          <p:cNvSpPr>
            <a:spLocks noGrp="1"/>
          </p:cNvSpPr>
          <p:nvPr>
            <p:ph type="sldNum" idx="12"/>
          </p:nvPr>
        </p:nvSpPr>
        <p:spPr>
          <a:xfrm>
            <a:off x="8122757" y="6363712"/>
            <a:ext cx="861671" cy="365125"/>
          </a:xfrm>
        </p:spPr>
        <p:txBody>
          <a:bodyPr spcFirstLastPara="1" wrap="square" lIns="91425" tIns="45700" rIns="91425" bIns="45700" anchor="ctr" anchorCtr="0">
            <a:normAutofit/>
          </a:bodyPr>
          <a:lstStyle/>
          <a:p>
            <a:pPr>
              <a:spcAft>
                <a:spcPts val="600"/>
              </a:spcAft>
            </a:pPr>
            <a:fld id="{00000000-1234-1234-1234-123412341234}" type="slidenum">
              <a:rPr lang="en-US" smtClean="0"/>
              <a:pPr>
                <a:spcAft>
                  <a:spcPts val="600"/>
                </a:spcAft>
              </a:pPr>
              <a:t>11</a:t>
            </a:fld>
            <a:endParaRPr lang="en-US"/>
          </a:p>
        </p:txBody>
      </p:sp>
      <p:sp>
        <p:nvSpPr>
          <p:cNvPr id="4" name="Google Shape;212;p15">
            <a:extLst>
              <a:ext uri="{FF2B5EF4-FFF2-40B4-BE49-F238E27FC236}">
                <a16:creationId xmlns:a16="http://schemas.microsoft.com/office/drawing/2014/main" id="{A0993011-DDBE-B00D-5B20-D6836117BBE2}"/>
              </a:ext>
            </a:extLst>
          </p:cNvPr>
          <p:cNvSpPr txBox="1">
            <a:spLocks/>
          </p:cNvSpPr>
          <p:nvPr/>
        </p:nvSpPr>
        <p:spPr>
          <a:xfrm>
            <a:off x="157163" y="2493034"/>
            <a:ext cx="8826500" cy="3591854"/>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7200" indent="-228600" algn="ctr">
              <a:spcBef>
                <a:spcPts val="560"/>
              </a:spcBef>
              <a:buClr>
                <a:schemeClr val="accent1"/>
              </a:buClr>
              <a:buSzPts val="2800"/>
            </a:pPr>
            <a:r>
              <a:rPr lang="en-US" sz="4000" b="0" i="0" u="none" strike="noStrike" cap="none" dirty="0">
                <a:solidFill>
                  <a:schemeClr val="dk2"/>
                </a:solidFill>
                <a:latin typeface="Arial"/>
                <a:ea typeface="Arial"/>
                <a:cs typeface="Arial"/>
                <a:sym typeface="Arial"/>
              </a:rPr>
              <a:t>Angular Version History</a:t>
            </a:r>
          </a:p>
        </p:txBody>
      </p:sp>
      <p:pic>
        <p:nvPicPr>
          <p:cNvPr id="6" name="Picture 5">
            <a:extLst>
              <a:ext uri="{FF2B5EF4-FFF2-40B4-BE49-F238E27FC236}">
                <a16:creationId xmlns:a16="http://schemas.microsoft.com/office/drawing/2014/main" id="{EEEDA42C-2D4A-C9B2-8464-5CEFE9523DC3}"/>
              </a:ext>
            </a:extLst>
          </p:cNvPr>
          <p:cNvPicPr>
            <a:picLocks noChangeAspect="1"/>
          </p:cNvPicPr>
          <p:nvPr/>
        </p:nvPicPr>
        <p:blipFill>
          <a:blip r:embed="rId2"/>
          <a:stretch>
            <a:fillRect/>
          </a:stretch>
        </p:blipFill>
        <p:spPr>
          <a:xfrm>
            <a:off x="6788472" y="0"/>
            <a:ext cx="2355528" cy="864158"/>
          </a:xfrm>
          <a:prstGeom prst="rect">
            <a:avLst/>
          </a:prstGeom>
        </p:spPr>
      </p:pic>
    </p:spTree>
    <p:extLst>
      <p:ext uri="{BB962C8B-B14F-4D97-AF65-F5344CB8AC3E}">
        <p14:creationId xmlns:p14="http://schemas.microsoft.com/office/powerpoint/2010/main" val="337906453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D9EEF3-EDF8-2D9C-924D-32E8A2DE157A}"/>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BAD779E-81CF-F3C9-F9B9-1AD02D6EC045}"/>
              </a:ext>
            </a:extLst>
          </p:cNvPr>
          <p:cNvSpPr>
            <a:spLocks noGrp="1"/>
          </p:cNvSpPr>
          <p:nvPr>
            <p:ph type="sldNum" sz="quarter" idx="12"/>
          </p:nvPr>
        </p:nvSpPr>
        <p:spPr/>
        <p:txBody>
          <a:bodyPr/>
          <a:lstStyle/>
          <a:p>
            <a:fld id="{F6728BC2-ACA3-447C-A909-F3F49211C066}" type="slidenum">
              <a:rPr lang="en-US" smtClean="0"/>
              <a:pPr/>
              <a:t>12</a:t>
            </a:fld>
            <a:endParaRPr lang="en-US" dirty="0"/>
          </a:p>
        </p:txBody>
      </p:sp>
      <p:sp>
        <p:nvSpPr>
          <p:cNvPr id="6" name="Content Placeholder 5">
            <a:extLst>
              <a:ext uri="{FF2B5EF4-FFF2-40B4-BE49-F238E27FC236}">
                <a16:creationId xmlns:a16="http://schemas.microsoft.com/office/drawing/2014/main" id="{0476550C-828D-2016-D9F8-1F9F5FED147C}"/>
              </a:ext>
            </a:extLst>
          </p:cNvPr>
          <p:cNvSpPr>
            <a:spLocks noGrp="1"/>
          </p:cNvSpPr>
          <p:nvPr>
            <p:ph idx="1"/>
          </p:nvPr>
        </p:nvSpPr>
        <p:spPr>
          <a:xfrm>
            <a:off x="380010" y="1481446"/>
            <a:ext cx="8383980" cy="4882266"/>
          </a:xfrm>
        </p:spPr>
        <p:txBody>
          <a:bodyPr numCol="1">
            <a:normAutofit fontScale="55000" lnSpcReduction="20000"/>
          </a:bodyPr>
          <a:lstStyle/>
          <a:p>
            <a:r>
              <a:rPr lang="en-US" dirty="0"/>
              <a:t>AngularJS (Angular 1) - October 20 2010</a:t>
            </a:r>
          </a:p>
          <a:p>
            <a:r>
              <a:rPr lang="en-US" dirty="0"/>
              <a:t>Angular 2 - September 14 2016</a:t>
            </a:r>
          </a:p>
          <a:p>
            <a:r>
              <a:rPr lang="en-US" dirty="0"/>
              <a:t>Angular 4 - March 23, 2017</a:t>
            </a:r>
          </a:p>
          <a:p>
            <a:r>
              <a:rPr lang="en-US" dirty="0"/>
              <a:t>Angular 5 - November 1, 2017</a:t>
            </a:r>
          </a:p>
          <a:p>
            <a:r>
              <a:rPr lang="en-US" dirty="0"/>
              <a:t>Angular 6 - May 4, 2018</a:t>
            </a:r>
          </a:p>
          <a:p>
            <a:r>
              <a:rPr lang="en-US" dirty="0"/>
              <a:t>Angular 7 - October 18, 2018</a:t>
            </a:r>
          </a:p>
          <a:p>
            <a:r>
              <a:rPr lang="en-US" dirty="0"/>
              <a:t>Angular 8 - May 28, 2019</a:t>
            </a:r>
          </a:p>
          <a:p>
            <a:r>
              <a:rPr lang="en-US" dirty="0"/>
              <a:t>Angular 9 - February 6, 2020</a:t>
            </a:r>
          </a:p>
          <a:p>
            <a:r>
              <a:rPr lang="en-US" dirty="0"/>
              <a:t>Angular 10 - June 24, 2020</a:t>
            </a:r>
          </a:p>
          <a:p>
            <a:r>
              <a:rPr lang="en-US" dirty="0"/>
              <a:t>Angular 11 - November 11, 2020</a:t>
            </a:r>
          </a:p>
          <a:p>
            <a:r>
              <a:rPr lang="en-US" dirty="0"/>
              <a:t>Angular 12 - May 12, 2021</a:t>
            </a:r>
          </a:p>
          <a:p>
            <a:r>
              <a:rPr lang="en-US" dirty="0"/>
              <a:t>Angular 13 - November 3, 2021</a:t>
            </a:r>
          </a:p>
          <a:p>
            <a:r>
              <a:rPr lang="en-US" dirty="0"/>
              <a:t>Angular 14 - June 2, 2022</a:t>
            </a:r>
          </a:p>
          <a:p>
            <a:r>
              <a:rPr lang="en-US" dirty="0"/>
              <a:t>Angular 15 - November 16, 2022</a:t>
            </a:r>
          </a:p>
          <a:p>
            <a:r>
              <a:rPr lang="en-US" dirty="0"/>
              <a:t>Angular 16 - May 3, 2023</a:t>
            </a:r>
          </a:p>
          <a:p>
            <a:r>
              <a:rPr lang="en-US" dirty="0"/>
              <a:t>Angular 17 - November 8, 2023</a:t>
            </a:r>
          </a:p>
          <a:p>
            <a:r>
              <a:rPr lang="en-US" dirty="0"/>
              <a:t>Angular 18 - May 22, 2024</a:t>
            </a:r>
          </a:p>
          <a:p>
            <a:r>
              <a:rPr lang="en-US" dirty="0"/>
              <a:t>Angular 19 - November 19, 2024</a:t>
            </a:r>
          </a:p>
          <a:p>
            <a:r>
              <a:rPr lang="en-US" dirty="0"/>
              <a:t>Angular 20 - May 28, 2025</a:t>
            </a:r>
          </a:p>
          <a:p>
            <a:r>
              <a:rPr lang="en-US" dirty="0"/>
              <a:t>Angular 21 - November 19, 2025</a:t>
            </a:r>
          </a:p>
          <a:p>
            <a:r>
              <a:rPr lang="en-US" dirty="0"/>
              <a:t>Angular 22 – Expected May, 2026</a:t>
            </a:r>
          </a:p>
        </p:txBody>
      </p:sp>
      <p:sp>
        <p:nvSpPr>
          <p:cNvPr id="8" name="Title 7">
            <a:extLst>
              <a:ext uri="{FF2B5EF4-FFF2-40B4-BE49-F238E27FC236}">
                <a16:creationId xmlns:a16="http://schemas.microsoft.com/office/drawing/2014/main" id="{FC53DBD1-7C4E-66E5-8C63-AE027835A89C}"/>
              </a:ext>
            </a:extLst>
          </p:cNvPr>
          <p:cNvSpPr>
            <a:spLocks noGrp="1"/>
          </p:cNvSpPr>
          <p:nvPr>
            <p:ph type="title"/>
          </p:nvPr>
        </p:nvSpPr>
        <p:spPr/>
        <p:txBody>
          <a:bodyPr/>
          <a:lstStyle/>
          <a:p>
            <a:r>
              <a:rPr lang="en-US" dirty="0"/>
              <a:t>Angular Version History with Release Dates</a:t>
            </a:r>
          </a:p>
        </p:txBody>
      </p:sp>
      <p:sp>
        <p:nvSpPr>
          <p:cNvPr id="2" name="Content Placeholder 5">
            <a:extLst>
              <a:ext uri="{FF2B5EF4-FFF2-40B4-BE49-F238E27FC236}">
                <a16:creationId xmlns:a16="http://schemas.microsoft.com/office/drawing/2014/main" id="{6A3FA91C-5371-6C4E-7524-562BAE563989}"/>
              </a:ext>
            </a:extLst>
          </p:cNvPr>
          <p:cNvSpPr txBox="1">
            <a:spLocks/>
          </p:cNvSpPr>
          <p:nvPr/>
        </p:nvSpPr>
        <p:spPr>
          <a:xfrm>
            <a:off x="4966178" y="4441590"/>
            <a:ext cx="3587414" cy="1332772"/>
          </a:xfrm>
          <a:prstGeom prst="rect">
            <a:avLst/>
          </a:prstGeom>
        </p:spPr>
        <p:txBody>
          <a:bodyPr vert="horz" lIns="91440" tIns="45720" rIns="91440" bIns="45720" numCol="1" rtlCol="0">
            <a:noAutofit/>
          </a:bodyPr>
          <a:lstStyle>
            <a:lvl1pPr marL="342900" indent="-342900" algn="l" defTabSz="914400" rtl="0" eaLnBrk="1" latinLnBrk="0" hangingPunct="1">
              <a:spcBef>
                <a:spcPct val="20000"/>
              </a:spcBef>
              <a:buClr>
                <a:schemeClr val="accent1"/>
              </a:buClr>
              <a:buFont typeface="Arial" panose="020B0604020202020204" pitchFamily="34" charset="0"/>
              <a:buChar char="•"/>
              <a:defRPr sz="2800" kern="1200" baseline="0">
                <a:solidFill>
                  <a:schemeClr val="tx2"/>
                </a:solidFill>
                <a:latin typeface="Arial" panose="020B0604020202020204" pitchFamily="34" charset="0"/>
                <a:ea typeface="+mn-ea"/>
                <a:cs typeface="Arial" panose="020B0604020202020204" pitchFamily="34" charset="0"/>
              </a:defRPr>
            </a:lvl1pPr>
            <a:lvl2pPr marL="742950" indent="-285750" algn="l" defTabSz="914400" rtl="0" eaLnBrk="1" latinLnBrk="0" hangingPunct="1">
              <a:spcBef>
                <a:spcPct val="20000"/>
              </a:spcBef>
              <a:buClr>
                <a:schemeClr val="accent1"/>
              </a:buClr>
              <a:buFont typeface="Arial" panose="020B0604020202020204" pitchFamily="34" charset="0"/>
              <a:buChar char="–"/>
              <a:defRPr sz="2400" kern="1200" baseline="0">
                <a:solidFill>
                  <a:schemeClr val="tx2"/>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spcBef>
                <a:spcPct val="20000"/>
              </a:spcBef>
              <a:buClr>
                <a:schemeClr val="accent1"/>
              </a:buClr>
              <a:buFont typeface="Arial" panose="020B0604020202020204" pitchFamily="34" charset="0"/>
              <a:buChar char="•"/>
              <a:defRPr sz="2000" kern="1200" baseline="0">
                <a:solidFill>
                  <a:schemeClr val="tx2"/>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spcBef>
                <a:spcPct val="20000"/>
              </a:spcBef>
              <a:buClr>
                <a:schemeClr val="accent1"/>
              </a:buClr>
              <a:buFont typeface="Arial" panose="020B0604020202020204" pitchFamily="34" charset="0"/>
              <a:buChar char="–"/>
              <a:defRPr sz="1800" kern="1200" baseline="0">
                <a:solidFill>
                  <a:schemeClr val="tx2"/>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spcBef>
                <a:spcPct val="20000"/>
              </a:spcBef>
              <a:buClr>
                <a:schemeClr val="accent1"/>
              </a:buClr>
              <a:buFont typeface="Arial" panose="020B0604020202020204" pitchFamily="34" charset="0"/>
              <a:buChar char="»"/>
              <a:defRPr sz="1800" kern="1200" baseline="0">
                <a:solidFill>
                  <a:schemeClr val="tx2"/>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r>
              <a:rPr lang="en-US" sz="1500" dirty="0"/>
              <a:t>Note: Angular is commonly referred to as “Angular 2+” or by its version number to distance the modern framework from the original AngularJS</a:t>
            </a:r>
          </a:p>
          <a:p>
            <a:endParaRPr lang="en-US" sz="1500" dirty="0"/>
          </a:p>
        </p:txBody>
      </p:sp>
      <p:sp>
        <p:nvSpPr>
          <p:cNvPr id="3" name="Content Placeholder 5">
            <a:extLst>
              <a:ext uri="{FF2B5EF4-FFF2-40B4-BE49-F238E27FC236}">
                <a16:creationId xmlns:a16="http://schemas.microsoft.com/office/drawing/2014/main" id="{6B753C61-42B8-C742-A142-687873C76EF0}"/>
              </a:ext>
            </a:extLst>
          </p:cNvPr>
          <p:cNvSpPr txBox="1">
            <a:spLocks/>
          </p:cNvSpPr>
          <p:nvPr/>
        </p:nvSpPr>
        <p:spPr>
          <a:xfrm>
            <a:off x="4966178" y="1795340"/>
            <a:ext cx="3587414" cy="2056901"/>
          </a:xfrm>
          <a:prstGeom prst="rect">
            <a:avLst/>
          </a:prstGeom>
        </p:spPr>
        <p:txBody>
          <a:bodyPr vert="horz" lIns="91440" tIns="45720" rIns="91440" bIns="45720" numCol="1" rtlCol="0">
            <a:normAutofit fontScale="55000" lnSpcReduction="20000"/>
          </a:bodyPr>
          <a:lstStyle>
            <a:lvl1pPr marL="342900" indent="-342900" algn="l" defTabSz="914400" rtl="0" eaLnBrk="1" latinLnBrk="0" hangingPunct="1">
              <a:spcBef>
                <a:spcPct val="20000"/>
              </a:spcBef>
              <a:buClr>
                <a:schemeClr val="accent1"/>
              </a:buClr>
              <a:buFont typeface="Arial" panose="020B0604020202020204" pitchFamily="34" charset="0"/>
              <a:buChar char="•"/>
              <a:defRPr sz="2800" kern="1200" baseline="0">
                <a:solidFill>
                  <a:schemeClr val="tx2"/>
                </a:solidFill>
                <a:latin typeface="Arial" panose="020B0604020202020204" pitchFamily="34" charset="0"/>
                <a:ea typeface="+mn-ea"/>
                <a:cs typeface="Arial" panose="020B0604020202020204" pitchFamily="34" charset="0"/>
              </a:defRPr>
            </a:lvl1pPr>
            <a:lvl2pPr marL="742950" indent="-285750" algn="l" defTabSz="914400" rtl="0" eaLnBrk="1" latinLnBrk="0" hangingPunct="1">
              <a:spcBef>
                <a:spcPct val="20000"/>
              </a:spcBef>
              <a:buClr>
                <a:schemeClr val="accent1"/>
              </a:buClr>
              <a:buFont typeface="Arial" panose="020B0604020202020204" pitchFamily="34" charset="0"/>
              <a:buChar char="–"/>
              <a:defRPr sz="2400" kern="1200" baseline="0">
                <a:solidFill>
                  <a:schemeClr val="tx2"/>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spcBef>
                <a:spcPct val="20000"/>
              </a:spcBef>
              <a:buClr>
                <a:schemeClr val="accent1"/>
              </a:buClr>
              <a:buFont typeface="Arial" panose="020B0604020202020204" pitchFamily="34" charset="0"/>
              <a:buChar char="•"/>
              <a:defRPr sz="2000" kern="1200" baseline="0">
                <a:solidFill>
                  <a:schemeClr val="tx2"/>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spcBef>
                <a:spcPct val="20000"/>
              </a:spcBef>
              <a:buClr>
                <a:schemeClr val="accent1"/>
              </a:buClr>
              <a:buFont typeface="Arial" panose="020B0604020202020204" pitchFamily="34" charset="0"/>
              <a:buChar char="–"/>
              <a:defRPr sz="1800" kern="1200" baseline="0">
                <a:solidFill>
                  <a:schemeClr val="tx2"/>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spcBef>
                <a:spcPct val="20000"/>
              </a:spcBef>
              <a:buClr>
                <a:schemeClr val="accent1"/>
              </a:buClr>
              <a:buFont typeface="Arial" panose="020B0604020202020204" pitchFamily="34" charset="0"/>
              <a:buChar char="»"/>
              <a:defRPr sz="1800" kern="1200" baseline="0">
                <a:solidFill>
                  <a:schemeClr val="tx2"/>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r>
              <a:rPr lang="en-US" dirty="0"/>
              <a:t>The observant amongst you may notice that “Angular 3” is missing. This is not a mistake. </a:t>
            </a:r>
          </a:p>
          <a:p>
            <a:r>
              <a:rPr lang="en-US" dirty="0"/>
              <a:t>Version 3 was skipped due to a version mismatch between the @angular/core, @angular/compiler, and @angular/router libraries — the router package had already reached v3.x, so skipping to version 4 kept all packages aligned.</a:t>
            </a:r>
          </a:p>
          <a:p>
            <a:endParaRPr lang="en-US" dirty="0"/>
          </a:p>
        </p:txBody>
      </p:sp>
    </p:spTree>
    <p:extLst>
      <p:ext uri="{BB962C8B-B14F-4D97-AF65-F5344CB8AC3E}">
        <p14:creationId xmlns:p14="http://schemas.microsoft.com/office/powerpoint/2010/main" val="32931321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3"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ED2E98-CF6C-402C-7DE0-BC7D7668E881}"/>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9B760C62-46B0-D42A-BFB0-E90CD364C168}"/>
              </a:ext>
            </a:extLst>
          </p:cNvPr>
          <p:cNvSpPr>
            <a:spLocks noGrp="1"/>
          </p:cNvSpPr>
          <p:nvPr>
            <p:ph type="sldNum" sz="quarter" idx="12"/>
          </p:nvPr>
        </p:nvSpPr>
        <p:spPr/>
        <p:txBody>
          <a:bodyPr/>
          <a:lstStyle/>
          <a:p>
            <a:fld id="{F6728BC2-ACA3-447C-A909-F3F49211C066}" type="slidenum">
              <a:rPr lang="en-US" smtClean="0"/>
              <a:pPr/>
              <a:t>13</a:t>
            </a:fld>
            <a:endParaRPr lang="en-US" dirty="0"/>
          </a:p>
        </p:txBody>
      </p:sp>
      <p:sp>
        <p:nvSpPr>
          <p:cNvPr id="6" name="Content Placeholder 5">
            <a:extLst>
              <a:ext uri="{FF2B5EF4-FFF2-40B4-BE49-F238E27FC236}">
                <a16:creationId xmlns:a16="http://schemas.microsoft.com/office/drawing/2014/main" id="{03C9D61C-E012-2A45-0AD5-C42A9D7BBB83}"/>
              </a:ext>
            </a:extLst>
          </p:cNvPr>
          <p:cNvSpPr>
            <a:spLocks noGrp="1"/>
          </p:cNvSpPr>
          <p:nvPr>
            <p:ph idx="1"/>
          </p:nvPr>
        </p:nvSpPr>
        <p:spPr>
          <a:xfrm>
            <a:off x="380010" y="1481446"/>
            <a:ext cx="8383980" cy="4882266"/>
          </a:xfrm>
        </p:spPr>
        <p:txBody>
          <a:bodyPr numCol="1">
            <a:normAutofit/>
          </a:bodyPr>
          <a:lstStyle/>
          <a:p>
            <a:r>
              <a:rPr lang="en-US" dirty="0"/>
              <a:t>AngularJS is a </a:t>
            </a:r>
            <a:r>
              <a:rPr lang="en-US" b="1" dirty="0"/>
              <a:t>JavaScript-based open-source front-end web framework</a:t>
            </a:r>
            <a:r>
              <a:rPr lang="en-US" dirty="0"/>
              <a:t>. It doesn’t support the features of a server-side programming language, nor dynamic loading of the page.</a:t>
            </a:r>
          </a:p>
          <a:p>
            <a:r>
              <a:rPr lang="en-US" dirty="0"/>
              <a:t>Angular is a </a:t>
            </a:r>
            <a:r>
              <a:rPr lang="en-US" b="1" dirty="0"/>
              <a:t>complete rewrite </a:t>
            </a:r>
            <a:r>
              <a:rPr lang="en-US" dirty="0"/>
              <a:t>of AngularJS. AngularJS was completely based on controllers and scopes whereas, </a:t>
            </a:r>
            <a:r>
              <a:rPr lang="en-US" b="1" dirty="0"/>
              <a:t>Angular uses a component hierarchy as its main architecture</a:t>
            </a:r>
          </a:p>
        </p:txBody>
      </p:sp>
      <p:sp>
        <p:nvSpPr>
          <p:cNvPr id="8" name="Title 7">
            <a:extLst>
              <a:ext uri="{FF2B5EF4-FFF2-40B4-BE49-F238E27FC236}">
                <a16:creationId xmlns:a16="http://schemas.microsoft.com/office/drawing/2014/main" id="{17E29202-042D-C728-0371-651296E8CBA8}"/>
              </a:ext>
            </a:extLst>
          </p:cNvPr>
          <p:cNvSpPr>
            <a:spLocks noGrp="1"/>
          </p:cNvSpPr>
          <p:nvPr>
            <p:ph type="title"/>
          </p:nvPr>
        </p:nvSpPr>
        <p:spPr/>
        <p:txBody>
          <a:bodyPr/>
          <a:lstStyle/>
          <a:p>
            <a:r>
              <a:rPr lang="en-US" dirty="0"/>
              <a:t>AngularJS vs Angular</a:t>
            </a:r>
          </a:p>
        </p:txBody>
      </p:sp>
    </p:spTree>
    <p:extLst>
      <p:ext uri="{BB962C8B-B14F-4D97-AF65-F5344CB8AC3E}">
        <p14:creationId xmlns:p14="http://schemas.microsoft.com/office/powerpoint/2010/main" val="16965059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657F57-DAD6-59B7-8760-0BF6228B5DDB}"/>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31D0F5A-8DF2-F058-C324-B30A4FCD131B}"/>
              </a:ext>
            </a:extLst>
          </p:cNvPr>
          <p:cNvSpPr>
            <a:spLocks noGrp="1"/>
          </p:cNvSpPr>
          <p:nvPr>
            <p:ph type="sldNum" idx="12"/>
          </p:nvPr>
        </p:nvSpPr>
        <p:spPr>
          <a:xfrm>
            <a:off x="8122757" y="6363712"/>
            <a:ext cx="861671" cy="365125"/>
          </a:xfrm>
        </p:spPr>
        <p:txBody>
          <a:bodyPr spcFirstLastPara="1" wrap="square" lIns="91425" tIns="45700" rIns="91425" bIns="45700" anchor="ctr" anchorCtr="0">
            <a:normAutofit/>
          </a:bodyPr>
          <a:lstStyle/>
          <a:p>
            <a:pPr>
              <a:spcAft>
                <a:spcPts val="600"/>
              </a:spcAft>
            </a:pPr>
            <a:fld id="{00000000-1234-1234-1234-123412341234}" type="slidenum">
              <a:rPr lang="en-US" smtClean="0"/>
              <a:pPr>
                <a:spcAft>
                  <a:spcPts val="600"/>
                </a:spcAft>
              </a:pPr>
              <a:t>14</a:t>
            </a:fld>
            <a:endParaRPr lang="en-US"/>
          </a:p>
        </p:txBody>
      </p:sp>
      <p:sp>
        <p:nvSpPr>
          <p:cNvPr id="4" name="Google Shape;212;p15">
            <a:extLst>
              <a:ext uri="{FF2B5EF4-FFF2-40B4-BE49-F238E27FC236}">
                <a16:creationId xmlns:a16="http://schemas.microsoft.com/office/drawing/2014/main" id="{618BB09D-4308-B91D-19CC-A5A0225851BC}"/>
              </a:ext>
            </a:extLst>
          </p:cNvPr>
          <p:cNvSpPr txBox="1">
            <a:spLocks/>
          </p:cNvSpPr>
          <p:nvPr/>
        </p:nvSpPr>
        <p:spPr>
          <a:xfrm>
            <a:off x="157163" y="2493034"/>
            <a:ext cx="8826500" cy="3591854"/>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7200" indent="-228600" algn="ctr">
              <a:spcBef>
                <a:spcPts val="560"/>
              </a:spcBef>
              <a:buClr>
                <a:schemeClr val="accent1"/>
              </a:buClr>
              <a:buSzPts val="2800"/>
            </a:pPr>
            <a:r>
              <a:rPr lang="en-US" sz="4000" b="0" i="0" u="none" strike="noStrike" cap="none" dirty="0">
                <a:solidFill>
                  <a:schemeClr val="dk2"/>
                </a:solidFill>
                <a:latin typeface="Arial"/>
                <a:ea typeface="Arial"/>
                <a:cs typeface="Arial"/>
                <a:sym typeface="Arial"/>
              </a:rPr>
              <a:t>Angular CLI – Installation &amp; Config</a:t>
            </a:r>
          </a:p>
        </p:txBody>
      </p:sp>
      <p:pic>
        <p:nvPicPr>
          <p:cNvPr id="6" name="Picture 5">
            <a:extLst>
              <a:ext uri="{FF2B5EF4-FFF2-40B4-BE49-F238E27FC236}">
                <a16:creationId xmlns:a16="http://schemas.microsoft.com/office/drawing/2014/main" id="{31350D98-572C-6B24-71D3-13473197E5A6}"/>
              </a:ext>
            </a:extLst>
          </p:cNvPr>
          <p:cNvPicPr>
            <a:picLocks noChangeAspect="1"/>
          </p:cNvPicPr>
          <p:nvPr/>
        </p:nvPicPr>
        <p:blipFill>
          <a:blip r:embed="rId2"/>
          <a:stretch>
            <a:fillRect/>
          </a:stretch>
        </p:blipFill>
        <p:spPr>
          <a:xfrm>
            <a:off x="6788472" y="0"/>
            <a:ext cx="2355528" cy="864158"/>
          </a:xfrm>
          <a:prstGeom prst="rect">
            <a:avLst/>
          </a:prstGeom>
        </p:spPr>
      </p:pic>
    </p:spTree>
    <p:extLst>
      <p:ext uri="{BB962C8B-B14F-4D97-AF65-F5344CB8AC3E}">
        <p14:creationId xmlns:p14="http://schemas.microsoft.com/office/powerpoint/2010/main" val="39565384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D3CE8F-E7CD-2839-80F3-370AAC6BEE48}"/>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37381E3D-CBF0-F176-ED56-AD11B86F94F7}"/>
              </a:ext>
            </a:extLst>
          </p:cNvPr>
          <p:cNvSpPr>
            <a:spLocks noGrp="1"/>
          </p:cNvSpPr>
          <p:nvPr>
            <p:ph type="sldNum" sz="quarter" idx="12"/>
          </p:nvPr>
        </p:nvSpPr>
        <p:spPr/>
        <p:txBody>
          <a:bodyPr/>
          <a:lstStyle/>
          <a:p>
            <a:fld id="{F6728BC2-ACA3-447C-A909-F3F49211C066}" type="slidenum">
              <a:rPr lang="en-US" smtClean="0"/>
              <a:pPr/>
              <a:t>15</a:t>
            </a:fld>
            <a:endParaRPr lang="en-US" dirty="0"/>
          </a:p>
        </p:txBody>
      </p:sp>
      <p:sp>
        <p:nvSpPr>
          <p:cNvPr id="6" name="Content Placeholder 5">
            <a:extLst>
              <a:ext uri="{FF2B5EF4-FFF2-40B4-BE49-F238E27FC236}">
                <a16:creationId xmlns:a16="http://schemas.microsoft.com/office/drawing/2014/main" id="{0FCD5EF8-CD00-B5A9-8F1B-090305AEB32B}"/>
              </a:ext>
            </a:extLst>
          </p:cNvPr>
          <p:cNvSpPr>
            <a:spLocks noGrp="1"/>
          </p:cNvSpPr>
          <p:nvPr>
            <p:ph idx="1"/>
          </p:nvPr>
        </p:nvSpPr>
        <p:spPr/>
        <p:txBody>
          <a:bodyPr/>
          <a:lstStyle/>
          <a:p>
            <a:r>
              <a:rPr lang="en-US" dirty="0"/>
              <a:t>The Angular CLI is a command-line interface for Angular that helps us to get started with creating an Angular application</a:t>
            </a:r>
          </a:p>
          <a:p>
            <a:r>
              <a:rPr lang="en-US" dirty="0"/>
              <a:t>The Angular CLI takes care of the configuration and initialization of various libraries</a:t>
            </a:r>
          </a:p>
          <a:p>
            <a:r>
              <a:rPr lang="en-US" dirty="0"/>
              <a:t>It also allows us to add components, directives, services, etc… to already existing Angular applications</a:t>
            </a:r>
          </a:p>
        </p:txBody>
      </p:sp>
      <p:sp>
        <p:nvSpPr>
          <p:cNvPr id="8" name="Title 7">
            <a:extLst>
              <a:ext uri="{FF2B5EF4-FFF2-40B4-BE49-F238E27FC236}">
                <a16:creationId xmlns:a16="http://schemas.microsoft.com/office/drawing/2014/main" id="{EA4E7C42-7AB0-CD75-0BE5-876C881AC644}"/>
              </a:ext>
            </a:extLst>
          </p:cNvPr>
          <p:cNvSpPr>
            <a:spLocks noGrp="1"/>
          </p:cNvSpPr>
          <p:nvPr>
            <p:ph type="title"/>
          </p:nvPr>
        </p:nvSpPr>
        <p:spPr/>
        <p:txBody>
          <a:bodyPr/>
          <a:lstStyle/>
          <a:p>
            <a:r>
              <a:rPr lang="en-US" dirty="0"/>
              <a:t>Angular CLI</a:t>
            </a:r>
          </a:p>
        </p:txBody>
      </p:sp>
    </p:spTree>
    <p:extLst>
      <p:ext uri="{BB962C8B-B14F-4D97-AF65-F5344CB8AC3E}">
        <p14:creationId xmlns:p14="http://schemas.microsoft.com/office/powerpoint/2010/main" val="21349384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636B61-D75A-DD87-4296-8F6357682186}"/>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79AA1082-4876-8076-E24C-19F7D5F5FFD5}"/>
              </a:ext>
            </a:extLst>
          </p:cNvPr>
          <p:cNvSpPr>
            <a:spLocks noGrp="1"/>
          </p:cNvSpPr>
          <p:nvPr>
            <p:ph type="sldNum" sz="quarter" idx="12"/>
          </p:nvPr>
        </p:nvSpPr>
        <p:spPr/>
        <p:txBody>
          <a:bodyPr/>
          <a:lstStyle/>
          <a:p>
            <a:fld id="{F6728BC2-ACA3-447C-A909-F3F49211C066}" type="slidenum">
              <a:rPr lang="en-US" smtClean="0"/>
              <a:pPr/>
              <a:t>16</a:t>
            </a:fld>
            <a:endParaRPr lang="en-US" dirty="0"/>
          </a:p>
        </p:txBody>
      </p:sp>
      <p:sp>
        <p:nvSpPr>
          <p:cNvPr id="6" name="Content Placeholder 5">
            <a:extLst>
              <a:ext uri="{FF2B5EF4-FFF2-40B4-BE49-F238E27FC236}">
                <a16:creationId xmlns:a16="http://schemas.microsoft.com/office/drawing/2014/main" id="{0B9DE45C-B963-87E0-9AE9-0F8275B9E78C}"/>
              </a:ext>
            </a:extLst>
          </p:cNvPr>
          <p:cNvSpPr>
            <a:spLocks noGrp="1"/>
          </p:cNvSpPr>
          <p:nvPr>
            <p:ph idx="1"/>
          </p:nvPr>
        </p:nvSpPr>
        <p:spPr>
          <a:xfrm>
            <a:off x="380010" y="1481446"/>
            <a:ext cx="8383980" cy="4882266"/>
          </a:xfrm>
        </p:spPr>
        <p:txBody>
          <a:bodyPr>
            <a:normAutofit fontScale="70000" lnSpcReduction="20000"/>
          </a:bodyPr>
          <a:lstStyle/>
          <a:p>
            <a:r>
              <a:rPr lang="en-US" dirty="0"/>
              <a:t>Before installing Angular CLI, make sure your development environment include Node.js and an </a:t>
            </a:r>
            <a:r>
              <a:rPr lang="en-US" dirty="0" err="1"/>
              <a:t>npm</a:t>
            </a:r>
            <a:r>
              <a:rPr lang="en-US" dirty="0"/>
              <a:t> package manager.</a:t>
            </a:r>
          </a:p>
          <a:p>
            <a:r>
              <a:rPr lang="en-US" dirty="0"/>
              <a:t>Run the command ‘</a:t>
            </a:r>
            <a:r>
              <a:rPr lang="en-US" dirty="0" err="1"/>
              <a:t>npm</a:t>
            </a:r>
            <a:r>
              <a:rPr lang="en-US" dirty="0"/>
              <a:t> install –g @angular/cli’ in your terminal to install Angular CLI using </a:t>
            </a:r>
            <a:r>
              <a:rPr lang="en-US" dirty="0" err="1"/>
              <a:t>npm</a:t>
            </a:r>
            <a:r>
              <a:rPr lang="en-US" dirty="0"/>
              <a:t>.</a:t>
            </a:r>
          </a:p>
          <a:p>
            <a:pPr lvl="1"/>
            <a:r>
              <a:rPr lang="en-US" dirty="0"/>
              <a:t>Note: You can verify your Angular installation using the command: ‘ng version’</a:t>
            </a:r>
          </a:p>
          <a:p>
            <a:r>
              <a:rPr lang="en-US" dirty="0"/>
              <a:t>Run the CLI command ‘ng new my-app’ to create a new angular app with the name </a:t>
            </a:r>
            <a:r>
              <a:rPr lang="en-US" b="1" dirty="0"/>
              <a:t>my-app</a:t>
            </a:r>
            <a:r>
              <a:rPr lang="en-US" dirty="0"/>
              <a:t>.</a:t>
            </a:r>
          </a:p>
          <a:p>
            <a:r>
              <a:rPr lang="en-US" dirty="0"/>
              <a:t>The Angular CLI includes a server so that we can easily build and serve your app locally.</a:t>
            </a:r>
          </a:p>
          <a:p>
            <a:r>
              <a:rPr lang="en-US" dirty="0"/>
              <a:t>First, go to the my-app workspace folder and Launch the sever by using the CLI command ‘</a:t>
            </a:r>
            <a:r>
              <a:rPr lang="en-US" b="1" dirty="0"/>
              <a:t>ng serve</a:t>
            </a:r>
            <a:r>
              <a:rPr lang="en-US" dirty="0"/>
              <a:t>’</a:t>
            </a:r>
          </a:p>
          <a:p>
            <a:pPr lvl="1"/>
            <a:r>
              <a:rPr lang="en-US" dirty="0"/>
              <a:t>If your application builds with no issues, you can navigate to ‘http://localhost:4200’ on your local system to view your running application.</a:t>
            </a:r>
          </a:p>
          <a:p>
            <a:pPr lvl="1"/>
            <a:r>
              <a:rPr lang="en-US" dirty="0"/>
              <a:t>You can run the ‘ng serve’ command with the optional ‘--open’ property, which will serve, then open the app after it has finished loading	</a:t>
            </a:r>
            <a:br>
              <a:rPr lang="en-US" dirty="0"/>
            </a:br>
            <a:r>
              <a:rPr lang="en-US" dirty="0"/>
              <a:t>ng serve --open</a:t>
            </a:r>
          </a:p>
        </p:txBody>
      </p:sp>
      <p:sp>
        <p:nvSpPr>
          <p:cNvPr id="8" name="Title 7">
            <a:extLst>
              <a:ext uri="{FF2B5EF4-FFF2-40B4-BE49-F238E27FC236}">
                <a16:creationId xmlns:a16="http://schemas.microsoft.com/office/drawing/2014/main" id="{B54D1A6E-378E-3690-D6AC-01D4B5FA4FEE}"/>
              </a:ext>
            </a:extLst>
          </p:cNvPr>
          <p:cNvSpPr>
            <a:spLocks noGrp="1"/>
          </p:cNvSpPr>
          <p:nvPr>
            <p:ph type="title"/>
          </p:nvPr>
        </p:nvSpPr>
        <p:spPr/>
        <p:txBody>
          <a:bodyPr/>
          <a:lstStyle/>
          <a:p>
            <a:r>
              <a:rPr lang="en-US" dirty="0"/>
              <a:t>Installing Angular CLI</a:t>
            </a:r>
          </a:p>
        </p:txBody>
      </p:sp>
    </p:spTree>
    <p:extLst>
      <p:ext uri="{BB962C8B-B14F-4D97-AF65-F5344CB8AC3E}">
        <p14:creationId xmlns:p14="http://schemas.microsoft.com/office/powerpoint/2010/main" val="38943218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6">
                                            <p:txEl>
                                              <p:pRg st="5" end="5"/>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6">
                                            <p:txEl>
                                              <p:pRg st="6" end="6"/>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6">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C21EB8-CD63-7128-4DB0-47ABC13C4675}"/>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65C040EF-57B3-FAC8-8F16-62EDC204734C}"/>
              </a:ext>
            </a:extLst>
          </p:cNvPr>
          <p:cNvSpPr>
            <a:spLocks noGrp="1"/>
          </p:cNvSpPr>
          <p:nvPr>
            <p:ph type="sldNum" sz="quarter" idx="12"/>
          </p:nvPr>
        </p:nvSpPr>
        <p:spPr/>
        <p:txBody>
          <a:bodyPr/>
          <a:lstStyle/>
          <a:p>
            <a:fld id="{F6728BC2-ACA3-447C-A909-F3F49211C066}" type="slidenum">
              <a:rPr lang="en-US" smtClean="0"/>
              <a:pPr/>
              <a:t>17</a:t>
            </a:fld>
            <a:endParaRPr lang="en-US" dirty="0"/>
          </a:p>
        </p:txBody>
      </p:sp>
      <p:sp>
        <p:nvSpPr>
          <p:cNvPr id="6" name="Content Placeholder 5">
            <a:extLst>
              <a:ext uri="{FF2B5EF4-FFF2-40B4-BE49-F238E27FC236}">
                <a16:creationId xmlns:a16="http://schemas.microsoft.com/office/drawing/2014/main" id="{C9ED130C-493D-378A-B1A5-471A017401BC}"/>
              </a:ext>
            </a:extLst>
          </p:cNvPr>
          <p:cNvSpPr>
            <a:spLocks noGrp="1"/>
          </p:cNvSpPr>
          <p:nvPr>
            <p:ph idx="1"/>
          </p:nvPr>
        </p:nvSpPr>
        <p:spPr>
          <a:xfrm>
            <a:off x="380010" y="1481446"/>
            <a:ext cx="8383980" cy="4882266"/>
          </a:xfrm>
        </p:spPr>
        <p:txBody>
          <a:bodyPr>
            <a:normAutofit fontScale="70000" lnSpcReduction="20000"/>
          </a:bodyPr>
          <a:lstStyle/>
          <a:p>
            <a:r>
              <a:rPr lang="en-US" dirty="0"/>
              <a:t>The </a:t>
            </a:r>
            <a:r>
              <a:rPr lang="en-US" b="1" dirty="0" err="1"/>
              <a:t>node_modules</a:t>
            </a:r>
            <a:r>
              <a:rPr lang="en-US" dirty="0"/>
              <a:t> folder includes all downloaded dependencies and provides </a:t>
            </a:r>
            <a:r>
              <a:rPr lang="en-US" dirty="0" err="1"/>
              <a:t>npm</a:t>
            </a:r>
            <a:r>
              <a:rPr lang="en-US" dirty="0"/>
              <a:t> packages to the entire workspace</a:t>
            </a:r>
          </a:p>
          <a:p>
            <a:r>
              <a:rPr lang="en-US" dirty="0"/>
              <a:t>The </a:t>
            </a:r>
            <a:r>
              <a:rPr lang="en-US" b="1" dirty="0" err="1"/>
              <a:t>src</a:t>
            </a:r>
            <a:r>
              <a:rPr lang="en-US" dirty="0"/>
              <a:t> folder contains the source files which give information about application logic, data, and other assets</a:t>
            </a:r>
          </a:p>
          <a:p>
            <a:r>
              <a:rPr lang="en-US" dirty="0"/>
              <a:t>The </a:t>
            </a:r>
            <a:r>
              <a:rPr lang="en-US" b="1" dirty="0"/>
              <a:t>app</a:t>
            </a:r>
            <a:r>
              <a:rPr lang="en-US" dirty="0"/>
              <a:t> folder contains the initial component files</a:t>
            </a:r>
          </a:p>
          <a:p>
            <a:r>
              <a:rPr lang="en-US" b="1" dirty="0" err="1"/>
              <a:t>app.component.ts</a:t>
            </a:r>
            <a:r>
              <a:rPr lang="en-US" dirty="0"/>
              <a:t> – this TypeScript file represents the logic for the app’s root component (</a:t>
            </a:r>
            <a:r>
              <a:rPr lang="en-US" dirty="0" err="1"/>
              <a:t>AppComponent</a:t>
            </a:r>
            <a:r>
              <a:rPr lang="en-US" dirty="0"/>
              <a:t>). Each component should have it’s own .</a:t>
            </a:r>
            <a:r>
              <a:rPr lang="en-US" dirty="0" err="1"/>
              <a:t>ts</a:t>
            </a:r>
            <a:r>
              <a:rPr lang="en-US" dirty="0"/>
              <a:t> file.</a:t>
            </a:r>
          </a:p>
          <a:p>
            <a:r>
              <a:rPr lang="en-US" b="1" dirty="0"/>
              <a:t>app.component.html</a:t>
            </a:r>
            <a:r>
              <a:rPr lang="en-US" dirty="0"/>
              <a:t> – this HTML file is used to define the HTML template associated with the component (in this case </a:t>
            </a:r>
            <a:r>
              <a:rPr lang="en-US" dirty="0" err="1"/>
              <a:t>AppComponent</a:t>
            </a:r>
            <a:r>
              <a:rPr lang="en-US" dirty="0"/>
              <a:t>)</a:t>
            </a:r>
          </a:p>
          <a:p>
            <a:r>
              <a:rPr lang="en-US" b="1" dirty="0"/>
              <a:t>app.component.css </a:t>
            </a:r>
            <a:r>
              <a:rPr lang="en-US" dirty="0"/>
              <a:t>– this CSS file is used to define the base CSS stylesheet for the component (in this case </a:t>
            </a:r>
            <a:r>
              <a:rPr lang="en-US" dirty="0" err="1"/>
              <a:t>AppComponent</a:t>
            </a:r>
            <a:r>
              <a:rPr lang="en-US" dirty="0"/>
              <a:t>)</a:t>
            </a:r>
          </a:p>
          <a:p>
            <a:r>
              <a:rPr lang="en-US" b="1" dirty="0" err="1"/>
              <a:t>app.component.spec.ts</a:t>
            </a:r>
            <a:r>
              <a:rPr lang="en-US" dirty="0"/>
              <a:t> – this TypeScript file (and all others generated with ‘</a:t>
            </a:r>
            <a:r>
              <a:rPr lang="en-US" dirty="0" err="1"/>
              <a:t>spec.ts</a:t>
            </a:r>
            <a:r>
              <a:rPr lang="en-US" dirty="0"/>
              <a:t>.’ Naming contention) is used to define unit tests for the component (in this case </a:t>
            </a:r>
            <a:r>
              <a:rPr lang="en-US" dirty="0" err="1"/>
              <a:t>AppComponent</a:t>
            </a:r>
            <a:r>
              <a:rPr lang="en-US" dirty="0"/>
              <a:t>)</a:t>
            </a:r>
          </a:p>
          <a:p>
            <a:endParaRPr lang="en-US" dirty="0"/>
          </a:p>
          <a:p>
            <a:endParaRPr lang="en-US" dirty="0"/>
          </a:p>
        </p:txBody>
      </p:sp>
      <p:sp>
        <p:nvSpPr>
          <p:cNvPr id="8" name="Title 7">
            <a:extLst>
              <a:ext uri="{FF2B5EF4-FFF2-40B4-BE49-F238E27FC236}">
                <a16:creationId xmlns:a16="http://schemas.microsoft.com/office/drawing/2014/main" id="{D057EDBA-609B-FF36-58C8-3E53602060B5}"/>
              </a:ext>
            </a:extLst>
          </p:cNvPr>
          <p:cNvSpPr>
            <a:spLocks noGrp="1"/>
          </p:cNvSpPr>
          <p:nvPr>
            <p:ph type="title"/>
          </p:nvPr>
        </p:nvSpPr>
        <p:spPr/>
        <p:txBody>
          <a:bodyPr/>
          <a:lstStyle/>
          <a:p>
            <a:r>
              <a:rPr lang="en-US" dirty="0"/>
              <a:t>Angular File Structure</a:t>
            </a:r>
          </a:p>
        </p:txBody>
      </p:sp>
    </p:spTree>
    <p:extLst>
      <p:ext uri="{BB962C8B-B14F-4D97-AF65-F5344CB8AC3E}">
        <p14:creationId xmlns:p14="http://schemas.microsoft.com/office/powerpoint/2010/main" val="30587947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E1810B-459B-CC5E-2FBE-8EC8A5DF1AFA}"/>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01C4128A-F008-AE5F-3D5B-9851D5126834}"/>
              </a:ext>
            </a:extLst>
          </p:cNvPr>
          <p:cNvSpPr>
            <a:spLocks noGrp="1"/>
          </p:cNvSpPr>
          <p:nvPr>
            <p:ph type="sldNum" sz="quarter" idx="12"/>
          </p:nvPr>
        </p:nvSpPr>
        <p:spPr/>
        <p:txBody>
          <a:bodyPr/>
          <a:lstStyle/>
          <a:p>
            <a:fld id="{F6728BC2-ACA3-447C-A909-F3F49211C066}" type="slidenum">
              <a:rPr lang="en-US" smtClean="0"/>
              <a:pPr/>
              <a:t>18</a:t>
            </a:fld>
            <a:endParaRPr lang="en-US" dirty="0"/>
          </a:p>
        </p:txBody>
      </p:sp>
      <p:sp>
        <p:nvSpPr>
          <p:cNvPr id="6" name="Content Placeholder 5">
            <a:extLst>
              <a:ext uri="{FF2B5EF4-FFF2-40B4-BE49-F238E27FC236}">
                <a16:creationId xmlns:a16="http://schemas.microsoft.com/office/drawing/2014/main" id="{6060232D-79F2-1DE4-311F-460E9659DDF0}"/>
              </a:ext>
            </a:extLst>
          </p:cNvPr>
          <p:cNvSpPr>
            <a:spLocks noGrp="1"/>
          </p:cNvSpPr>
          <p:nvPr>
            <p:ph idx="1"/>
          </p:nvPr>
        </p:nvSpPr>
        <p:spPr>
          <a:xfrm>
            <a:off x="380010" y="1481446"/>
            <a:ext cx="8383980" cy="4882266"/>
          </a:xfrm>
        </p:spPr>
        <p:txBody>
          <a:bodyPr>
            <a:normAutofit fontScale="92500" lnSpcReduction="20000"/>
          </a:bodyPr>
          <a:lstStyle/>
          <a:p>
            <a:r>
              <a:rPr lang="en-US" dirty="0"/>
              <a:t>The </a:t>
            </a:r>
            <a:r>
              <a:rPr lang="en-US" b="1" dirty="0"/>
              <a:t>public</a:t>
            </a:r>
            <a:r>
              <a:rPr lang="en-US" dirty="0"/>
              <a:t> folder contains a favicon.ico icon used for the application bookmark</a:t>
            </a:r>
          </a:p>
          <a:p>
            <a:r>
              <a:rPr lang="en-US" b="1" dirty="0"/>
              <a:t>index.html</a:t>
            </a:r>
            <a:r>
              <a:rPr lang="en-US" dirty="0"/>
              <a:t> – The main HTML page that is served when someone visits your site. The CLI automatically adds all JavaScript and CSS files when building your app, so you typically don’t need to add any &lt;script&gt; or &lt;link&gt; tags here manually</a:t>
            </a:r>
          </a:p>
          <a:p>
            <a:r>
              <a:rPr lang="en-US" b="1" dirty="0" err="1"/>
              <a:t>main.ts</a:t>
            </a:r>
            <a:r>
              <a:rPr lang="en-US" dirty="0"/>
              <a:t> – The main entry point for an application. Compiles the application with the JIT compiler and bootstraps the application’s root module (</a:t>
            </a:r>
            <a:r>
              <a:rPr lang="en-US" dirty="0" err="1"/>
              <a:t>AppModule</a:t>
            </a:r>
            <a:r>
              <a:rPr lang="en-US" dirty="0"/>
              <a:t>) to run in the browser</a:t>
            </a:r>
          </a:p>
          <a:p>
            <a:r>
              <a:rPr lang="en-US" b="1" dirty="0" err="1"/>
              <a:t>angular.json</a:t>
            </a:r>
            <a:r>
              <a:rPr lang="en-US" dirty="0"/>
              <a:t> – configuration file for angular CLI configuration defaults for all projects in the </a:t>
            </a:r>
            <a:r>
              <a:rPr lang="en-US" dirty="0" err="1"/>
              <a:t>orkspace</a:t>
            </a:r>
            <a:r>
              <a:rPr lang="en-US" dirty="0"/>
              <a:t>.</a:t>
            </a:r>
          </a:p>
          <a:p>
            <a:endParaRPr lang="en-US" dirty="0"/>
          </a:p>
        </p:txBody>
      </p:sp>
      <p:sp>
        <p:nvSpPr>
          <p:cNvPr id="8" name="Title 7">
            <a:extLst>
              <a:ext uri="{FF2B5EF4-FFF2-40B4-BE49-F238E27FC236}">
                <a16:creationId xmlns:a16="http://schemas.microsoft.com/office/drawing/2014/main" id="{ECA00B74-6E66-3125-6834-54AA16B2A5E1}"/>
              </a:ext>
            </a:extLst>
          </p:cNvPr>
          <p:cNvSpPr>
            <a:spLocks noGrp="1"/>
          </p:cNvSpPr>
          <p:nvPr>
            <p:ph type="title"/>
          </p:nvPr>
        </p:nvSpPr>
        <p:spPr/>
        <p:txBody>
          <a:bodyPr/>
          <a:lstStyle/>
          <a:p>
            <a:r>
              <a:rPr lang="en-US" dirty="0"/>
              <a:t>Angular File Structure</a:t>
            </a:r>
          </a:p>
        </p:txBody>
      </p:sp>
    </p:spTree>
    <p:extLst>
      <p:ext uri="{BB962C8B-B14F-4D97-AF65-F5344CB8AC3E}">
        <p14:creationId xmlns:p14="http://schemas.microsoft.com/office/powerpoint/2010/main" val="27804875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359A7C-356D-B77C-89E0-8EC4BAA5A749}"/>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C558660-7EE8-F909-B15F-9294365E5696}"/>
              </a:ext>
            </a:extLst>
          </p:cNvPr>
          <p:cNvSpPr>
            <a:spLocks noGrp="1"/>
          </p:cNvSpPr>
          <p:nvPr>
            <p:ph type="sldNum" idx="12"/>
          </p:nvPr>
        </p:nvSpPr>
        <p:spPr>
          <a:xfrm>
            <a:off x="8122757" y="6363712"/>
            <a:ext cx="861671" cy="365125"/>
          </a:xfrm>
        </p:spPr>
        <p:txBody>
          <a:bodyPr spcFirstLastPara="1" wrap="square" lIns="91425" tIns="45700" rIns="91425" bIns="45700" anchor="ctr" anchorCtr="0">
            <a:normAutofit/>
          </a:bodyPr>
          <a:lstStyle/>
          <a:p>
            <a:pPr>
              <a:spcAft>
                <a:spcPts val="600"/>
              </a:spcAft>
            </a:pPr>
            <a:fld id="{00000000-1234-1234-1234-123412341234}" type="slidenum">
              <a:rPr lang="en-US" smtClean="0"/>
              <a:pPr>
                <a:spcAft>
                  <a:spcPts val="600"/>
                </a:spcAft>
              </a:pPr>
              <a:t>19</a:t>
            </a:fld>
            <a:endParaRPr lang="en-US"/>
          </a:p>
        </p:txBody>
      </p:sp>
      <p:sp>
        <p:nvSpPr>
          <p:cNvPr id="4" name="Google Shape;212;p15">
            <a:extLst>
              <a:ext uri="{FF2B5EF4-FFF2-40B4-BE49-F238E27FC236}">
                <a16:creationId xmlns:a16="http://schemas.microsoft.com/office/drawing/2014/main" id="{3E750CE6-6452-05D3-C889-EC371986C4E8}"/>
              </a:ext>
            </a:extLst>
          </p:cNvPr>
          <p:cNvSpPr txBox="1">
            <a:spLocks/>
          </p:cNvSpPr>
          <p:nvPr/>
        </p:nvSpPr>
        <p:spPr>
          <a:xfrm>
            <a:off x="157163" y="2493034"/>
            <a:ext cx="8826500" cy="3591854"/>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7200" indent="-228600" algn="ctr">
              <a:spcBef>
                <a:spcPts val="560"/>
              </a:spcBef>
              <a:buClr>
                <a:schemeClr val="accent1"/>
              </a:buClr>
              <a:buSzPts val="2800"/>
            </a:pPr>
            <a:r>
              <a:rPr lang="en-US" sz="4000" b="0" i="0" u="none" strike="noStrike" cap="none" dirty="0">
                <a:solidFill>
                  <a:schemeClr val="dk2"/>
                </a:solidFill>
                <a:latin typeface="Arial"/>
                <a:ea typeface="Arial"/>
                <a:cs typeface="Arial"/>
                <a:sym typeface="Arial"/>
              </a:rPr>
              <a:t>Angular Components</a:t>
            </a:r>
          </a:p>
        </p:txBody>
      </p:sp>
      <p:pic>
        <p:nvPicPr>
          <p:cNvPr id="6" name="Picture 5">
            <a:extLst>
              <a:ext uri="{FF2B5EF4-FFF2-40B4-BE49-F238E27FC236}">
                <a16:creationId xmlns:a16="http://schemas.microsoft.com/office/drawing/2014/main" id="{7F67AD24-4198-AF4B-1514-30F718BD8D07}"/>
              </a:ext>
            </a:extLst>
          </p:cNvPr>
          <p:cNvPicPr>
            <a:picLocks noChangeAspect="1"/>
          </p:cNvPicPr>
          <p:nvPr/>
        </p:nvPicPr>
        <p:blipFill>
          <a:blip r:embed="rId2"/>
          <a:stretch>
            <a:fillRect/>
          </a:stretch>
        </p:blipFill>
        <p:spPr>
          <a:xfrm>
            <a:off x="6788472" y="0"/>
            <a:ext cx="2355528" cy="864158"/>
          </a:xfrm>
          <a:prstGeom prst="rect">
            <a:avLst/>
          </a:prstGeom>
        </p:spPr>
      </p:pic>
    </p:spTree>
    <p:extLst>
      <p:ext uri="{BB962C8B-B14F-4D97-AF65-F5344CB8AC3E}">
        <p14:creationId xmlns:p14="http://schemas.microsoft.com/office/powerpoint/2010/main" val="52877948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CC3A8A-5A45-C791-1CC9-A84FD01D5B1B}"/>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9288B87F-F95F-375D-55BC-5FFCEC46431A}"/>
              </a:ext>
            </a:extLst>
          </p:cNvPr>
          <p:cNvSpPr>
            <a:spLocks noGrp="1"/>
          </p:cNvSpPr>
          <p:nvPr>
            <p:ph type="sldNum" sz="quarter" idx="12"/>
          </p:nvPr>
        </p:nvSpPr>
        <p:spPr/>
        <p:txBody>
          <a:bodyPr/>
          <a:lstStyle/>
          <a:p>
            <a:fld id="{F6728BC2-ACA3-447C-A909-F3F49211C066}" type="slidenum">
              <a:rPr lang="en-US" smtClean="0"/>
              <a:pPr/>
              <a:t>20</a:t>
            </a:fld>
            <a:endParaRPr lang="en-US" dirty="0"/>
          </a:p>
        </p:txBody>
      </p:sp>
      <p:sp>
        <p:nvSpPr>
          <p:cNvPr id="6" name="Content Placeholder 5">
            <a:extLst>
              <a:ext uri="{FF2B5EF4-FFF2-40B4-BE49-F238E27FC236}">
                <a16:creationId xmlns:a16="http://schemas.microsoft.com/office/drawing/2014/main" id="{0A299569-B205-58FE-4B43-950DAB309B61}"/>
              </a:ext>
            </a:extLst>
          </p:cNvPr>
          <p:cNvSpPr>
            <a:spLocks noGrp="1"/>
          </p:cNvSpPr>
          <p:nvPr>
            <p:ph idx="1"/>
          </p:nvPr>
        </p:nvSpPr>
        <p:spPr/>
        <p:txBody>
          <a:bodyPr>
            <a:normAutofit lnSpcReduction="10000"/>
          </a:bodyPr>
          <a:lstStyle/>
          <a:p>
            <a:r>
              <a:rPr lang="en-US" dirty="0"/>
              <a:t>Components are the basic building blocks in the Angular application</a:t>
            </a:r>
          </a:p>
          <a:p>
            <a:r>
              <a:rPr lang="en-US" dirty="0"/>
              <a:t>Components contain the data  &amp; UI logic that defines the view and behavior of the web application</a:t>
            </a:r>
          </a:p>
          <a:p>
            <a:r>
              <a:rPr lang="en-US" dirty="0"/>
              <a:t>Components in Angular are defined using an @Component decorator</a:t>
            </a:r>
          </a:p>
          <a:p>
            <a:r>
              <a:rPr lang="en-US" dirty="0"/>
              <a:t>This decorator includes a selector, template, style, and other properties, and it specifies the metadata required to process the component</a:t>
            </a:r>
          </a:p>
        </p:txBody>
      </p:sp>
      <p:sp>
        <p:nvSpPr>
          <p:cNvPr id="8" name="Title 7">
            <a:extLst>
              <a:ext uri="{FF2B5EF4-FFF2-40B4-BE49-F238E27FC236}">
                <a16:creationId xmlns:a16="http://schemas.microsoft.com/office/drawing/2014/main" id="{18FD3F22-EF98-CB8D-39C5-0BE034974008}"/>
              </a:ext>
            </a:extLst>
          </p:cNvPr>
          <p:cNvSpPr>
            <a:spLocks noGrp="1"/>
          </p:cNvSpPr>
          <p:nvPr>
            <p:ph type="title"/>
          </p:nvPr>
        </p:nvSpPr>
        <p:spPr/>
        <p:txBody>
          <a:bodyPr/>
          <a:lstStyle/>
          <a:p>
            <a:r>
              <a:rPr lang="en-US" dirty="0"/>
              <a:t>Angular Components</a:t>
            </a:r>
          </a:p>
        </p:txBody>
      </p:sp>
    </p:spTree>
    <p:extLst>
      <p:ext uri="{BB962C8B-B14F-4D97-AF65-F5344CB8AC3E}">
        <p14:creationId xmlns:p14="http://schemas.microsoft.com/office/powerpoint/2010/main" val="6531850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58F6A1-9350-E189-3BE8-EC914DF7C7ED}"/>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541C9866-99CD-5AD3-EEBB-747BC17AA115}"/>
              </a:ext>
            </a:extLst>
          </p:cNvPr>
          <p:cNvSpPr>
            <a:spLocks noGrp="1"/>
          </p:cNvSpPr>
          <p:nvPr>
            <p:ph type="sldNum" sz="quarter" idx="12"/>
          </p:nvPr>
        </p:nvSpPr>
        <p:spPr/>
        <p:txBody>
          <a:bodyPr/>
          <a:lstStyle/>
          <a:p>
            <a:fld id="{F6728BC2-ACA3-447C-A909-F3F49211C066}" type="slidenum">
              <a:rPr lang="en-US" smtClean="0"/>
              <a:pPr/>
              <a:t>21</a:t>
            </a:fld>
            <a:endParaRPr lang="en-US" dirty="0"/>
          </a:p>
        </p:txBody>
      </p:sp>
      <p:sp>
        <p:nvSpPr>
          <p:cNvPr id="6" name="Content Placeholder 5">
            <a:extLst>
              <a:ext uri="{FF2B5EF4-FFF2-40B4-BE49-F238E27FC236}">
                <a16:creationId xmlns:a16="http://schemas.microsoft.com/office/drawing/2014/main" id="{7C3EED09-6BA9-98FD-29B3-0CBE4D445EAC}"/>
              </a:ext>
            </a:extLst>
          </p:cNvPr>
          <p:cNvSpPr>
            <a:spLocks noGrp="1"/>
          </p:cNvSpPr>
          <p:nvPr>
            <p:ph idx="1"/>
          </p:nvPr>
        </p:nvSpPr>
        <p:spPr/>
        <p:txBody>
          <a:bodyPr>
            <a:normAutofit fontScale="85000" lnSpcReduction="20000"/>
          </a:bodyPr>
          <a:lstStyle/>
          <a:p>
            <a:r>
              <a:rPr lang="en-US" dirty="0"/>
              <a:t>Angular application can (and should) have multiple components.</a:t>
            </a:r>
          </a:p>
          <a:p>
            <a:r>
              <a:rPr lang="en-US" dirty="0"/>
              <a:t>Each component handles a small part of the UI</a:t>
            </a:r>
          </a:p>
          <a:p>
            <a:r>
              <a:rPr lang="en-US" dirty="0"/>
              <a:t>These components work together to produce the complete user interface of the application</a:t>
            </a:r>
          </a:p>
          <a:p>
            <a:r>
              <a:rPr lang="en-US" dirty="0"/>
              <a:t>Recall that we looked at these files:</a:t>
            </a:r>
          </a:p>
          <a:p>
            <a:pPr lvl="1"/>
            <a:r>
              <a:rPr lang="en-US" b="1" dirty="0" err="1"/>
              <a:t>app.component.ts</a:t>
            </a:r>
            <a:r>
              <a:rPr lang="en-US" dirty="0"/>
              <a:t> – this TypeScript file represents the logic for the app’s root component (</a:t>
            </a:r>
            <a:r>
              <a:rPr lang="en-US" dirty="0" err="1"/>
              <a:t>AppComponent</a:t>
            </a:r>
            <a:r>
              <a:rPr lang="en-US" dirty="0"/>
              <a:t>). Each component should have it’s own .</a:t>
            </a:r>
            <a:r>
              <a:rPr lang="en-US" dirty="0" err="1"/>
              <a:t>ts</a:t>
            </a:r>
            <a:r>
              <a:rPr lang="en-US" dirty="0"/>
              <a:t> file.</a:t>
            </a:r>
          </a:p>
          <a:p>
            <a:pPr lvl="1"/>
            <a:r>
              <a:rPr lang="en-US" b="1" dirty="0"/>
              <a:t>app.component.html</a:t>
            </a:r>
            <a:r>
              <a:rPr lang="en-US" dirty="0"/>
              <a:t> – this HTML file is used to define the HTML template associated with the component (in this case </a:t>
            </a:r>
            <a:r>
              <a:rPr lang="en-US" dirty="0" err="1"/>
              <a:t>AppComponent</a:t>
            </a:r>
            <a:r>
              <a:rPr lang="en-US" dirty="0"/>
              <a:t>)</a:t>
            </a:r>
          </a:p>
          <a:p>
            <a:pPr lvl="1"/>
            <a:r>
              <a:rPr lang="en-US" b="1" dirty="0"/>
              <a:t>app.component.css </a:t>
            </a:r>
            <a:r>
              <a:rPr lang="en-US" dirty="0"/>
              <a:t>– this CSS file is used to define the base CSS stylesheet for the component (in this case </a:t>
            </a:r>
            <a:r>
              <a:rPr lang="en-US" dirty="0" err="1"/>
              <a:t>AppComponent</a:t>
            </a:r>
            <a:r>
              <a:rPr lang="en-US" dirty="0"/>
              <a:t>)</a:t>
            </a:r>
          </a:p>
          <a:p>
            <a:endParaRPr lang="en-US" dirty="0"/>
          </a:p>
        </p:txBody>
      </p:sp>
      <p:sp>
        <p:nvSpPr>
          <p:cNvPr id="8" name="Title 7">
            <a:extLst>
              <a:ext uri="{FF2B5EF4-FFF2-40B4-BE49-F238E27FC236}">
                <a16:creationId xmlns:a16="http://schemas.microsoft.com/office/drawing/2014/main" id="{77AB20DA-3620-D074-53D0-91A436972321}"/>
              </a:ext>
            </a:extLst>
          </p:cNvPr>
          <p:cNvSpPr>
            <a:spLocks noGrp="1"/>
          </p:cNvSpPr>
          <p:nvPr>
            <p:ph type="title"/>
          </p:nvPr>
        </p:nvSpPr>
        <p:spPr/>
        <p:txBody>
          <a:bodyPr/>
          <a:lstStyle/>
          <a:p>
            <a:r>
              <a:rPr lang="en-US" dirty="0"/>
              <a:t>Angular Components</a:t>
            </a:r>
          </a:p>
        </p:txBody>
      </p:sp>
    </p:spTree>
    <p:extLst>
      <p:ext uri="{BB962C8B-B14F-4D97-AF65-F5344CB8AC3E}">
        <p14:creationId xmlns:p14="http://schemas.microsoft.com/office/powerpoint/2010/main" val="41583323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6">
                                            <p:txEl>
                                              <p:pRg st="4" end="4"/>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6">
                                            <p:txEl>
                                              <p:pRg st="5" end="5"/>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9A08C4-BF84-3F20-B97F-1D3C7721EBB7}"/>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3237C9E-64FB-0FA0-A47A-E74624179CBD}"/>
              </a:ext>
            </a:extLst>
          </p:cNvPr>
          <p:cNvSpPr>
            <a:spLocks noGrp="1"/>
          </p:cNvSpPr>
          <p:nvPr>
            <p:ph type="sldNum" sz="quarter" idx="12"/>
          </p:nvPr>
        </p:nvSpPr>
        <p:spPr/>
        <p:txBody>
          <a:bodyPr/>
          <a:lstStyle/>
          <a:p>
            <a:fld id="{F6728BC2-ACA3-447C-A909-F3F49211C066}" type="slidenum">
              <a:rPr lang="en-US" smtClean="0"/>
              <a:pPr/>
              <a:t>22</a:t>
            </a:fld>
            <a:endParaRPr lang="en-US" dirty="0"/>
          </a:p>
        </p:txBody>
      </p:sp>
      <p:sp>
        <p:nvSpPr>
          <p:cNvPr id="6" name="Content Placeholder 5">
            <a:extLst>
              <a:ext uri="{FF2B5EF4-FFF2-40B4-BE49-F238E27FC236}">
                <a16:creationId xmlns:a16="http://schemas.microsoft.com/office/drawing/2014/main" id="{347BD72C-ADB0-5934-9021-19AF0AD3E539}"/>
              </a:ext>
            </a:extLst>
          </p:cNvPr>
          <p:cNvSpPr>
            <a:spLocks noGrp="1"/>
          </p:cNvSpPr>
          <p:nvPr>
            <p:ph idx="1"/>
          </p:nvPr>
        </p:nvSpPr>
        <p:spPr>
          <a:xfrm>
            <a:off x="380010" y="3363168"/>
            <a:ext cx="8281669" cy="3248647"/>
          </a:xfrm>
        </p:spPr>
        <p:txBody>
          <a:bodyPr>
            <a:normAutofit fontScale="77500" lnSpcReduction="20000"/>
          </a:bodyPr>
          <a:lstStyle/>
          <a:p>
            <a:r>
              <a:rPr lang="en-US" dirty="0"/>
              <a:t>Let’s examine the @Component decorator in more detail:</a:t>
            </a:r>
          </a:p>
          <a:p>
            <a:pPr lvl="1"/>
            <a:r>
              <a:rPr lang="en-US" b="1" dirty="0"/>
              <a:t>selector </a:t>
            </a:r>
            <a:r>
              <a:rPr lang="en-US" dirty="0"/>
              <a:t>– A CSS selector that tells Angular to create and insert an instance of this component wherever it finds the corresponding tag (see index.html)</a:t>
            </a:r>
          </a:p>
          <a:p>
            <a:pPr lvl="1"/>
            <a:r>
              <a:rPr lang="en-US" b="1" dirty="0"/>
              <a:t>imports</a:t>
            </a:r>
            <a:r>
              <a:rPr lang="en-US" dirty="0"/>
              <a:t> – defines the component’s dependencies in an array. Note the module imports at the top of the file</a:t>
            </a:r>
          </a:p>
          <a:p>
            <a:pPr lvl="1"/>
            <a:r>
              <a:rPr lang="en-US" b="1" dirty="0" err="1"/>
              <a:t>templateUrl</a:t>
            </a:r>
            <a:r>
              <a:rPr lang="en-US" dirty="0"/>
              <a:t> – Defines the address of the HTML file whose code is used by this template. Note, you can provide in-line html as well.</a:t>
            </a:r>
          </a:p>
          <a:p>
            <a:pPr lvl="1"/>
            <a:r>
              <a:rPr lang="en-US" b="1" dirty="0" err="1"/>
              <a:t>styleUrl</a:t>
            </a:r>
            <a:r>
              <a:rPr lang="en-US" dirty="0"/>
              <a:t> – Defines the address of the CSS stylesheet used to style the HTML view (the template)</a:t>
            </a:r>
          </a:p>
          <a:p>
            <a:pPr lvl="1"/>
            <a:r>
              <a:rPr lang="en-US" dirty="0"/>
              <a:t>Note: ‘</a:t>
            </a:r>
            <a:r>
              <a:rPr lang="en-US" dirty="0" err="1"/>
              <a:t>styleUrl</a:t>
            </a:r>
            <a:r>
              <a:rPr lang="en-US" dirty="0"/>
              <a:t>’ can be replace with ‘</a:t>
            </a:r>
            <a:r>
              <a:rPr lang="en-US" dirty="0" err="1"/>
              <a:t>styleUrls</a:t>
            </a:r>
            <a:r>
              <a:rPr lang="en-US" dirty="0"/>
              <a:t>’ which allows you to define an array of </a:t>
            </a:r>
            <a:r>
              <a:rPr lang="en-US" dirty="0" err="1"/>
              <a:t>css</a:t>
            </a:r>
            <a:r>
              <a:rPr lang="en-US" dirty="0"/>
              <a:t> files for the component</a:t>
            </a:r>
          </a:p>
          <a:p>
            <a:endParaRPr lang="en-US" dirty="0"/>
          </a:p>
        </p:txBody>
      </p:sp>
      <p:sp>
        <p:nvSpPr>
          <p:cNvPr id="8" name="Title 7">
            <a:extLst>
              <a:ext uri="{FF2B5EF4-FFF2-40B4-BE49-F238E27FC236}">
                <a16:creationId xmlns:a16="http://schemas.microsoft.com/office/drawing/2014/main" id="{01FF49D3-52A0-04D0-DA11-06036D0E3920}"/>
              </a:ext>
            </a:extLst>
          </p:cNvPr>
          <p:cNvSpPr>
            <a:spLocks noGrp="1"/>
          </p:cNvSpPr>
          <p:nvPr>
            <p:ph type="title"/>
          </p:nvPr>
        </p:nvSpPr>
        <p:spPr/>
        <p:txBody>
          <a:bodyPr/>
          <a:lstStyle/>
          <a:p>
            <a:r>
              <a:rPr lang="en-US" dirty="0" err="1"/>
              <a:t>App.component.ts</a:t>
            </a:r>
            <a:endParaRPr lang="en-US" dirty="0"/>
          </a:p>
        </p:txBody>
      </p:sp>
      <p:pic>
        <p:nvPicPr>
          <p:cNvPr id="3" name="Picture 2">
            <a:extLst>
              <a:ext uri="{FF2B5EF4-FFF2-40B4-BE49-F238E27FC236}">
                <a16:creationId xmlns:a16="http://schemas.microsoft.com/office/drawing/2014/main" id="{B2B0D8AF-4F46-9BD8-3689-3F8DFAA7496A}"/>
              </a:ext>
            </a:extLst>
          </p:cNvPr>
          <p:cNvPicPr>
            <a:picLocks noChangeAspect="1"/>
          </p:cNvPicPr>
          <p:nvPr/>
        </p:nvPicPr>
        <p:blipFill>
          <a:blip r:embed="rId2"/>
          <a:stretch>
            <a:fillRect/>
          </a:stretch>
        </p:blipFill>
        <p:spPr>
          <a:xfrm>
            <a:off x="2671497" y="1481446"/>
            <a:ext cx="3801005" cy="1619476"/>
          </a:xfrm>
          <a:prstGeom prst="rect">
            <a:avLst/>
          </a:prstGeom>
        </p:spPr>
      </p:pic>
    </p:spTree>
    <p:extLst>
      <p:ext uri="{BB962C8B-B14F-4D97-AF65-F5344CB8AC3E}">
        <p14:creationId xmlns:p14="http://schemas.microsoft.com/office/powerpoint/2010/main" val="6130673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6">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9F67DC-7785-F66D-437B-9927C654B36C}"/>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A1154672-FDED-46D4-7480-DFE24E972CA3}"/>
              </a:ext>
            </a:extLst>
          </p:cNvPr>
          <p:cNvSpPr>
            <a:spLocks noGrp="1"/>
          </p:cNvSpPr>
          <p:nvPr>
            <p:ph type="sldNum" sz="quarter" idx="12"/>
          </p:nvPr>
        </p:nvSpPr>
        <p:spPr/>
        <p:txBody>
          <a:bodyPr/>
          <a:lstStyle/>
          <a:p>
            <a:fld id="{F6728BC2-ACA3-447C-A909-F3F49211C066}" type="slidenum">
              <a:rPr lang="en-US" smtClean="0"/>
              <a:pPr/>
              <a:t>23</a:t>
            </a:fld>
            <a:endParaRPr lang="en-US" dirty="0"/>
          </a:p>
        </p:txBody>
      </p:sp>
      <p:sp>
        <p:nvSpPr>
          <p:cNvPr id="6" name="Content Placeholder 5">
            <a:extLst>
              <a:ext uri="{FF2B5EF4-FFF2-40B4-BE49-F238E27FC236}">
                <a16:creationId xmlns:a16="http://schemas.microsoft.com/office/drawing/2014/main" id="{49BE9CEE-A077-8B6B-9FD7-2272DBB86621}"/>
              </a:ext>
            </a:extLst>
          </p:cNvPr>
          <p:cNvSpPr>
            <a:spLocks noGrp="1"/>
          </p:cNvSpPr>
          <p:nvPr>
            <p:ph idx="1"/>
          </p:nvPr>
        </p:nvSpPr>
        <p:spPr>
          <a:xfrm>
            <a:off x="380010" y="1356528"/>
            <a:ext cx="8281669" cy="5255288"/>
          </a:xfrm>
        </p:spPr>
        <p:txBody>
          <a:bodyPr>
            <a:normAutofit/>
          </a:bodyPr>
          <a:lstStyle/>
          <a:p>
            <a:r>
              <a:rPr lang="en-US" dirty="0"/>
              <a:t>To create a new Angular component, use the command ‘ng generate component &lt;</a:t>
            </a:r>
            <a:r>
              <a:rPr lang="en-US" dirty="0" err="1"/>
              <a:t>component_name</a:t>
            </a:r>
            <a:r>
              <a:rPr lang="en-US" dirty="0"/>
              <a:t>&gt;’ in your console</a:t>
            </a:r>
          </a:p>
          <a:p>
            <a:pPr lvl="1"/>
            <a:r>
              <a:rPr lang="en-US" dirty="0"/>
              <a:t>Note: a shorthand of this command is: ng g c &lt;</a:t>
            </a:r>
            <a:r>
              <a:rPr lang="en-US" dirty="0" err="1"/>
              <a:t>component_name</a:t>
            </a:r>
            <a:r>
              <a:rPr lang="en-US" dirty="0"/>
              <a:t>&gt;</a:t>
            </a:r>
          </a:p>
          <a:p>
            <a:r>
              <a:rPr lang="en-US" dirty="0"/>
              <a:t>After using this command, you should see a new folder containing 4 files:</a:t>
            </a:r>
          </a:p>
          <a:p>
            <a:pPr lvl="1"/>
            <a:r>
              <a:rPr lang="en-US" dirty="0"/>
              <a:t>&lt;component-name&gt;.component.html</a:t>
            </a:r>
          </a:p>
          <a:p>
            <a:pPr lvl="1"/>
            <a:r>
              <a:rPr lang="en-US" dirty="0"/>
              <a:t>&lt;component-name&gt;.</a:t>
            </a:r>
            <a:r>
              <a:rPr lang="en-US" dirty="0" err="1"/>
              <a:t>component.spec.ts</a:t>
            </a:r>
            <a:endParaRPr lang="en-US" dirty="0"/>
          </a:p>
          <a:p>
            <a:pPr lvl="1"/>
            <a:r>
              <a:rPr lang="en-US" dirty="0"/>
              <a:t>&lt;component-name&gt;.</a:t>
            </a:r>
            <a:r>
              <a:rPr lang="en-US" dirty="0" err="1"/>
              <a:t>component.ts</a:t>
            </a:r>
            <a:endParaRPr lang="en-US" dirty="0"/>
          </a:p>
          <a:p>
            <a:pPr lvl="1"/>
            <a:r>
              <a:rPr lang="en-US" dirty="0"/>
              <a:t>&lt;component-name&gt;.component.css</a:t>
            </a:r>
          </a:p>
        </p:txBody>
      </p:sp>
      <p:sp>
        <p:nvSpPr>
          <p:cNvPr id="8" name="Title 7">
            <a:extLst>
              <a:ext uri="{FF2B5EF4-FFF2-40B4-BE49-F238E27FC236}">
                <a16:creationId xmlns:a16="http://schemas.microsoft.com/office/drawing/2014/main" id="{FB1B356B-8C68-8B1F-1044-411685EA0DE0}"/>
              </a:ext>
            </a:extLst>
          </p:cNvPr>
          <p:cNvSpPr>
            <a:spLocks noGrp="1"/>
          </p:cNvSpPr>
          <p:nvPr>
            <p:ph type="title"/>
          </p:nvPr>
        </p:nvSpPr>
        <p:spPr/>
        <p:txBody>
          <a:bodyPr/>
          <a:lstStyle/>
          <a:p>
            <a:r>
              <a:rPr lang="en-US" dirty="0"/>
              <a:t>Creating Angular Components</a:t>
            </a:r>
          </a:p>
        </p:txBody>
      </p:sp>
    </p:spTree>
    <p:extLst>
      <p:ext uri="{BB962C8B-B14F-4D97-AF65-F5344CB8AC3E}">
        <p14:creationId xmlns:p14="http://schemas.microsoft.com/office/powerpoint/2010/main" val="27921302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6">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6">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6">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F1548E-493B-8E3F-C5B6-61583DF6AD1A}"/>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1A932F2-C0C7-4B81-E6D0-5EDFAA456FE3}"/>
              </a:ext>
            </a:extLst>
          </p:cNvPr>
          <p:cNvSpPr>
            <a:spLocks noGrp="1"/>
          </p:cNvSpPr>
          <p:nvPr>
            <p:ph type="sldNum" sz="quarter" idx="12"/>
          </p:nvPr>
        </p:nvSpPr>
        <p:spPr/>
        <p:txBody>
          <a:bodyPr/>
          <a:lstStyle/>
          <a:p>
            <a:fld id="{F6728BC2-ACA3-447C-A909-F3F49211C066}" type="slidenum">
              <a:rPr lang="en-US" smtClean="0"/>
              <a:pPr/>
              <a:t>24</a:t>
            </a:fld>
            <a:endParaRPr lang="en-US" dirty="0"/>
          </a:p>
        </p:txBody>
      </p:sp>
      <p:sp>
        <p:nvSpPr>
          <p:cNvPr id="6" name="Content Placeholder 5">
            <a:extLst>
              <a:ext uri="{FF2B5EF4-FFF2-40B4-BE49-F238E27FC236}">
                <a16:creationId xmlns:a16="http://schemas.microsoft.com/office/drawing/2014/main" id="{303B75CD-4506-5B7C-881B-0C53390C51AE}"/>
              </a:ext>
            </a:extLst>
          </p:cNvPr>
          <p:cNvSpPr>
            <a:spLocks noGrp="1"/>
          </p:cNvSpPr>
          <p:nvPr>
            <p:ph idx="1"/>
          </p:nvPr>
        </p:nvSpPr>
        <p:spPr>
          <a:xfrm>
            <a:off x="380010" y="1356528"/>
            <a:ext cx="8281669" cy="5255288"/>
          </a:xfrm>
        </p:spPr>
        <p:txBody>
          <a:bodyPr>
            <a:normAutofit lnSpcReduction="10000"/>
          </a:bodyPr>
          <a:lstStyle/>
          <a:p>
            <a:r>
              <a:rPr lang="en-US" dirty="0"/>
              <a:t>Angular creates a component; renders it; creates and renders its children; checks it when it’s data-bound properties change; and destroys it before removing it from the DOM.</a:t>
            </a:r>
          </a:p>
          <a:p>
            <a:r>
              <a:rPr lang="en-US" dirty="0"/>
              <a:t>These events are called “Lifecycle Hooks”</a:t>
            </a:r>
          </a:p>
          <a:p>
            <a:r>
              <a:rPr lang="en-US" dirty="0"/>
              <a:t>These Lifecycle hooks have eight different function calls which correspond to the lifecycle event.</a:t>
            </a:r>
          </a:p>
          <a:p>
            <a:r>
              <a:rPr lang="en-US" dirty="0"/>
              <a:t>Every angular component has a life cycle event carried out in 2 different phases – one linked to the component itself and the other linked to the children of that component.</a:t>
            </a:r>
          </a:p>
        </p:txBody>
      </p:sp>
      <p:sp>
        <p:nvSpPr>
          <p:cNvPr id="8" name="Title 7">
            <a:extLst>
              <a:ext uri="{FF2B5EF4-FFF2-40B4-BE49-F238E27FC236}">
                <a16:creationId xmlns:a16="http://schemas.microsoft.com/office/drawing/2014/main" id="{65987871-6741-90D4-3DF4-A8FD0914B1A6}"/>
              </a:ext>
            </a:extLst>
          </p:cNvPr>
          <p:cNvSpPr>
            <a:spLocks noGrp="1"/>
          </p:cNvSpPr>
          <p:nvPr>
            <p:ph type="title"/>
          </p:nvPr>
        </p:nvSpPr>
        <p:spPr/>
        <p:txBody>
          <a:bodyPr/>
          <a:lstStyle/>
          <a:p>
            <a:r>
              <a:rPr lang="en-US" dirty="0"/>
              <a:t>Component Lifecycle Hooks</a:t>
            </a:r>
          </a:p>
        </p:txBody>
      </p:sp>
    </p:spTree>
    <p:extLst>
      <p:ext uri="{BB962C8B-B14F-4D97-AF65-F5344CB8AC3E}">
        <p14:creationId xmlns:p14="http://schemas.microsoft.com/office/powerpoint/2010/main" val="8546435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CFE80C-7275-3D2C-73B8-8B49DAE81420}"/>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F3B14DF6-A336-4E3C-9A90-DC5E120D273B}"/>
              </a:ext>
            </a:extLst>
          </p:cNvPr>
          <p:cNvSpPr>
            <a:spLocks noGrp="1"/>
          </p:cNvSpPr>
          <p:nvPr>
            <p:ph type="sldNum" sz="quarter" idx="12"/>
          </p:nvPr>
        </p:nvSpPr>
        <p:spPr/>
        <p:txBody>
          <a:bodyPr/>
          <a:lstStyle/>
          <a:p>
            <a:fld id="{F6728BC2-ACA3-447C-A909-F3F49211C066}" type="slidenum">
              <a:rPr lang="en-US" smtClean="0"/>
              <a:pPr/>
              <a:t>25</a:t>
            </a:fld>
            <a:endParaRPr lang="en-US" dirty="0"/>
          </a:p>
        </p:txBody>
      </p:sp>
      <p:sp>
        <p:nvSpPr>
          <p:cNvPr id="8" name="Title 7">
            <a:extLst>
              <a:ext uri="{FF2B5EF4-FFF2-40B4-BE49-F238E27FC236}">
                <a16:creationId xmlns:a16="http://schemas.microsoft.com/office/drawing/2014/main" id="{25866971-24EB-7FB7-9FD6-66E2DA7D42D6}"/>
              </a:ext>
            </a:extLst>
          </p:cNvPr>
          <p:cNvSpPr>
            <a:spLocks noGrp="1"/>
          </p:cNvSpPr>
          <p:nvPr>
            <p:ph type="title"/>
          </p:nvPr>
        </p:nvSpPr>
        <p:spPr/>
        <p:txBody>
          <a:bodyPr/>
          <a:lstStyle/>
          <a:p>
            <a:r>
              <a:rPr lang="en-US" dirty="0"/>
              <a:t>Component Lifecycle Hooks</a:t>
            </a:r>
          </a:p>
        </p:txBody>
      </p:sp>
      <p:pic>
        <p:nvPicPr>
          <p:cNvPr id="5" name="Content Placeholder 4">
            <a:extLst>
              <a:ext uri="{FF2B5EF4-FFF2-40B4-BE49-F238E27FC236}">
                <a16:creationId xmlns:a16="http://schemas.microsoft.com/office/drawing/2014/main" id="{72C39835-DB66-49B7-E14C-7EE466E87415}"/>
              </a:ext>
            </a:extLst>
          </p:cNvPr>
          <p:cNvPicPr>
            <a:picLocks noGrp="1" noChangeAspect="1"/>
          </p:cNvPicPr>
          <p:nvPr/>
        </p:nvPicPr>
        <p:blipFill>
          <a:blip r:embed="rId2">
            <a:extLst>
              <a:ext uri="{28A0092B-C50C-407E-A947-70E740481C1C}">
                <a14:useLocalDpi xmlns:a14="http://schemas.microsoft.com/office/drawing/2010/main" val="0"/>
              </a:ext>
            </a:extLst>
          </a:blip>
          <a:stretch>
            <a:fillRect/>
          </a:stretch>
        </p:blipFill>
        <p:spPr bwMode="auto">
          <a:xfrm>
            <a:off x="2209800" y="1395709"/>
            <a:ext cx="4724400" cy="49680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65777332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D72D07-9A7D-753A-3F90-F748B03338E6}"/>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21651CCB-FC5B-200A-CDEE-B7BB323B8A8E}"/>
              </a:ext>
            </a:extLst>
          </p:cNvPr>
          <p:cNvSpPr>
            <a:spLocks noGrp="1"/>
          </p:cNvSpPr>
          <p:nvPr>
            <p:ph type="sldNum" sz="quarter" idx="12"/>
          </p:nvPr>
        </p:nvSpPr>
        <p:spPr/>
        <p:txBody>
          <a:bodyPr/>
          <a:lstStyle/>
          <a:p>
            <a:fld id="{F6728BC2-ACA3-447C-A909-F3F49211C066}" type="slidenum">
              <a:rPr lang="en-US" smtClean="0"/>
              <a:pPr/>
              <a:t>26</a:t>
            </a:fld>
            <a:endParaRPr lang="en-US" dirty="0"/>
          </a:p>
        </p:txBody>
      </p:sp>
      <p:sp>
        <p:nvSpPr>
          <p:cNvPr id="6" name="Content Placeholder 5">
            <a:extLst>
              <a:ext uri="{FF2B5EF4-FFF2-40B4-BE49-F238E27FC236}">
                <a16:creationId xmlns:a16="http://schemas.microsoft.com/office/drawing/2014/main" id="{E79DF131-2DEF-C84E-A1E8-7A3676095C55}"/>
              </a:ext>
            </a:extLst>
          </p:cNvPr>
          <p:cNvSpPr>
            <a:spLocks noGrp="1"/>
          </p:cNvSpPr>
          <p:nvPr>
            <p:ph idx="1"/>
          </p:nvPr>
        </p:nvSpPr>
        <p:spPr>
          <a:xfrm>
            <a:off x="380010" y="1356528"/>
            <a:ext cx="8281669" cy="5255288"/>
          </a:xfrm>
        </p:spPr>
        <p:txBody>
          <a:bodyPr>
            <a:normAutofit fontScale="77500" lnSpcReduction="20000"/>
          </a:bodyPr>
          <a:lstStyle/>
          <a:p>
            <a:r>
              <a:rPr lang="en-US" b="1" dirty="0"/>
              <a:t>constructor()</a:t>
            </a:r>
            <a:r>
              <a:rPr lang="en-US" dirty="0"/>
              <a:t> – The constructor of the component class gets executed first, </a:t>
            </a:r>
            <a:r>
              <a:rPr lang="en-US" i="1" dirty="0"/>
              <a:t>before the execution of any other lifecycle hook events</a:t>
            </a:r>
            <a:r>
              <a:rPr lang="en-US" dirty="0"/>
              <a:t>. If we need to inject any dependencies into the component, then the constructor is the best place to do so. Note, this is technically a standard TypeScript/JavaScript function and not an Angular-specific hook.</a:t>
            </a:r>
          </a:p>
          <a:p>
            <a:r>
              <a:rPr lang="en-US" b="1" dirty="0" err="1"/>
              <a:t>ngOnChanges</a:t>
            </a:r>
            <a:r>
              <a:rPr lang="en-US" b="1" dirty="0"/>
              <a:t>()</a:t>
            </a:r>
            <a:r>
              <a:rPr lang="en-US" dirty="0"/>
              <a:t> – Runs every time an input/output binding value changes. This runs </a:t>
            </a:r>
            <a:r>
              <a:rPr lang="en-US" i="1" dirty="0"/>
              <a:t>before</a:t>
            </a:r>
            <a:r>
              <a:rPr lang="en-US" dirty="0"/>
              <a:t> </a:t>
            </a:r>
            <a:r>
              <a:rPr lang="en-US" dirty="0" err="1"/>
              <a:t>ngOnInit</a:t>
            </a:r>
            <a:r>
              <a:rPr lang="en-US" dirty="0"/>
              <a:t> on the first pass, but only fires at all if the component has at least one Input property.</a:t>
            </a:r>
          </a:p>
          <a:p>
            <a:r>
              <a:rPr lang="en-US" b="1" dirty="0" err="1"/>
              <a:t>ngOnInit</a:t>
            </a:r>
            <a:r>
              <a:rPr lang="en-US" b="1" dirty="0"/>
              <a:t>()</a:t>
            </a:r>
            <a:r>
              <a:rPr lang="en-US" dirty="0"/>
              <a:t> – Runs after angular has initialized all the component’s inputs with their initial values. It initializes the component after Angular first displays the data-bound properties</a:t>
            </a:r>
          </a:p>
          <a:p>
            <a:r>
              <a:rPr lang="en-US" b="1" dirty="0" err="1"/>
              <a:t>ngDoCheck</a:t>
            </a:r>
            <a:r>
              <a:rPr lang="en-US" b="1" dirty="0"/>
              <a:t>()</a:t>
            </a:r>
            <a:r>
              <a:rPr lang="en-US" dirty="0"/>
              <a:t> – Runs very frequently and allows you to manually check for state changes outside of </a:t>
            </a:r>
            <a:r>
              <a:rPr lang="en-US" dirty="0" err="1"/>
              <a:t>Angular’s</a:t>
            </a:r>
            <a:r>
              <a:rPr lang="en-US" dirty="0"/>
              <a:t> normal change detection. Also called after the </a:t>
            </a:r>
            <a:r>
              <a:rPr lang="en-US" dirty="0" err="1"/>
              <a:t>ngOnChanges</a:t>
            </a:r>
            <a:r>
              <a:rPr lang="en-US" dirty="0"/>
              <a:t>() method.</a:t>
            </a:r>
          </a:p>
          <a:p>
            <a:endParaRPr lang="en-US" dirty="0"/>
          </a:p>
        </p:txBody>
      </p:sp>
      <p:sp>
        <p:nvSpPr>
          <p:cNvPr id="8" name="Title 7">
            <a:extLst>
              <a:ext uri="{FF2B5EF4-FFF2-40B4-BE49-F238E27FC236}">
                <a16:creationId xmlns:a16="http://schemas.microsoft.com/office/drawing/2014/main" id="{870D7D05-9D5D-90CD-4D67-BABAA0A2BE46}"/>
              </a:ext>
            </a:extLst>
          </p:cNvPr>
          <p:cNvSpPr>
            <a:spLocks noGrp="1"/>
          </p:cNvSpPr>
          <p:nvPr>
            <p:ph type="title"/>
          </p:nvPr>
        </p:nvSpPr>
        <p:spPr/>
        <p:txBody>
          <a:bodyPr/>
          <a:lstStyle/>
          <a:p>
            <a:r>
              <a:rPr lang="en-US" dirty="0"/>
              <a:t>Eight* Lifecycle Hooks</a:t>
            </a:r>
          </a:p>
        </p:txBody>
      </p:sp>
    </p:spTree>
    <p:extLst>
      <p:ext uri="{BB962C8B-B14F-4D97-AF65-F5344CB8AC3E}">
        <p14:creationId xmlns:p14="http://schemas.microsoft.com/office/powerpoint/2010/main" val="41365834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577F3A-917B-B5EC-3D94-AD643E3A5BCB}"/>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38B865FA-BD27-4AD6-A029-F6A3A9A9B5E2}"/>
              </a:ext>
            </a:extLst>
          </p:cNvPr>
          <p:cNvSpPr>
            <a:spLocks noGrp="1"/>
          </p:cNvSpPr>
          <p:nvPr>
            <p:ph type="sldNum" sz="quarter" idx="12"/>
          </p:nvPr>
        </p:nvSpPr>
        <p:spPr/>
        <p:txBody>
          <a:bodyPr/>
          <a:lstStyle/>
          <a:p>
            <a:fld id="{F6728BC2-ACA3-447C-A909-F3F49211C066}" type="slidenum">
              <a:rPr lang="en-US" smtClean="0"/>
              <a:pPr/>
              <a:t>27</a:t>
            </a:fld>
            <a:endParaRPr lang="en-US" dirty="0"/>
          </a:p>
        </p:txBody>
      </p:sp>
      <p:sp>
        <p:nvSpPr>
          <p:cNvPr id="6" name="Content Placeholder 5">
            <a:extLst>
              <a:ext uri="{FF2B5EF4-FFF2-40B4-BE49-F238E27FC236}">
                <a16:creationId xmlns:a16="http://schemas.microsoft.com/office/drawing/2014/main" id="{51B3C26C-27BE-D0F7-D418-DD7CE6C532D1}"/>
              </a:ext>
            </a:extLst>
          </p:cNvPr>
          <p:cNvSpPr>
            <a:spLocks noGrp="1"/>
          </p:cNvSpPr>
          <p:nvPr>
            <p:ph idx="1"/>
          </p:nvPr>
        </p:nvSpPr>
        <p:spPr>
          <a:xfrm>
            <a:off x="380010" y="1356528"/>
            <a:ext cx="8281669" cy="5255288"/>
          </a:xfrm>
        </p:spPr>
        <p:txBody>
          <a:bodyPr>
            <a:normAutofit fontScale="77500" lnSpcReduction="20000"/>
          </a:bodyPr>
          <a:lstStyle/>
          <a:p>
            <a:r>
              <a:rPr lang="en-US" b="1" dirty="0" err="1"/>
              <a:t>ngAfterContentInit</a:t>
            </a:r>
            <a:r>
              <a:rPr lang="en-US" b="1" dirty="0"/>
              <a:t>() – </a:t>
            </a:r>
            <a:r>
              <a:rPr lang="en-US" dirty="0"/>
              <a:t>invoked once after Angular performs any content projection into the component’s view</a:t>
            </a:r>
          </a:p>
          <a:p>
            <a:r>
              <a:rPr lang="en-US" b="1" dirty="0" err="1"/>
              <a:t>ngAfterContentChecked</a:t>
            </a:r>
            <a:r>
              <a:rPr lang="en-US" b="1" dirty="0"/>
              <a:t>()</a:t>
            </a:r>
            <a:r>
              <a:rPr lang="en-US" dirty="0"/>
              <a:t> – Invoked after each time Angular checks for content projected into the component. It is run after </a:t>
            </a:r>
            <a:r>
              <a:rPr lang="en-US" dirty="0" err="1"/>
              <a:t>ngAfterContentInit</a:t>
            </a:r>
            <a:r>
              <a:rPr lang="en-US" dirty="0"/>
              <a:t>() and every subsequent </a:t>
            </a:r>
            <a:r>
              <a:rPr lang="en-US" dirty="0" err="1"/>
              <a:t>ngDoCheck</a:t>
            </a:r>
            <a:r>
              <a:rPr lang="en-US" dirty="0"/>
              <a:t>().</a:t>
            </a:r>
          </a:p>
          <a:p>
            <a:r>
              <a:rPr lang="en-US" b="1" dirty="0" err="1"/>
              <a:t>ngAfterViewInit</a:t>
            </a:r>
            <a:r>
              <a:rPr lang="en-US" b="1" dirty="0"/>
              <a:t>()</a:t>
            </a:r>
            <a:r>
              <a:rPr lang="en-US" dirty="0"/>
              <a:t> – Runs once after all the children in the component’s own template have been initialized.</a:t>
            </a:r>
          </a:p>
          <a:p>
            <a:r>
              <a:rPr lang="en-US" b="1" dirty="0" err="1"/>
              <a:t>ngAfterViewChecked</a:t>
            </a:r>
            <a:r>
              <a:rPr lang="en-US" b="1" dirty="0"/>
              <a:t>()</a:t>
            </a:r>
            <a:r>
              <a:rPr lang="en-US" dirty="0"/>
              <a:t> – Runs after each time Angular checks for the content projected into the component. If is called after </a:t>
            </a:r>
            <a:r>
              <a:rPr lang="en-US" dirty="0" err="1"/>
              <a:t>ngAfterViewInit</a:t>
            </a:r>
            <a:r>
              <a:rPr lang="en-US" dirty="0"/>
              <a:t>() and every subsequent </a:t>
            </a:r>
            <a:r>
              <a:rPr lang="en-US" dirty="0" err="1"/>
              <a:t>ngAfterContentChecked</a:t>
            </a:r>
            <a:r>
              <a:rPr lang="en-US" dirty="0"/>
              <a:t>()</a:t>
            </a:r>
          </a:p>
          <a:p>
            <a:r>
              <a:rPr lang="en-US" b="1" dirty="0" err="1"/>
              <a:t>ngOnDestroy</a:t>
            </a:r>
            <a:r>
              <a:rPr lang="en-US" b="1" dirty="0"/>
              <a:t>() </a:t>
            </a:r>
            <a:r>
              <a:rPr lang="en-US" dirty="0"/>
              <a:t>– Invoked just before Angular destroys the component. This hook is useful to unsubscribe from observables and detach event handlers to avoid memory leaks.</a:t>
            </a:r>
            <a:endParaRPr lang="en-US" b="1" dirty="0"/>
          </a:p>
        </p:txBody>
      </p:sp>
      <p:sp>
        <p:nvSpPr>
          <p:cNvPr id="8" name="Title 7">
            <a:extLst>
              <a:ext uri="{FF2B5EF4-FFF2-40B4-BE49-F238E27FC236}">
                <a16:creationId xmlns:a16="http://schemas.microsoft.com/office/drawing/2014/main" id="{52E0FB6C-1E57-B505-42A1-8432D3041A1D}"/>
              </a:ext>
            </a:extLst>
          </p:cNvPr>
          <p:cNvSpPr>
            <a:spLocks noGrp="1"/>
          </p:cNvSpPr>
          <p:nvPr>
            <p:ph type="title"/>
          </p:nvPr>
        </p:nvSpPr>
        <p:spPr/>
        <p:txBody>
          <a:bodyPr/>
          <a:lstStyle/>
          <a:p>
            <a:r>
              <a:rPr lang="en-US" dirty="0"/>
              <a:t>Eight* Lifecycle Hooks</a:t>
            </a:r>
          </a:p>
        </p:txBody>
      </p:sp>
    </p:spTree>
    <p:extLst>
      <p:ext uri="{BB962C8B-B14F-4D97-AF65-F5344CB8AC3E}">
        <p14:creationId xmlns:p14="http://schemas.microsoft.com/office/powerpoint/2010/main" val="732172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38A41C-ED6F-886E-DE89-66F4EC1761D9}"/>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59D4233-2D24-F9C1-C695-770C01EB5DE4}"/>
              </a:ext>
            </a:extLst>
          </p:cNvPr>
          <p:cNvSpPr>
            <a:spLocks noGrp="1"/>
          </p:cNvSpPr>
          <p:nvPr>
            <p:ph type="sldNum" idx="12"/>
          </p:nvPr>
        </p:nvSpPr>
        <p:spPr>
          <a:xfrm>
            <a:off x="8122757" y="6363712"/>
            <a:ext cx="861671" cy="365125"/>
          </a:xfrm>
        </p:spPr>
        <p:txBody>
          <a:bodyPr spcFirstLastPara="1" wrap="square" lIns="91425" tIns="45700" rIns="91425" bIns="45700" anchor="ctr" anchorCtr="0">
            <a:normAutofit/>
          </a:bodyPr>
          <a:lstStyle/>
          <a:p>
            <a:pPr>
              <a:spcAft>
                <a:spcPts val="600"/>
              </a:spcAft>
            </a:pPr>
            <a:fld id="{00000000-1234-1234-1234-123412341234}" type="slidenum">
              <a:rPr lang="en-US" smtClean="0"/>
              <a:pPr>
                <a:spcAft>
                  <a:spcPts val="600"/>
                </a:spcAft>
              </a:pPr>
              <a:t>28</a:t>
            </a:fld>
            <a:endParaRPr lang="en-US"/>
          </a:p>
        </p:txBody>
      </p:sp>
      <p:sp>
        <p:nvSpPr>
          <p:cNvPr id="4" name="Google Shape;212;p15">
            <a:extLst>
              <a:ext uri="{FF2B5EF4-FFF2-40B4-BE49-F238E27FC236}">
                <a16:creationId xmlns:a16="http://schemas.microsoft.com/office/drawing/2014/main" id="{E36691E4-8917-4CAE-0337-6ED9D8C5462A}"/>
              </a:ext>
            </a:extLst>
          </p:cNvPr>
          <p:cNvSpPr txBox="1">
            <a:spLocks/>
          </p:cNvSpPr>
          <p:nvPr/>
        </p:nvSpPr>
        <p:spPr>
          <a:xfrm>
            <a:off x="157163" y="2493034"/>
            <a:ext cx="8826500" cy="3591854"/>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7200" indent="-228600" algn="ctr">
              <a:spcBef>
                <a:spcPts val="560"/>
              </a:spcBef>
              <a:buClr>
                <a:schemeClr val="accent1"/>
              </a:buClr>
              <a:buSzPts val="2800"/>
            </a:pPr>
            <a:r>
              <a:rPr lang="en-US" sz="4000" b="0" i="0" u="none" strike="noStrike" cap="none" dirty="0">
                <a:solidFill>
                  <a:schemeClr val="dk2"/>
                </a:solidFill>
                <a:latin typeface="Arial"/>
                <a:ea typeface="Arial"/>
                <a:cs typeface="Arial"/>
                <a:sym typeface="Arial"/>
              </a:rPr>
              <a:t>Data Binding</a:t>
            </a:r>
          </a:p>
        </p:txBody>
      </p:sp>
      <p:pic>
        <p:nvPicPr>
          <p:cNvPr id="6" name="Picture 5">
            <a:extLst>
              <a:ext uri="{FF2B5EF4-FFF2-40B4-BE49-F238E27FC236}">
                <a16:creationId xmlns:a16="http://schemas.microsoft.com/office/drawing/2014/main" id="{C788B949-81BD-07DC-81CF-CDEB6C10B3C1}"/>
              </a:ext>
            </a:extLst>
          </p:cNvPr>
          <p:cNvPicPr>
            <a:picLocks noChangeAspect="1"/>
          </p:cNvPicPr>
          <p:nvPr/>
        </p:nvPicPr>
        <p:blipFill>
          <a:blip r:embed="rId2"/>
          <a:stretch>
            <a:fillRect/>
          </a:stretch>
        </p:blipFill>
        <p:spPr>
          <a:xfrm>
            <a:off x="6788472" y="0"/>
            <a:ext cx="2355528" cy="864158"/>
          </a:xfrm>
          <a:prstGeom prst="rect">
            <a:avLst/>
          </a:prstGeom>
        </p:spPr>
      </p:pic>
    </p:spTree>
    <p:extLst>
      <p:ext uri="{BB962C8B-B14F-4D97-AF65-F5344CB8AC3E}">
        <p14:creationId xmlns:p14="http://schemas.microsoft.com/office/powerpoint/2010/main" val="12338385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5C394F-57CB-E95D-7E43-39181081E0D4}"/>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34E08C93-7FB1-BB98-1B18-0D45BEA4A41F}"/>
              </a:ext>
            </a:extLst>
          </p:cNvPr>
          <p:cNvSpPr>
            <a:spLocks noGrp="1"/>
          </p:cNvSpPr>
          <p:nvPr>
            <p:ph type="sldNum" sz="quarter" idx="12"/>
          </p:nvPr>
        </p:nvSpPr>
        <p:spPr/>
        <p:txBody>
          <a:bodyPr/>
          <a:lstStyle/>
          <a:p>
            <a:fld id="{F6728BC2-ACA3-447C-A909-F3F49211C066}" type="slidenum">
              <a:rPr lang="en-US" smtClean="0"/>
              <a:pPr/>
              <a:t>29</a:t>
            </a:fld>
            <a:endParaRPr lang="en-US" dirty="0"/>
          </a:p>
        </p:txBody>
      </p:sp>
      <p:sp>
        <p:nvSpPr>
          <p:cNvPr id="6" name="Content Placeholder 5">
            <a:extLst>
              <a:ext uri="{FF2B5EF4-FFF2-40B4-BE49-F238E27FC236}">
                <a16:creationId xmlns:a16="http://schemas.microsoft.com/office/drawing/2014/main" id="{8F1494D0-1168-E950-E882-C3E1D1794A50}"/>
              </a:ext>
            </a:extLst>
          </p:cNvPr>
          <p:cNvSpPr>
            <a:spLocks noGrp="1"/>
          </p:cNvSpPr>
          <p:nvPr>
            <p:ph idx="1"/>
          </p:nvPr>
        </p:nvSpPr>
        <p:spPr/>
        <p:txBody>
          <a:bodyPr/>
          <a:lstStyle/>
          <a:p>
            <a:r>
              <a:rPr lang="en-US" dirty="0"/>
              <a:t>In Angular, Data binding provides the communication between a component and the DOM</a:t>
            </a:r>
          </a:p>
          <a:p>
            <a:r>
              <a:rPr lang="en-US" dirty="0"/>
              <a:t>It is a technique used to bind the data </a:t>
            </a:r>
            <a:r>
              <a:rPr lang="en-US" b="1" i="1" dirty="0"/>
              <a:t>from an HTML template to a Component class</a:t>
            </a:r>
            <a:r>
              <a:rPr lang="en-US" b="1" dirty="0"/>
              <a:t> </a:t>
            </a:r>
            <a:r>
              <a:rPr lang="en-US" dirty="0"/>
              <a:t>or </a:t>
            </a:r>
            <a:r>
              <a:rPr lang="en-US" b="1" i="1" dirty="0"/>
              <a:t>from a Component class to an HTML template</a:t>
            </a:r>
            <a:r>
              <a:rPr lang="en-US" dirty="0"/>
              <a:t>.</a:t>
            </a:r>
          </a:p>
          <a:p>
            <a:r>
              <a:rPr lang="en-US" dirty="0"/>
              <a:t>Angular allows both </a:t>
            </a:r>
            <a:r>
              <a:rPr lang="en-US" b="1" i="1" dirty="0"/>
              <a:t>one-way data binding</a:t>
            </a:r>
            <a:r>
              <a:rPr lang="en-US" dirty="0"/>
              <a:t> and </a:t>
            </a:r>
            <a:r>
              <a:rPr lang="en-US" b="1" i="1" dirty="0"/>
              <a:t>two-way data binding</a:t>
            </a:r>
          </a:p>
        </p:txBody>
      </p:sp>
      <p:sp>
        <p:nvSpPr>
          <p:cNvPr id="8" name="Title 7">
            <a:extLst>
              <a:ext uri="{FF2B5EF4-FFF2-40B4-BE49-F238E27FC236}">
                <a16:creationId xmlns:a16="http://schemas.microsoft.com/office/drawing/2014/main" id="{BDA83B34-4CCE-5529-BDF9-0358D924B627}"/>
              </a:ext>
            </a:extLst>
          </p:cNvPr>
          <p:cNvSpPr>
            <a:spLocks noGrp="1"/>
          </p:cNvSpPr>
          <p:nvPr>
            <p:ph type="title"/>
          </p:nvPr>
        </p:nvSpPr>
        <p:spPr/>
        <p:txBody>
          <a:bodyPr/>
          <a:lstStyle/>
          <a:p>
            <a:r>
              <a:rPr lang="en-US" dirty="0"/>
              <a:t>Data Binding</a:t>
            </a:r>
          </a:p>
        </p:txBody>
      </p:sp>
    </p:spTree>
    <p:extLst>
      <p:ext uri="{BB962C8B-B14F-4D97-AF65-F5344CB8AC3E}">
        <p14:creationId xmlns:p14="http://schemas.microsoft.com/office/powerpoint/2010/main" val="21525108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C25BA2-DDCB-D57D-488F-E1732C74CFEE}"/>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52D35A81-D527-AA96-5D60-A1FF3967F1E3}"/>
              </a:ext>
            </a:extLst>
          </p:cNvPr>
          <p:cNvSpPr>
            <a:spLocks noGrp="1"/>
          </p:cNvSpPr>
          <p:nvPr>
            <p:ph type="sldNum" sz="quarter" idx="12"/>
          </p:nvPr>
        </p:nvSpPr>
        <p:spPr/>
        <p:txBody>
          <a:bodyPr/>
          <a:lstStyle/>
          <a:p>
            <a:fld id="{F6728BC2-ACA3-447C-A909-F3F49211C066}" type="slidenum">
              <a:rPr lang="en-US" smtClean="0"/>
              <a:pPr/>
              <a:t>30</a:t>
            </a:fld>
            <a:endParaRPr lang="en-US" dirty="0"/>
          </a:p>
        </p:txBody>
      </p:sp>
      <p:sp>
        <p:nvSpPr>
          <p:cNvPr id="6" name="Content Placeholder 5">
            <a:extLst>
              <a:ext uri="{FF2B5EF4-FFF2-40B4-BE49-F238E27FC236}">
                <a16:creationId xmlns:a16="http://schemas.microsoft.com/office/drawing/2014/main" id="{834CB2F4-8FC1-CFE3-834E-D0EFA9C30871}"/>
              </a:ext>
            </a:extLst>
          </p:cNvPr>
          <p:cNvSpPr>
            <a:spLocks noGrp="1"/>
          </p:cNvSpPr>
          <p:nvPr>
            <p:ph idx="1"/>
          </p:nvPr>
        </p:nvSpPr>
        <p:spPr/>
        <p:txBody>
          <a:bodyPr/>
          <a:lstStyle/>
          <a:p>
            <a:r>
              <a:rPr lang="en-US" dirty="0"/>
              <a:t>One-way data binding allows us to manipulate the views through the models.</a:t>
            </a:r>
          </a:p>
          <a:p>
            <a:r>
              <a:rPr lang="en-US" dirty="0"/>
              <a:t>If we make any changes in the class, it gets reflected in the template.</a:t>
            </a:r>
          </a:p>
          <a:p>
            <a:r>
              <a:rPr lang="en-US" dirty="0"/>
              <a:t>In Angular, One-way data binding is achieved through:</a:t>
            </a:r>
          </a:p>
          <a:p>
            <a:pPr lvl="1"/>
            <a:r>
              <a:rPr lang="en-US" dirty="0"/>
              <a:t>Interpolation or String Interpolation</a:t>
            </a:r>
          </a:p>
          <a:p>
            <a:pPr lvl="1"/>
            <a:r>
              <a:rPr lang="en-US" dirty="0"/>
              <a:t>Property binding</a:t>
            </a:r>
          </a:p>
          <a:p>
            <a:pPr lvl="1"/>
            <a:r>
              <a:rPr lang="en-US" dirty="0"/>
              <a:t>Event binding</a:t>
            </a:r>
          </a:p>
        </p:txBody>
      </p:sp>
      <p:sp>
        <p:nvSpPr>
          <p:cNvPr id="8" name="Title 7">
            <a:extLst>
              <a:ext uri="{FF2B5EF4-FFF2-40B4-BE49-F238E27FC236}">
                <a16:creationId xmlns:a16="http://schemas.microsoft.com/office/drawing/2014/main" id="{21D18525-AA9C-1978-D4C0-67E65D4EE055}"/>
              </a:ext>
            </a:extLst>
          </p:cNvPr>
          <p:cNvSpPr>
            <a:spLocks noGrp="1"/>
          </p:cNvSpPr>
          <p:nvPr>
            <p:ph type="title"/>
          </p:nvPr>
        </p:nvSpPr>
        <p:spPr/>
        <p:txBody>
          <a:bodyPr/>
          <a:lstStyle/>
          <a:p>
            <a:r>
              <a:rPr lang="en-US" dirty="0"/>
              <a:t>One-Way Data Binding</a:t>
            </a:r>
          </a:p>
        </p:txBody>
      </p:sp>
    </p:spTree>
    <p:extLst>
      <p:ext uri="{BB962C8B-B14F-4D97-AF65-F5344CB8AC3E}">
        <p14:creationId xmlns:p14="http://schemas.microsoft.com/office/powerpoint/2010/main" val="2650151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6">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9E184C-997F-EDD3-F8CC-57F09EB2C626}"/>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38916C5-D7C8-EC79-5F49-A23CCB5DA825}"/>
              </a:ext>
            </a:extLst>
          </p:cNvPr>
          <p:cNvSpPr>
            <a:spLocks noGrp="1"/>
          </p:cNvSpPr>
          <p:nvPr>
            <p:ph type="sldNum" sz="quarter" idx="12"/>
          </p:nvPr>
        </p:nvSpPr>
        <p:spPr/>
        <p:txBody>
          <a:bodyPr/>
          <a:lstStyle/>
          <a:p>
            <a:fld id="{F6728BC2-ACA3-447C-A909-F3F49211C066}" type="slidenum">
              <a:rPr lang="en-US" smtClean="0"/>
              <a:pPr/>
              <a:t>31</a:t>
            </a:fld>
            <a:endParaRPr lang="en-US" dirty="0"/>
          </a:p>
        </p:txBody>
      </p:sp>
      <p:sp>
        <p:nvSpPr>
          <p:cNvPr id="6" name="Content Placeholder 5">
            <a:extLst>
              <a:ext uri="{FF2B5EF4-FFF2-40B4-BE49-F238E27FC236}">
                <a16:creationId xmlns:a16="http://schemas.microsoft.com/office/drawing/2014/main" id="{EA47F67F-3ED4-3635-00C7-0DC4BFCE9960}"/>
              </a:ext>
            </a:extLst>
          </p:cNvPr>
          <p:cNvSpPr>
            <a:spLocks noGrp="1"/>
          </p:cNvSpPr>
          <p:nvPr>
            <p:ph idx="1"/>
          </p:nvPr>
        </p:nvSpPr>
        <p:spPr/>
        <p:txBody>
          <a:bodyPr/>
          <a:lstStyle/>
          <a:p>
            <a:r>
              <a:rPr lang="en-US" dirty="0"/>
              <a:t>In String Interpolation, we bind the data from a TypeScript class to the template by using the expression in double curly braces.</a:t>
            </a:r>
          </a:p>
          <a:p>
            <a:r>
              <a:rPr lang="en-US" dirty="0"/>
              <a:t>It is one-way from component class to the template.</a:t>
            </a:r>
          </a:p>
          <a:p>
            <a:r>
              <a:rPr lang="en-US" dirty="0"/>
              <a:t>For example: {{ data }}</a:t>
            </a:r>
          </a:p>
        </p:txBody>
      </p:sp>
      <p:sp>
        <p:nvSpPr>
          <p:cNvPr id="8" name="Title 7">
            <a:extLst>
              <a:ext uri="{FF2B5EF4-FFF2-40B4-BE49-F238E27FC236}">
                <a16:creationId xmlns:a16="http://schemas.microsoft.com/office/drawing/2014/main" id="{A0D661DA-A709-38CE-995C-A0694406EC98}"/>
              </a:ext>
            </a:extLst>
          </p:cNvPr>
          <p:cNvSpPr>
            <a:spLocks noGrp="1"/>
          </p:cNvSpPr>
          <p:nvPr>
            <p:ph type="title"/>
          </p:nvPr>
        </p:nvSpPr>
        <p:spPr/>
        <p:txBody>
          <a:bodyPr/>
          <a:lstStyle/>
          <a:p>
            <a:r>
              <a:rPr lang="en-US" dirty="0"/>
              <a:t>String Interpolation</a:t>
            </a:r>
          </a:p>
        </p:txBody>
      </p:sp>
      <p:pic>
        <p:nvPicPr>
          <p:cNvPr id="3" name="Picture 2">
            <a:extLst>
              <a:ext uri="{FF2B5EF4-FFF2-40B4-BE49-F238E27FC236}">
                <a16:creationId xmlns:a16="http://schemas.microsoft.com/office/drawing/2014/main" id="{03EDE984-059E-F3C6-D9DD-3AE29533E6B8}"/>
              </a:ext>
            </a:extLst>
          </p:cNvPr>
          <p:cNvPicPr>
            <a:picLocks noChangeAspect="1"/>
          </p:cNvPicPr>
          <p:nvPr/>
        </p:nvPicPr>
        <p:blipFill>
          <a:blip r:embed="rId2"/>
          <a:stretch>
            <a:fillRect/>
          </a:stretch>
        </p:blipFill>
        <p:spPr>
          <a:xfrm>
            <a:off x="4766296" y="3516923"/>
            <a:ext cx="3997694" cy="2928867"/>
          </a:xfrm>
          <a:prstGeom prst="rect">
            <a:avLst/>
          </a:prstGeom>
        </p:spPr>
      </p:pic>
    </p:spTree>
    <p:extLst>
      <p:ext uri="{BB962C8B-B14F-4D97-AF65-F5344CB8AC3E}">
        <p14:creationId xmlns:p14="http://schemas.microsoft.com/office/powerpoint/2010/main" val="7754339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3883EE-BD31-8BCA-8C40-B84229ABC456}"/>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014EC8AE-15D2-F189-6944-F6FA74E0EB31}"/>
              </a:ext>
            </a:extLst>
          </p:cNvPr>
          <p:cNvSpPr>
            <a:spLocks noGrp="1"/>
          </p:cNvSpPr>
          <p:nvPr>
            <p:ph type="sldNum" sz="quarter" idx="12"/>
          </p:nvPr>
        </p:nvSpPr>
        <p:spPr/>
        <p:txBody>
          <a:bodyPr/>
          <a:lstStyle/>
          <a:p>
            <a:fld id="{F6728BC2-ACA3-447C-A909-F3F49211C066}" type="slidenum">
              <a:rPr lang="en-US" smtClean="0"/>
              <a:pPr/>
              <a:t>32</a:t>
            </a:fld>
            <a:endParaRPr lang="en-US" dirty="0"/>
          </a:p>
        </p:txBody>
      </p:sp>
      <p:sp>
        <p:nvSpPr>
          <p:cNvPr id="6" name="Content Placeholder 5">
            <a:extLst>
              <a:ext uri="{FF2B5EF4-FFF2-40B4-BE49-F238E27FC236}">
                <a16:creationId xmlns:a16="http://schemas.microsoft.com/office/drawing/2014/main" id="{A4BBD1A4-F6D5-5955-3328-D2869A5C01B7}"/>
              </a:ext>
            </a:extLst>
          </p:cNvPr>
          <p:cNvSpPr>
            <a:spLocks noGrp="1"/>
          </p:cNvSpPr>
          <p:nvPr>
            <p:ph idx="1"/>
          </p:nvPr>
        </p:nvSpPr>
        <p:spPr/>
        <p:txBody>
          <a:bodyPr>
            <a:normAutofit/>
          </a:bodyPr>
          <a:lstStyle/>
          <a:p>
            <a:r>
              <a:rPr lang="en-US" dirty="0"/>
              <a:t>Property Binding allows us to bind values to the attributes of HTML elements.</a:t>
            </a:r>
          </a:p>
          <a:p>
            <a:r>
              <a:rPr lang="en-US" dirty="0"/>
              <a:t>Whenever the value of the component changes, Angular updates the element attribute in the template.</a:t>
            </a:r>
          </a:p>
          <a:p>
            <a:r>
              <a:rPr lang="en-US" dirty="0"/>
              <a:t>It’s also a one-way binding from class to template</a:t>
            </a:r>
          </a:p>
        </p:txBody>
      </p:sp>
      <p:sp>
        <p:nvSpPr>
          <p:cNvPr id="8" name="Title 7">
            <a:extLst>
              <a:ext uri="{FF2B5EF4-FFF2-40B4-BE49-F238E27FC236}">
                <a16:creationId xmlns:a16="http://schemas.microsoft.com/office/drawing/2014/main" id="{753D1179-B811-06FF-E2E2-EE9E1EF22280}"/>
              </a:ext>
            </a:extLst>
          </p:cNvPr>
          <p:cNvSpPr>
            <a:spLocks noGrp="1"/>
          </p:cNvSpPr>
          <p:nvPr>
            <p:ph type="title"/>
          </p:nvPr>
        </p:nvSpPr>
        <p:spPr/>
        <p:txBody>
          <a:bodyPr/>
          <a:lstStyle/>
          <a:p>
            <a:r>
              <a:rPr lang="en-US" dirty="0"/>
              <a:t>Property Binding</a:t>
            </a:r>
          </a:p>
        </p:txBody>
      </p:sp>
      <p:pic>
        <p:nvPicPr>
          <p:cNvPr id="3" name="Picture 2">
            <a:extLst>
              <a:ext uri="{FF2B5EF4-FFF2-40B4-BE49-F238E27FC236}">
                <a16:creationId xmlns:a16="http://schemas.microsoft.com/office/drawing/2014/main" id="{E90AC915-BADA-7771-1C02-66A3F1A56A22}"/>
              </a:ext>
            </a:extLst>
          </p:cNvPr>
          <p:cNvPicPr>
            <a:picLocks noChangeAspect="1"/>
          </p:cNvPicPr>
          <p:nvPr/>
        </p:nvPicPr>
        <p:blipFill>
          <a:blip r:embed="rId2"/>
          <a:stretch>
            <a:fillRect/>
          </a:stretch>
        </p:blipFill>
        <p:spPr>
          <a:xfrm>
            <a:off x="1388485" y="4419809"/>
            <a:ext cx="6367029" cy="2438191"/>
          </a:xfrm>
          <a:prstGeom prst="rect">
            <a:avLst/>
          </a:prstGeom>
        </p:spPr>
      </p:pic>
    </p:spTree>
    <p:extLst>
      <p:ext uri="{BB962C8B-B14F-4D97-AF65-F5344CB8AC3E}">
        <p14:creationId xmlns:p14="http://schemas.microsoft.com/office/powerpoint/2010/main" val="32750192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0D3666-B10F-E9F3-8F32-8EB708353CD1}"/>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6A354A8F-4A2B-C711-E082-66F93A5A8382}"/>
              </a:ext>
            </a:extLst>
          </p:cNvPr>
          <p:cNvSpPr>
            <a:spLocks noGrp="1"/>
          </p:cNvSpPr>
          <p:nvPr>
            <p:ph type="sldNum" sz="quarter" idx="12"/>
          </p:nvPr>
        </p:nvSpPr>
        <p:spPr/>
        <p:txBody>
          <a:bodyPr/>
          <a:lstStyle/>
          <a:p>
            <a:fld id="{F6728BC2-ACA3-447C-A909-F3F49211C066}" type="slidenum">
              <a:rPr lang="en-US" smtClean="0"/>
              <a:pPr/>
              <a:t>33</a:t>
            </a:fld>
            <a:endParaRPr lang="en-US" dirty="0"/>
          </a:p>
        </p:txBody>
      </p:sp>
      <p:sp>
        <p:nvSpPr>
          <p:cNvPr id="6" name="Content Placeholder 5">
            <a:extLst>
              <a:ext uri="{FF2B5EF4-FFF2-40B4-BE49-F238E27FC236}">
                <a16:creationId xmlns:a16="http://schemas.microsoft.com/office/drawing/2014/main" id="{AE184304-9D79-D116-8D87-8C9466BDB526}"/>
              </a:ext>
            </a:extLst>
          </p:cNvPr>
          <p:cNvSpPr>
            <a:spLocks noGrp="1"/>
          </p:cNvSpPr>
          <p:nvPr>
            <p:ph idx="1"/>
          </p:nvPr>
        </p:nvSpPr>
        <p:spPr>
          <a:xfrm>
            <a:off x="380010" y="1481445"/>
            <a:ext cx="5056148" cy="4525963"/>
          </a:xfrm>
        </p:spPr>
        <p:txBody>
          <a:bodyPr>
            <a:normAutofit lnSpcReduction="10000"/>
          </a:bodyPr>
          <a:lstStyle/>
          <a:p>
            <a:r>
              <a:rPr lang="en-US" dirty="0"/>
              <a:t>String interpolation and property binding are somewhat interchangeable.</a:t>
            </a:r>
          </a:p>
          <a:p>
            <a:r>
              <a:rPr lang="en-US" dirty="0"/>
              <a:t>If we need to set element properties to non-string data values, we must use Property binding, not string interpolation.</a:t>
            </a:r>
          </a:p>
          <a:p>
            <a:r>
              <a:rPr lang="en-US" dirty="0"/>
              <a:t>For instance, property Binding can be used to bind an object</a:t>
            </a:r>
          </a:p>
        </p:txBody>
      </p:sp>
      <p:sp>
        <p:nvSpPr>
          <p:cNvPr id="8" name="Title 7">
            <a:extLst>
              <a:ext uri="{FF2B5EF4-FFF2-40B4-BE49-F238E27FC236}">
                <a16:creationId xmlns:a16="http://schemas.microsoft.com/office/drawing/2014/main" id="{FC5E36E8-F580-E0B2-7700-4F3841B7832D}"/>
              </a:ext>
            </a:extLst>
          </p:cNvPr>
          <p:cNvSpPr>
            <a:spLocks noGrp="1"/>
          </p:cNvSpPr>
          <p:nvPr>
            <p:ph type="title"/>
          </p:nvPr>
        </p:nvSpPr>
        <p:spPr/>
        <p:txBody>
          <a:bodyPr/>
          <a:lstStyle/>
          <a:p>
            <a:r>
              <a:rPr lang="en-US" dirty="0"/>
              <a:t>Property Binding</a:t>
            </a:r>
          </a:p>
        </p:txBody>
      </p:sp>
      <p:pic>
        <p:nvPicPr>
          <p:cNvPr id="9" name="Picture 8">
            <a:extLst>
              <a:ext uri="{FF2B5EF4-FFF2-40B4-BE49-F238E27FC236}">
                <a16:creationId xmlns:a16="http://schemas.microsoft.com/office/drawing/2014/main" id="{6F0FF08E-15D1-30A3-4A91-747D83B5F7A0}"/>
              </a:ext>
            </a:extLst>
          </p:cNvPr>
          <p:cNvPicPr>
            <a:picLocks noChangeAspect="1"/>
          </p:cNvPicPr>
          <p:nvPr/>
        </p:nvPicPr>
        <p:blipFill>
          <a:blip r:embed="rId2"/>
          <a:stretch>
            <a:fillRect/>
          </a:stretch>
        </p:blipFill>
        <p:spPr>
          <a:xfrm>
            <a:off x="5659739" y="1986818"/>
            <a:ext cx="3324689" cy="3515216"/>
          </a:xfrm>
          <a:prstGeom prst="rect">
            <a:avLst/>
          </a:prstGeom>
        </p:spPr>
      </p:pic>
    </p:spTree>
    <p:extLst>
      <p:ext uri="{BB962C8B-B14F-4D97-AF65-F5344CB8AC3E}">
        <p14:creationId xmlns:p14="http://schemas.microsoft.com/office/powerpoint/2010/main" val="32228677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AC4775-3A49-C394-2C46-DB0243A85850}"/>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9538BC5D-B988-E16D-E479-7EDAEC5A2F78}"/>
              </a:ext>
            </a:extLst>
          </p:cNvPr>
          <p:cNvSpPr>
            <a:spLocks noGrp="1"/>
          </p:cNvSpPr>
          <p:nvPr>
            <p:ph type="sldNum" sz="quarter" idx="12"/>
          </p:nvPr>
        </p:nvSpPr>
        <p:spPr/>
        <p:txBody>
          <a:bodyPr/>
          <a:lstStyle/>
          <a:p>
            <a:fld id="{F6728BC2-ACA3-447C-A909-F3F49211C066}" type="slidenum">
              <a:rPr lang="en-US" smtClean="0"/>
              <a:pPr/>
              <a:t>34</a:t>
            </a:fld>
            <a:endParaRPr lang="en-US" dirty="0"/>
          </a:p>
        </p:txBody>
      </p:sp>
      <p:sp>
        <p:nvSpPr>
          <p:cNvPr id="6" name="Content Placeholder 5">
            <a:extLst>
              <a:ext uri="{FF2B5EF4-FFF2-40B4-BE49-F238E27FC236}">
                <a16:creationId xmlns:a16="http://schemas.microsoft.com/office/drawing/2014/main" id="{5476A269-710A-2DB0-7ABE-F35FAA716A0B}"/>
              </a:ext>
            </a:extLst>
          </p:cNvPr>
          <p:cNvSpPr>
            <a:spLocks noGrp="1"/>
          </p:cNvSpPr>
          <p:nvPr>
            <p:ph idx="1"/>
          </p:nvPr>
        </p:nvSpPr>
        <p:spPr>
          <a:xfrm>
            <a:off x="269791" y="1481446"/>
            <a:ext cx="8604418" cy="2095768"/>
          </a:xfrm>
        </p:spPr>
        <p:txBody>
          <a:bodyPr>
            <a:normAutofit/>
          </a:bodyPr>
          <a:lstStyle/>
          <a:p>
            <a:r>
              <a:rPr lang="en-US" dirty="0"/>
              <a:t>Event binding allows us to bind DOM events, such as keystrokes, button clicks, mouse overs, touches, etc… to a function in the component.</a:t>
            </a:r>
          </a:p>
          <a:p>
            <a:r>
              <a:rPr lang="en-US" dirty="0"/>
              <a:t>It is one-way from template to the component class</a:t>
            </a:r>
          </a:p>
        </p:txBody>
      </p:sp>
      <p:sp>
        <p:nvSpPr>
          <p:cNvPr id="8" name="Title 7">
            <a:extLst>
              <a:ext uri="{FF2B5EF4-FFF2-40B4-BE49-F238E27FC236}">
                <a16:creationId xmlns:a16="http://schemas.microsoft.com/office/drawing/2014/main" id="{6A1A0890-DD67-F03E-F029-0894D38AC942}"/>
              </a:ext>
            </a:extLst>
          </p:cNvPr>
          <p:cNvSpPr>
            <a:spLocks noGrp="1"/>
          </p:cNvSpPr>
          <p:nvPr>
            <p:ph type="title"/>
          </p:nvPr>
        </p:nvSpPr>
        <p:spPr/>
        <p:txBody>
          <a:bodyPr/>
          <a:lstStyle/>
          <a:p>
            <a:r>
              <a:rPr lang="en-US" dirty="0"/>
              <a:t>Event Binding</a:t>
            </a:r>
          </a:p>
        </p:txBody>
      </p:sp>
      <p:pic>
        <p:nvPicPr>
          <p:cNvPr id="3" name="Picture 2">
            <a:extLst>
              <a:ext uri="{FF2B5EF4-FFF2-40B4-BE49-F238E27FC236}">
                <a16:creationId xmlns:a16="http://schemas.microsoft.com/office/drawing/2014/main" id="{A48A9683-AE7F-3092-38BE-B0AA4BFD8FA5}"/>
              </a:ext>
            </a:extLst>
          </p:cNvPr>
          <p:cNvPicPr>
            <a:picLocks noChangeAspect="1"/>
          </p:cNvPicPr>
          <p:nvPr/>
        </p:nvPicPr>
        <p:blipFill>
          <a:blip r:embed="rId2"/>
          <a:stretch>
            <a:fillRect/>
          </a:stretch>
        </p:blipFill>
        <p:spPr>
          <a:xfrm>
            <a:off x="1941784" y="3577213"/>
            <a:ext cx="5260431" cy="3151624"/>
          </a:xfrm>
          <a:prstGeom prst="rect">
            <a:avLst/>
          </a:prstGeom>
        </p:spPr>
      </p:pic>
    </p:spTree>
    <p:extLst>
      <p:ext uri="{BB962C8B-B14F-4D97-AF65-F5344CB8AC3E}">
        <p14:creationId xmlns:p14="http://schemas.microsoft.com/office/powerpoint/2010/main" val="17083101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1403A4-27E0-1793-74EB-2491D810B61F}"/>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29965023-5D79-41C4-990F-FEFAA6C58D73}"/>
              </a:ext>
            </a:extLst>
          </p:cNvPr>
          <p:cNvSpPr>
            <a:spLocks noGrp="1"/>
          </p:cNvSpPr>
          <p:nvPr>
            <p:ph type="title"/>
          </p:nvPr>
        </p:nvSpPr>
        <p:spPr>
          <a:xfrm>
            <a:off x="380010" y="-4950"/>
            <a:ext cx="6222671" cy="1224150"/>
          </a:xfrm>
        </p:spPr>
        <p:txBody>
          <a:bodyPr anchor="ctr">
            <a:normAutofit/>
          </a:bodyPr>
          <a:lstStyle/>
          <a:p>
            <a:r>
              <a:rPr lang="en-US" dirty="0"/>
              <a:t>Two-Way Data Binding</a:t>
            </a:r>
          </a:p>
        </p:txBody>
      </p:sp>
      <p:sp>
        <p:nvSpPr>
          <p:cNvPr id="6" name="Content Placeholder 5">
            <a:extLst>
              <a:ext uri="{FF2B5EF4-FFF2-40B4-BE49-F238E27FC236}">
                <a16:creationId xmlns:a16="http://schemas.microsoft.com/office/drawing/2014/main" id="{C88B9E28-D275-1544-D749-713E7B3C64C8}"/>
              </a:ext>
            </a:extLst>
          </p:cNvPr>
          <p:cNvSpPr>
            <a:spLocks noGrp="1"/>
          </p:cNvSpPr>
          <p:nvPr>
            <p:ph idx="1"/>
          </p:nvPr>
        </p:nvSpPr>
        <p:spPr>
          <a:xfrm>
            <a:off x="118753" y="1879042"/>
            <a:ext cx="3247445" cy="3814792"/>
          </a:xfrm>
        </p:spPr>
        <p:txBody>
          <a:bodyPr>
            <a:normAutofit/>
          </a:bodyPr>
          <a:lstStyle/>
          <a:p>
            <a:pPr>
              <a:lnSpc>
                <a:spcPct val="90000"/>
              </a:lnSpc>
            </a:pPr>
            <a:r>
              <a:rPr lang="en-US" sz="2000" dirty="0"/>
              <a:t>In one-way data binding, any changes in the template are not reflected in the component class</a:t>
            </a:r>
          </a:p>
          <a:p>
            <a:pPr>
              <a:lnSpc>
                <a:spcPct val="90000"/>
              </a:lnSpc>
            </a:pPr>
            <a:r>
              <a:rPr lang="en-US" sz="2000" dirty="0"/>
              <a:t>To solve this, Angular provides two-way data binding.</a:t>
            </a:r>
          </a:p>
          <a:p>
            <a:pPr>
              <a:lnSpc>
                <a:spcPct val="90000"/>
              </a:lnSpc>
            </a:pPr>
            <a:r>
              <a:rPr lang="en-US" sz="2000" dirty="0"/>
              <a:t>Two-way data binding is achieved by combining </a:t>
            </a:r>
            <a:r>
              <a:rPr lang="en-US" sz="2000" b="1" dirty="0"/>
              <a:t>property binding</a:t>
            </a:r>
            <a:r>
              <a:rPr lang="en-US" sz="2000" dirty="0"/>
              <a:t> and </a:t>
            </a:r>
            <a:r>
              <a:rPr lang="en-US" sz="2000" b="1" dirty="0"/>
              <a:t>event binding</a:t>
            </a:r>
            <a:r>
              <a:rPr lang="en-US" sz="2000" dirty="0"/>
              <a:t> together.</a:t>
            </a:r>
          </a:p>
        </p:txBody>
      </p:sp>
      <p:sp>
        <p:nvSpPr>
          <p:cNvPr id="4" name="Slide Number Placeholder 3">
            <a:extLst>
              <a:ext uri="{FF2B5EF4-FFF2-40B4-BE49-F238E27FC236}">
                <a16:creationId xmlns:a16="http://schemas.microsoft.com/office/drawing/2014/main" id="{DC71FBAC-8F79-BC2D-6B43-D57A29EC2358}"/>
              </a:ext>
            </a:extLst>
          </p:cNvPr>
          <p:cNvSpPr>
            <a:spLocks noGrp="1"/>
          </p:cNvSpPr>
          <p:nvPr>
            <p:ph type="sldNum" sz="quarter" idx="12"/>
          </p:nvPr>
        </p:nvSpPr>
        <p:spPr>
          <a:xfrm>
            <a:off x="8122757" y="6363712"/>
            <a:ext cx="861671" cy="365125"/>
          </a:xfrm>
        </p:spPr>
        <p:txBody>
          <a:bodyPr anchor="ctr">
            <a:normAutofit/>
          </a:bodyPr>
          <a:lstStyle/>
          <a:p>
            <a:pPr>
              <a:spcAft>
                <a:spcPts val="600"/>
              </a:spcAft>
            </a:pPr>
            <a:fld id="{F6728BC2-ACA3-447C-A909-F3F49211C066}" type="slidenum">
              <a:rPr lang="en-US" smtClean="0"/>
              <a:pPr>
                <a:spcAft>
                  <a:spcPts val="600"/>
                </a:spcAft>
              </a:pPr>
              <a:t>35</a:t>
            </a:fld>
            <a:endParaRPr lang="en-US"/>
          </a:p>
        </p:txBody>
      </p:sp>
      <p:pic>
        <p:nvPicPr>
          <p:cNvPr id="3" name="Picture 2">
            <a:extLst>
              <a:ext uri="{FF2B5EF4-FFF2-40B4-BE49-F238E27FC236}">
                <a16:creationId xmlns:a16="http://schemas.microsoft.com/office/drawing/2014/main" id="{B44BA957-77F1-E220-2337-FBE24681F9F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50415" y="1879042"/>
            <a:ext cx="5474832" cy="3814792"/>
          </a:xfrm>
          <a:prstGeom prst="rect">
            <a:avLst/>
          </a:prstGeom>
          <a:noFill/>
        </p:spPr>
      </p:pic>
    </p:spTree>
    <p:extLst>
      <p:ext uri="{BB962C8B-B14F-4D97-AF65-F5344CB8AC3E}">
        <p14:creationId xmlns:p14="http://schemas.microsoft.com/office/powerpoint/2010/main" val="31919444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D2B4C5-8038-A979-1701-81659F68371E}"/>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4516FEB4-F043-4A8B-F370-0D4BC9B93A8B}"/>
              </a:ext>
            </a:extLst>
          </p:cNvPr>
          <p:cNvSpPr>
            <a:spLocks noGrp="1"/>
          </p:cNvSpPr>
          <p:nvPr>
            <p:ph type="title"/>
          </p:nvPr>
        </p:nvSpPr>
        <p:spPr>
          <a:xfrm>
            <a:off x="380010" y="-4950"/>
            <a:ext cx="6222671" cy="1224150"/>
          </a:xfrm>
        </p:spPr>
        <p:txBody>
          <a:bodyPr anchor="ctr">
            <a:normAutofit/>
          </a:bodyPr>
          <a:lstStyle/>
          <a:p>
            <a:r>
              <a:rPr lang="en-US" dirty="0"/>
              <a:t>Two-Way Data Binding</a:t>
            </a:r>
          </a:p>
        </p:txBody>
      </p:sp>
      <p:sp>
        <p:nvSpPr>
          <p:cNvPr id="6" name="Content Placeholder 5">
            <a:extLst>
              <a:ext uri="{FF2B5EF4-FFF2-40B4-BE49-F238E27FC236}">
                <a16:creationId xmlns:a16="http://schemas.microsoft.com/office/drawing/2014/main" id="{AC1A9BAA-68AC-4A23-5202-CCBFEC1577EB}"/>
              </a:ext>
            </a:extLst>
          </p:cNvPr>
          <p:cNvSpPr>
            <a:spLocks noGrp="1"/>
          </p:cNvSpPr>
          <p:nvPr>
            <p:ph idx="1"/>
          </p:nvPr>
        </p:nvSpPr>
        <p:spPr>
          <a:xfrm>
            <a:off x="118753" y="1879042"/>
            <a:ext cx="3247445" cy="3814792"/>
          </a:xfrm>
        </p:spPr>
        <p:txBody>
          <a:bodyPr>
            <a:normAutofit/>
          </a:bodyPr>
          <a:lstStyle/>
          <a:p>
            <a:pPr>
              <a:lnSpc>
                <a:spcPct val="90000"/>
              </a:lnSpc>
            </a:pPr>
            <a:r>
              <a:rPr lang="en-US" sz="2000" dirty="0"/>
              <a:t>In one-way data binding, any changes in the template are not reflected in the component class</a:t>
            </a:r>
          </a:p>
          <a:p>
            <a:pPr>
              <a:lnSpc>
                <a:spcPct val="90000"/>
              </a:lnSpc>
            </a:pPr>
            <a:r>
              <a:rPr lang="en-US" sz="2000" dirty="0"/>
              <a:t>To solve this, Angular provides two-way data binding.</a:t>
            </a:r>
          </a:p>
          <a:p>
            <a:pPr>
              <a:lnSpc>
                <a:spcPct val="90000"/>
              </a:lnSpc>
            </a:pPr>
            <a:r>
              <a:rPr lang="en-US" sz="2000" dirty="0"/>
              <a:t>Two-way data binding is achieved by combining </a:t>
            </a:r>
            <a:r>
              <a:rPr lang="en-US" sz="2000" b="1" dirty="0"/>
              <a:t>property binding</a:t>
            </a:r>
            <a:r>
              <a:rPr lang="en-US" sz="2000" dirty="0"/>
              <a:t> and </a:t>
            </a:r>
            <a:r>
              <a:rPr lang="en-US" sz="2000" b="1" dirty="0"/>
              <a:t>event binding</a:t>
            </a:r>
            <a:r>
              <a:rPr lang="en-US" sz="2000" dirty="0"/>
              <a:t> together.</a:t>
            </a:r>
          </a:p>
        </p:txBody>
      </p:sp>
      <p:sp>
        <p:nvSpPr>
          <p:cNvPr id="4" name="Slide Number Placeholder 3">
            <a:extLst>
              <a:ext uri="{FF2B5EF4-FFF2-40B4-BE49-F238E27FC236}">
                <a16:creationId xmlns:a16="http://schemas.microsoft.com/office/drawing/2014/main" id="{E88C6791-A930-C755-4C73-C5094DE8C5C5}"/>
              </a:ext>
            </a:extLst>
          </p:cNvPr>
          <p:cNvSpPr>
            <a:spLocks noGrp="1"/>
          </p:cNvSpPr>
          <p:nvPr>
            <p:ph type="sldNum" sz="quarter" idx="12"/>
          </p:nvPr>
        </p:nvSpPr>
        <p:spPr>
          <a:xfrm>
            <a:off x="8122757" y="6363712"/>
            <a:ext cx="861671" cy="365125"/>
          </a:xfrm>
        </p:spPr>
        <p:txBody>
          <a:bodyPr anchor="ctr">
            <a:normAutofit/>
          </a:bodyPr>
          <a:lstStyle/>
          <a:p>
            <a:pPr>
              <a:spcAft>
                <a:spcPts val="600"/>
              </a:spcAft>
            </a:pPr>
            <a:fld id="{F6728BC2-ACA3-447C-A909-F3F49211C066}" type="slidenum">
              <a:rPr lang="en-US" smtClean="0"/>
              <a:pPr>
                <a:spcAft>
                  <a:spcPts val="600"/>
                </a:spcAft>
              </a:pPr>
              <a:t>36</a:t>
            </a:fld>
            <a:endParaRPr lang="en-US"/>
          </a:p>
        </p:txBody>
      </p:sp>
      <p:pic>
        <p:nvPicPr>
          <p:cNvPr id="5" name="Picture 4">
            <a:extLst>
              <a:ext uri="{FF2B5EF4-FFF2-40B4-BE49-F238E27FC236}">
                <a16:creationId xmlns:a16="http://schemas.microsoft.com/office/drawing/2014/main" id="{E02837DC-50D2-79D0-06D1-0E1610E7AFC8}"/>
              </a:ext>
            </a:extLst>
          </p:cNvPr>
          <p:cNvPicPr>
            <a:picLocks noChangeAspect="1"/>
          </p:cNvPicPr>
          <p:nvPr/>
        </p:nvPicPr>
        <p:blipFill>
          <a:blip r:embed="rId2"/>
          <a:stretch>
            <a:fillRect/>
          </a:stretch>
        </p:blipFill>
        <p:spPr>
          <a:xfrm>
            <a:off x="3914270" y="2424173"/>
            <a:ext cx="4639322" cy="2724530"/>
          </a:xfrm>
          <a:prstGeom prst="rect">
            <a:avLst/>
          </a:prstGeom>
        </p:spPr>
      </p:pic>
    </p:spTree>
    <p:extLst>
      <p:ext uri="{BB962C8B-B14F-4D97-AF65-F5344CB8AC3E}">
        <p14:creationId xmlns:p14="http://schemas.microsoft.com/office/powerpoint/2010/main" val="38093658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2C7215-6AF5-86E6-60DC-47853A5262F3}"/>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7BB9069-ACD3-17BF-8CEB-458E5F8C07AD}"/>
              </a:ext>
            </a:extLst>
          </p:cNvPr>
          <p:cNvSpPr>
            <a:spLocks noGrp="1"/>
          </p:cNvSpPr>
          <p:nvPr>
            <p:ph type="sldNum" idx="12"/>
          </p:nvPr>
        </p:nvSpPr>
        <p:spPr>
          <a:xfrm>
            <a:off x="8122757" y="6363712"/>
            <a:ext cx="861671" cy="365125"/>
          </a:xfrm>
        </p:spPr>
        <p:txBody>
          <a:bodyPr spcFirstLastPara="1" wrap="square" lIns="91425" tIns="45700" rIns="91425" bIns="45700" anchor="ctr" anchorCtr="0">
            <a:normAutofit/>
          </a:bodyPr>
          <a:lstStyle/>
          <a:p>
            <a:pPr>
              <a:spcAft>
                <a:spcPts val="600"/>
              </a:spcAft>
            </a:pPr>
            <a:fld id="{00000000-1234-1234-1234-123412341234}" type="slidenum">
              <a:rPr lang="en-US" smtClean="0"/>
              <a:pPr>
                <a:spcAft>
                  <a:spcPts val="600"/>
                </a:spcAft>
              </a:pPr>
              <a:t>37</a:t>
            </a:fld>
            <a:endParaRPr lang="en-US"/>
          </a:p>
        </p:txBody>
      </p:sp>
      <p:sp>
        <p:nvSpPr>
          <p:cNvPr id="4" name="Google Shape;212;p15">
            <a:extLst>
              <a:ext uri="{FF2B5EF4-FFF2-40B4-BE49-F238E27FC236}">
                <a16:creationId xmlns:a16="http://schemas.microsoft.com/office/drawing/2014/main" id="{12AB7047-0575-E448-2D06-5968C4A692D9}"/>
              </a:ext>
            </a:extLst>
          </p:cNvPr>
          <p:cNvSpPr txBox="1">
            <a:spLocks/>
          </p:cNvSpPr>
          <p:nvPr/>
        </p:nvSpPr>
        <p:spPr>
          <a:xfrm>
            <a:off x="157163" y="2493034"/>
            <a:ext cx="8826500" cy="3591854"/>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7200" indent="-228600" algn="ctr">
              <a:spcBef>
                <a:spcPts val="560"/>
              </a:spcBef>
              <a:buClr>
                <a:schemeClr val="accent1"/>
              </a:buClr>
              <a:buSzPts val="2800"/>
            </a:pPr>
            <a:r>
              <a:rPr lang="en-US" sz="4000" b="0" i="0" u="none" strike="noStrike" cap="none" dirty="0">
                <a:solidFill>
                  <a:schemeClr val="dk2"/>
                </a:solidFill>
                <a:latin typeface="Arial"/>
                <a:ea typeface="Arial"/>
                <a:cs typeface="Arial"/>
                <a:sym typeface="Arial"/>
              </a:rPr>
              <a:t>@NgModule</a:t>
            </a:r>
          </a:p>
        </p:txBody>
      </p:sp>
      <p:pic>
        <p:nvPicPr>
          <p:cNvPr id="6" name="Picture 5">
            <a:extLst>
              <a:ext uri="{FF2B5EF4-FFF2-40B4-BE49-F238E27FC236}">
                <a16:creationId xmlns:a16="http://schemas.microsoft.com/office/drawing/2014/main" id="{53F92589-DC93-5706-8470-9CBB55B4BFFF}"/>
              </a:ext>
            </a:extLst>
          </p:cNvPr>
          <p:cNvPicPr>
            <a:picLocks noChangeAspect="1"/>
          </p:cNvPicPr>
          <p:nvPr/>
        </p:nvPicPr>
        <p:blipFill>
          <a:blip r:embed="rId2"/>
          <a:stretch>
            <a:fillRect/>
          </a:stretch>
        </p:blipFill>
        <p:spPr>
          <a:xfrm>
            <a:off x="6788472" y="0"/>
            <a:ext cx="2355528" cy="864158"/>
          </a:xfrm>
          <a:prstGeom prst="rect">
            <a:avLst/>
          </a:prstGeom>
        </p:spPr>
      </p:pic>
    </p:spTree>
    <p:extLst>
      <p:ext uri="{BB962C8B-B14F-4D97-AF65-F5344CB8AC3E}">
        <p14:creationId xmlns:p14="http://schemas.microsoft.com/office/powerpoint/2010/main" val="117738904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9925F7-52BE-8753-EF10-7E363D3BF907}"/>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713DA0B4-496B-E154-F8C0-FDD37CCE5CE1}"/>
              </a:ext>
            </a:extLst>
          </p:cNvPr>
          <p:cNvSpPr>
            <a:spLocks noGrp="1"/>
          </p:cNvSpPr>
          <p:nvPr>
            <p:ph type="sldNum" sz="quarter" idx="12"/>
          </p:nvPr>
        </p:nvSpPr>
        <p:spPr/>
        <p:txBody>
          <a:bodyPr/>
          <a:lstStyle/>
          <a:p>
            <a:fld id="{F6728BC2-ACA3-447C-A909-F3F49211C066}" type="slidenum">
              <a:rPr lang="en-US" smtClean="0"/>
              <a:pPr/>
              <a:t>38</a:t>
            </a:fld>
            <a:endParaRPr lang="en-US" dirty="0"/>
          </a:p>
        </p:txBody>
      </p:sp>
      <p:sp>
        <p:nvSpPr>
          <p:cNvPr id="6" name="Content Placeholder 5">
            <a:extLst>
              <a:ext uri="{FF2B5EF4-FFF2-40B4-BE49-F238E27FC236}">
                <a16:creationId xmlns:a16="http://schemas.microsoft.com/office/drawing/2014/main" id="{46FD1974-4D9D-3FCF-34DA-5307C00EAE79}"/>
              </a:ext>
            </a:extLst>
          </p:cNvPr>
          <p:cNvSpPr>
            <a:spLocks noGrp="1"/>
          </p:cNvSpPr>
          <p:nvPr>
            <p:ph idx="1"/>
          </p:nvPr>
        </p:nvSpPr>
        <p:spPr/>
        <p:txBody>
          <a:bodyPr>
            <a:normAutofit fontScale="77500" lnSpcReduction="20000"/>
          </a:bodyPr>
          <a:lstStyle/>
          <a:p>
            <a:r>
              <a:rPr lang="en-US" dirty="0"/>
              <a:t>Older version of Angular (prior to Angular 14) consisted of one or more modules created using the @NgModule decorator.</a:t>
            </a:r>
          </a:p>
          <a:p>
            <a:r>
              <a:rPr lang="en-US" dirty="0"/>
              <a:t>These modules acted as containers to group related components, services, directives and pipes – allowing developers to establish clear boundaries for related code and helping manage complexity.</a:t>
            </a:r>
          </a:p>
          <a:p>
            <a:r>
              <a:rPr lang="en-US" dirty="0"/>
              <a:t>Modern Angular applications (like the ones we will create) instead use Standalone components.</a:t>
            </a:r>
          </a:p>
          <a:p>
            <a:r>
              <a:rPr lang="en-US" dirty="0"/>
              <a:t>Standalone components simplify the application structure, reduce boilerplate code, and enhance the flexibility of organizing and structuring applications.</a:t>
            </a:r>
          </a:p>
          <a:p>
            <a:r>
              <a:rPr lang="en-US" dirty="0"/>
              <a:t>You </a:t>
            </a:r>
            <a:r>
              <a:rPr lang="en-US" i="1" dirty="0"/>
              <a:t>may</a:t>
            </a:r>
            <a:r>
              <a:rPr lang="en-US" dirty="0"/>
              <a:t> find yourself working on an older Angular codebase, so it is worth understanding Modules.</a:t>
            </a:r>
          </a:p>
          <a:p>
            <a:r>
              <a:rPr lang="en-US" dirty="0"/>
              <a:t>You can find more information here: </a:t>
            </a:r>
            <a:r>
              <a:rPr lang="en-US" dirty="0">
                <a:hlinkClick r:id="rId2"/>
              </a:rPr>
              <a:t>https://angular.dev/guide/ngmodules/overview</a:t>
            </a:r>
            <a:endParaRPr lang="en-US" dirty="0"/>
          </a:p>
        </p:txBody>
      </p:sp>
      <p:sp>
        <p:nvSpPr>
          <p:cNvPr id="8" name="Title 7">
            <a:extLst>
              <a:ext uri="{FF2B5EF4-FFF2-40B4-BE49-F238E27FC236}">
                <a16:creationId xmlns:a16="http://schemas.microsoft.com/office/drawing/2014/main" id="{B90EBACF-1351-FD90-9D02-11F152372519}"/>
              </a:ext>
            </a:extLst>
          </p:cNvPr>
          <p:cNvSpPr>
            <a:spLocks noGrp="1"/>
          </p:cNvSpPr>
          <p:nvPr>
            <p:ph type="title"/>
          </p:nvPr>
        </p:nvSpPr>
        <p:spPr/>
        <p:txBody>
          <a:bodyPr/>
          <a:lstStyle/>
          <a:p>
            <a:r>
              <a:rPr lang="en-US" dirty="0"/>
              <a:t>@NgModule</a:t>
            </a:r>
          </a:p>
        </p:txBody>
      </p:sp>
    </p:spTree>
    <p:extLst>
      <p:ext uri="{BB962C8B-B14F-4D97-AF65-F5344CB8AC3E}">
        <p14:creationId xmlns:p14="http://schemas.microsoft.com/office/powerpoint/2010/main" val="22106458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598B61-7CD5-DDF9-07E1-93DBD49FA308}"/>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28EF646-4DE5-7FE2-317A-0EA24D9AE850}"/>
              </a:ext>
            </a:extLst>
          </p:cNvPr>
          <p:cNvSpPr>
            <a:spLocks noGrp="1"/>
          </p:cNvSpPr>
          <p:nvPr>
            <p:ph type="sldNum" sz="quarter" idx="12"/>
          </p:nvPr>
        </p:nvSpPr>
        <p:spPr/>
        <p:txBody>
          <a:bodyPr/>
          <a:lstStyle/>
          <a:p>
            <a:fld id="{F6728BC2-ACA3-447C-A909-F3F49211C066}" type="slidenum">
              <a:rPr lang="en-US" smtClean="0"/>
              <a:pPr/>
              <a:t>39</a:t>
            </a:fld>
            <a:endParaRPr lang="en-US" dirty="0"/>
          </a:p>
        </p:txBody>
      </p:sp>
      <p:sp>
        <p:nvSpPr>
          <p:cNvPr id="6" name="Content Placeholder 5">
            <a:extLst>
              <a:ext uri="{FF2B5EF4-FFF2-40B4-BE49-F238E27FC236}">
                <a16:creationId xmlns:a16="http://schemas.microsoft.com/office/drawing/2014/main" id="{F299F8F7-71C0-14A2-A136-B6228B555985}"/>
              </a:ext>
            </a:extLst>
          </p:cNvPr>
          <p:cNvSpPr>
            <a:spLocks noGrp="1"/>
          </p:cNvSpPr>
          <p:nvPr>
            <p:ph idx="1"/>
          </p:nvPr>
        </p:nvSpPr>
        <p:spPr/>
        <p:txBody>
          <a:bodyPr>
            <a:normAutofit lnSpcReduction="10000"/>
          </a:bodyPr>
          <a:lstStyle/>
          <a:p>
            <a:r>
              <a:rPr lang="en-US" dirty="0" err="1"/>
              <a:t>NgModules</a:t>
            </a:r>
            <a:r>
              <a:rPr lang="en-US" dirty="0"/>
              <a:t> are TypeScript classes decorated with the @NgModule decorator, imported from the @angular/core package.</a:t>
            </a:r>
          </a:p>
          <a:p>
            <a:r>
              <a:rPr lang="en-US" dirty="0" err="1"/>
              <a:t>NgModule</a:t>
            </a:r>
            <a:r>
              <a:rPr lang="en-US" dirty="0"/>
              <a:t> takes metadata and describes how to compile a component’s template, and how to create an injector at runtime.</a:t>
            </a:r>
          </a:p>
          <a:p>
            <a:r>
              <a:rPr lang="en-US" dirty="0"/>
              <a:t>It identifies the module’s on components, directives, and pipes and makes them public through the export property which can be used by external components.</a:t>
            </a:r>
          </a:p>
        </p:txBody>
      </p:sp>
      <p:sp>
        <p:nvSpPr>
          <p:cNvPr id="8" name="Title 7">
            <a:extLst>
              <a:ext uri="{FF2B5EF4-FFF2-40B4-BE49-F238E27FC236}">
                <a16:creationId xmlns:a16="http://schemas.microsoft.com/office/drawing/2014/main" id="{BDA75F6F-6E9A-014D-3B2F-32673CEBC936}"/>
              </a:ext>
            </a:extLst>
          </p:cNvPr>
          <p:cNvSpPr>
            <a:spLocks noGrp="1"/>
          </p:cNvSpPr>
          <p:nvPr>
            <p:ph type="title"/>
          </p:nvPr>
        </p:nvSpPr>
        <p:spPr/>
        <p:txBody>
          <a:bodyPr/>
          <a:lstStyle/>
          <a:p>
            <a:r>
              <a:rPr lang="en-US" dirty="0"/>
              <a:t>@NgModule</a:t>
            </a:r>
          </a:p>
        </p:txBody>
      </p:sp>
    </p:spTree>
    <p:extLst>
      <p:ext uri="{BB962C8B-B14F-4D97-AF65-F5344CB8AC3E}">
        <p14:creationId xmlns:p14="http://schemas.microsoft.com/office/powerpoint/2010/main" val="1340568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51CDCF-262C-A53D-3090-A95297AA6AD8}"/>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2854C4F9-1DA1-A405-16EB-5EB966CE334B}"/>
              </a:ext>
            </a:extLst>
          </p:cNvPr>
          <p:cNvSpPr>
            <a:spLocks noGrp="1"/>
          </p:cNvSpPr>
          <p:nvPr>
            <p:ph type="sldNum" sz="quarter" idx="12"/>
          </p:nvPr>
        </p:nvSpPr>
        <p:spPr/>
        <p:txBody>
          <a:bodyPr/>
          <a:lstStyle/>
          <a:p>
            <a:fld id="{F6728BC2-ACA3-447C-A909-F3F49211C066}" type="slidenum">
              <a:rPr lang="en-US" smtClean="0"/>
              <a:pPr/>
              <a:t>40</a:t>
            </a:fld>
            <a:endParaRPr lang="en-US" dirty="0"/>
          </a:p>
        </p:txBody>
      </p:sp>
      <p:sp>
        <p:nvSpPr>
          <p:cNvPr id="8" name="Title 7">
            <a:extLst>
              <a:ext uri="{FF2B5EF4-FFF2-40B4-BE49-F238E27FC236}">
                <a16:creationId xmlns:a16="http://schemas.microsoft.com/office/drawing/2014/main" id="{291B3B4D-FC65-C68F-1DE2-54CCFDE35937}"/>
              </a:ext>
            </a:extLst>
          </p:cNvPr>
          <p:cNvSpPr>
            <a:spLocks noGrp="1"/>
          </p:cNvSpPr>
          <p:nvPr>
            <p:ph type="title"/>
          </p:nvPr>
        </p:nvSpPr>
        <p:spPr/>
        <p:txBody>
          <a:bodyPr/>
          <a:lstStyle/>
          <a:p>
            <a:r>
              <a:rPr lang="en-US" dirty="0"/>
              <a:t>@NgModule</a:t>
            </a:r>
          </a:p>
        </p:txBody>
      </p:sp>
      <p:pic>
        <p:nvPicPr>
          <p:cNvPr id="5" name="Picture 4">
            <a:extLst>
              <a:ext uri="{FF2B5EF4-FFF2-40B4-BE49-F238E27FC236}">
                <a16:creationId xmlns:a16="http://schemas.microsoft.com/office/drawing/2014/main" id="{D165144E-F352-9367-24EC-1684C54892D3}"/>
              </a:ext>
            </a:extLst>
          </p:cNvPr>
          <p:cNvPicPr>
            <a:picLocks noGrp="1"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13644" y="2361083"/>
            <a:ext cx="4070784" cy="26948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Content Placeholder 5">
            <a:extLst>
              <a:ext uri="{FF2B5EF4-FFF2-40B4-BE49-F238E27FC236}">
                <a16:creationId xmlns:a16="http://schemas.microsoft.com/office/drawing/2014/main" id="{58E356C9-F43E-D814-9F55-85DB4752281B}"/>
              </a:ext>
            </a:extLst>
          </p:cNvPr>
          <p:cNvSpPr>
            <a:spLocks noGrp="1"/>
          </p:cNvSpPr>
          <p:nvPr>
            <p:ph idx="1"/>
          </p:nvPr>
        </p:nvSpPr>
        <p:spPr>
          <a:xfrm>
            <a:off x="380010" y="1481446"/>
            <a:ext cx="4191990" cy="4882266"/>
          </a:xfrm>
        </p:spPr>
        <p:txBody>
          <a:bodyPr>
            <a:normAutofit fontScale="62500" lnSpcReduction="20000"/>
          </a:bodyPr>
          <a:lstStyle/>
          <a:p>
            <a:r>
              <a:rPr lang="en-US" b="1" dirty="0"/>
              <a:t>declarations</a:t>
            </a:r>
            <a:r>
              <a:rPr lang="en-US" dirty="0"/>
              <a:t> – contains a list of components, directives, and pipes, which belong to this module. Entities may only exist in one module. If Angular detects any component, directive or pipe in more than one </a:t>
            </a:r>
            <a:r>
              <a:rPr lang="en-US" dirty="0" err="1"/>
              <a:t>NgModule</a:t>
            </a:r>
            <a:r>
              <a:rPr lang="en-US" dirty="0"/>
              <a:t>, it reports an error.</a:t>
            </a:r>
          </a:p>
          <a:p>
            <a:r>
              <a:rPr lang="en-US" b="1" dirty="0"/>
              <a:t>imports</a:t>
            </a:r>
            <a:r>
              <a:rPr lang="en-US" dirty="0"/>
              <a:t> – contains a list of modules, which are used by the component templates in this module reference</a:t>
            </a:r>
          </a:p>
          <a:p>
            <a:r>
              <a:rPr lang="en-US" b="1" dirty="0"/>
              <a:t>exports </a:t>
            </a:r>
            <a:r>
              <a:rPr lang="en-US" dirty="0"/>
              <a:t>– list of components in this module which are made available to other components and </a:t>
            </a:r>
            <a:r>
              <a:rPr lang="en-US" dirty="0" err="1"/>
              <a:t>NgModules</a:t>
            </a:r>
            <a:endParaRPr lang="en-US" dirty="0"/>
          </a:p>
          <a:p>
            <a:r>
              <a:rPr lang="en-US" b="1" dirty="0"/>
              <a:t>providers</a:t>
            </a:r>
            <a:r>
              <a:rPr lang="en-US" dirty="0"/>
              <a:t> – the list of service providers (Angular Services) that the application needs</a:t>
            </a:r>
          </a:p>
          <a:p>
            <a:r>
              <a:rPr lang="en-US" b="1" dirty="0"/>
              <a:t>bootstrap</a:t>
            </a:r>
            <a:r>
              <a:rPr lang="en-US" dirty="0"/>
              <a:t> – contains the root component of the application</a:t>
            </a:r>
          </a:p>
          <a:p>
            <a:endParaRPr lang="en-US" dirty="0"/>
          </a:p>
        </p:txBody>
      </p:sp>
    </p:spTree>
    <p:extLst>
      <p:ext uri="{BB962C8B-B14F-4D97-AF65-F5344CB8AC3E}">
        <p14:creationId xmlns:p14="http://schemas.microsoft.com/office/powerpoint/2010/main" val="39344845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A8FCAC-9D29-61E7-1688-52622D068B33}"/>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B14DAB3-352F-6F8D-A729-D7E63C82F26A}"/>
              </a:ext>
            </a:extLst>
          </p:cNvPr>
          <p:cNvSpPr>
            <a:spLocks noGrp="1"/>
          </p:cNvSpPr>
          <p:nvPr>
            <p:ph type="sldNum" idx="12"/>
          </p:nvPr>
        </p:nvSpPr>
        <p:spPr>
          <a:xfrm>
            <a:off x="8122757" y="6363712"/>
            <a:ext cx="861671" cy="365125"/>
          </a:xfrm>
        </p:spPr>
        <p:txBody>
          <a:bodyPr spcFirstLastPara="1" wrap="square" lIns="91425" tIns="45700" rIns="91425" bIns="45700" anchor="ctr" anchorCtr="0">
            <a:normAutofit/>
          </a:bodyPr>
          <a:lstStyle/>
          <a:p>
            <a:pPr>
              <a:spcAft>
                <a:spcPts val="600"/>
              </a:spcAft>
            </a:pPr>
            <a:fld id="{00000000-1234-1234-1234-123412341234}" type="slidenum">
              <a:rPr lang="en-US" smtClean="0"/>
              <a:pPr>
                <a:spcAft>
                  <a:spcPts val="600"/>
                </a:spcAft>
              </a:pPr>
              <a:t>41</a:t>
            </a:fld>
            <a:endParaRPr lang="en-US"/>
          </a:p>
        </p:txBody>
      </p:sp>
      <p:sp>
        <p:nvSpPr>
          <p:cNvPr id="4" name="Google Shape;212;p15">
            <a:extLst>
              <a:ext uri="{FF2B5EF4-FFF2-40B4-BE49-F238E27FC236}">
                <a16:creationId xmlns:a16="http://schemas.microsoft.com/office/drawing/2014/main" id="{C0C9B068-BBF7-5584-2BC0-801784F274CE}"/>
              </a:ext>
            </a:extLst>
          </p:cNvPr>
          <p:cNvSpPr txBox="1">
            <a:spLocks/>
          </p:cNvSpPr>
          <p:nvPr/>
        </p:nvSpPr>
        <p:spPr>
          <a:xfrm>
            <a:off x="157163" y="2493034"/>
            <a:ext cx="8826500" cy="3591854"/>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7200" indent="-228600" algn="ctr">
              <a:spcBef>
                <a:spcPts val="560"/>
              </a:spcBef>
              <a:buClr>
                <a:schemeClr val="accent1"/>
              </a:buClr>
              <a:buSzPts val="2800"/>
            </a:pPr>
            <a:r>
              <a:rPr lang="en-US" sz="4000" b="0" i="0" u="none" strike="noStrike" cap="none" dirty="0">
                <a:solidFill>
                  <a:schemeClr val="dk2"/>
                </a:solidFill>
                <a:latin typeface="Arial"/>
                <a:ea typeface="Arial"/>
                <a:cs typeface="Arial"/>
                <a:sym typeface="Arial"/>
              </a:rPr>
              <a:t>Angular Directives</a:t>
            </a:r>
          </a:p>
        </p:txBody>
      </p:sp>
      <p:pic>
        <p:nvPicPr>
          <p:cNvPr id="6" name="Picture 5">
            <a:extLst>
              <a:ext uri="{FF2B5EF4-FFF2-40B4-BE49-F238E27FC236}">
                <a16:creationId xmlns:a16="http://schemas.microsoft.com/office/drawing/2014/main" id="{D54DD0A3-FF10-9D80-53B7-2B01E0EEF7E1}"/>
              </a:ext>
            </a:extLst>
          </p:cNvPr>
          <p:cNvPicPr>
            <a:picLocks noChangeAspect="1"/>
          </p:cNvPicPr>
          <p:nvPr/>
        </p:nvPicPr>
        <p:blipFill>
          <a:blip r:embed="rId2"/>
          <a:stretch>
            <a:fillRect/>
          </a:stretch>
        </p:blipFill>
        <p:spPr>
          <a:xfrm>
            <a:off x="6788472" y="0"/>
            <a:ext cx="2355528" cy="864158"/>
          </a:xfrm>
          <a:prstGeom prst="rect">
            <a:avLst/>
          </a:prstGeom>
        </p:spPr>
      </p:pic>
    </p:spTree>
    <p:extLst>
      <p:ext uri="{BB962C8B-B14F-4D97-AF65-F5344CB8AC3E}">
        <p14:creationId xmlns:p14="http://schemas.microsoft.com/office/powerpoint/2010/main" val="234994718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A8784B-F548-AF8A-02D9-65D86C77FA64}"/>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5DE448CD-7511-3A0C-F9F2-6C1E04E962FA}"/>
              </a:ext>
            </a:extLst>
          </p:cNvPr>
          <p:cNvSpPr>
            <a:spLocks noGrp="1"/>
          </p:cNvSpPr>
          <p:nvPr>
            <p:ph type="sldNum" sz="quarter" idx="12"/>
          </p:nvPr>
        </p:nvSpPr>
        <p:spPr/>
        <p:txBody>
          <a:bodyPr/>
          <a:lstStyle/>
          <a:p>
            <a:fld id="{F6728BC2-ACA3-447C-A909-F3F49211C066}" type="slidenum">
              <a:rPr lang="en-US" smtClean="0"/>
              <a:pPr/>
              <a:t>42</a:t>
            </a:fld>
            <a:endParaRPr lang="en-US" dirty="0"/>
          </a:p>
        </p:txBody>
      </p:sp>
      <p:sp>
        <p:nvSpPr>
          <p:cNvPr id="6" name="Content Placeholder 5">
            <a:extLst>
              <a:ext uri="{FF2B5EF4-FFF2-40B4-BE49-F238E27FC236}">
                <a16:creationId xmlns:a16="http://schemas.microsoft.com/office/drawing/2014/main" id="{FAF7D72C-E199-2B91-99B4-08F38DA96CF5}"/>
              </a:ext>
            </a:extLst>
          </p:cNvPr>
          <p:cNvSpPr>
            <a:spLocks noGrp="1"/>
          </p:cNvSpPr>
          <p:nvPr>
            <p:ph idx="1"/>
          </p:nvPr>
        </p:nvSpPr>
        <p:spPr/>
        <p:txBody>
          <a:bodyPr>
            <a:normAutofit lnSpcReduction="10000"/>
          </a:bodyPr>
          <a:lstStyle/>
          <a:p>
            <a:pPr marL="0" indent="0">
              <a:buNone/>
            </a:pPr>
            <a:r>
              <a:rPr lang="en-US" dirty="0"/>
              <a:t>There are tree types of Directives in Angular:</a:t>
            </a:r>
          </a:p>
          <a:p>
            <a:r>
              <a:rPr lang="en-US" b="1" dirty="0"/>
              <a:t>Component Directives</a:t>
            </a:r>
            <a:r>
              <a:rPr lang="en-US" dirty="0"/>
              <a:t> – Component directives alter the details of how the component should be processed, instantiated, and used at runtime.</a:t>
            </a:r>
          </a:p>
          <a:p>
            <a:r>
              <a:rPr lang="en-US" b="1" dirty="0"/>
              <a:t>Attribute Directives </a:t>
            </a:r>
            <a:r>
              <a:rPr lang="en-US" dirty="0"/>
              <a:t>– Attribute directives are used to change the look and behavior of the DOM elements</a:t>
            </a:r>
          </a:p>
          <a:p>
            <a:r>
              <a:rPr lang="en-US" b="1" dirty="0"/>
              <a:t>Structural Directives </a:t>
            </a:r>
            <a:r>
              <a:rPr lang="en-US" dirty="0"/>
              <a:t>– Structural directives are used to manipulate and change the structure of </a:t>
            </a:r>
            <a:r>
              <a:rPr lang="en-US" dirty="0" err="1"/>
              <a:t>te</a:t>
            </a:r>
            <a:r>
              <a:rPr lang="en-US" dirty="0"/>
              <a:t> DOM elements</a:t>
            </a:r>
          </a:p>
        </p:txBody>
      </p:sp>
      <p:sp>
        <p:nvSpPr>
          <p:cNvPr id="8" name="Title 7">
            <a:extLst>
              <a:ext uri="{FF2B5EF4-FFF2-40B4-BE49-F238E27FC236}">
                <a16:creationId xmlns:a16="http://schemas.microsoft.com/office/drawing/2014/main" id="{B15EE678-80FC-95FF-BE2E-AD345591F959}"/>
              </a:ext>
            </a:extLst>
          </p:cNvPr>
          <p:cNvSpPr>
            <a:spLocks noGrp="1"/>
          </p:cNvSpPr>
          <p:nvPr>
            <p:ph type="title"/>
          </p:nvPr>
        </p:nvSpPr>
        <p:spPr/>
        <p:txBody>
          <a:bodyPr/>
          <a:lstStyle/>
          <a:p>
            <a:r>
              <a:rPr lang="en-US" dirty="0"/>
              <a:t>Types of Directives</a:t>
            </a:r>
          </a:p>
        </p:txBody>
      </p:sp>
    </p:spTree>
    <p:extLst>
      <p:ext uri="{BB962C8B-B14F-4D97-AF65-F5344CB8AC3E}">
        <p14:creationId xmlns:p14="http://schemas.microsoft.com/office/powerpoint/2010/main" val="38813243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DC7194-5344-5C33-70C6-F8A3106B55B7}"/>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2A6A6EC7-752F-CD8D-704F-EECB86296B08}"/>
              </a:ext>
            </a:extLst>
          </p:cNvPr>
          <p:cNvSpPr>
            <a:spLocks noGrp="1"/>
          </p:cNvSpPr>
          <p:nvPr>
            <p:ph type="sldNum" sz="quarter" idx="12"/>
          </p:nvPr>
        </p:nvSpPr>
        <p:spPr/>
        <p:txBody>
          <a:bodyPr/>
          <a:lstStyle/>
          <a:p>
            <a:fld id="{F6728BC2-ACA3-447C-A909-F3F49211C066}" type="slidenum">
              <a:rPr lang="en-US" smtClean="0"/>
              <a:pPr/>
              <a:t>43</a:t>
            </a:fld>
            <a:endParaRPr lang="en-US" dirty="0"/>
          </a:p>
        </p:txBody>
      </p:sp>
      <p:sp>
        <p:nvSpPr>
          <p:cNvPr id="6" name="Content Placeholder 5">
            <a:extLst>
              <a:ext uri="{FF2B5EF4-FFF2-40B4-BE49-F238E27FC236}">
                <a16:creationId xmlns:a16="http://schemas.microsoft.com/office/drawing/2014/main" id="{4453CD70-A75B-3419-45DB-05DD97B71F6C}"/>
              </a:ext>
            </a:extLst>
          </p:cNvPr>
          <p:cNvSpPr>
            <a:spLocks noGrp="1"/>
          </p:cNvSpPr>
          <p:nvPr>
            <p:ph idx="1"/>
          </p:nvPr>
        </p:nvSpPr>
        <p:spPr/>
        <p:txBody>
          <a:bodyPr>
            <a:normAutofit lnSpcReduction="10000"/>
          </a:bodyPr>
          <a:lstStyle/>
          <a:p>
            <a:pPr marL="0" indent="0">
              <a:buNone/>
            </a:pPr>
            <a:r>
              <a:rPr lang="en-US" b="1" dirty="0"/>
              <a:t>Component Directives</a:t>
            </a:r>
            <a:endParaRPr lang="en-US" dirty="0"/>
          </a:p>
          <a:p>
            <a:r>
              <a:rPr lang="en-US" dirty="0"/>
              <a:t>Component directives are the most common type of directive – in fact, every Angular component (any TypeScript class decorated with the ‘@Component’ decorator) is a Component Directive. </a:t>
            </a:r>
          </a:p>
          <a:p>
            <a:r>
              <a:rPr lang="en-US" dirty="0"/>
              <a:t>This directive tells Angular 3 key things:</a:t>
            </a:r>
          </a:p>
          <a:p>
            <a:pPr lvl="1"/>
            <a:r>
              <a:rPr lang="en-US" dirty="0"/>
              <a:t>Selector</a:t>
            </a:r>
          </a:p>
          <a:p>
            <a:pPr lvl="1"/>
            <a:r>
              <a:rPr lang="en-US" dirty="0"/>
              <a:t>Template</a:t>
            </a:r>
          </a:p>
          <a:p>
            <a:pPr lvl="1"/>
            <a:r>
              <a:rPr lang="en-US" dirty="0"/>
              <a:t>Styles</a:t>
            </a:r>
          </a:p>
        </p:txBody>
      </p:sp>
      <p:sp>
        <p:nvSpPr>
          <p:cNvPr id="8" name="Title 7">
            <a:extLst>
              <a:ext uri="{FF2B5EF4-FFF2-40B4-BE49-F238E27FC236}">
                <a16:creationId xmlns:a16="http://schemas.microsoft.com/office/drawing/2014/main" id="{84A63D9D-3826-B976-B680-D2DD1C49B083}"/>
              </a:ext>
            </a:extLst>
          </p:cNvPr>
          <p:cNvSpPr>
            <a:spLocks noGrp="1"/>
          </p:cNvSpPr>
          <p:nvPr>
            <p:ph type="title"/>
          </p:nvPr>
        </p:nvSpPr>
        <p:spPr/>
        <p:txBody>
          <a:bodyPr/>
          <a:lstStyle/>
          <a:p>
            <a:r>
              <a:rPr lang="en-US" dirty="0"/>
              <a:t>Component Directives</a:t>
            </a:r>
          </a:p>
        </p:txBody>
      </p:sp>
    </p:spTree>
    <p:extLst>
      <p:ext uri="{BB962C8B-B14F-4D97-AF65-F5344CB8AC3E}">
        <p14:creationId xmlns:p14="http://schemas.microsoft.com/office/powerpoint/2010/main" val="2338909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6">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1915A2-8754-744A-0587-981E4706DFC3}"/>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3D48A258-6604-932D-59D4-F5E00E039ACF}"/>
              </a:ext>
            </a:extLst>
          </p:cNvPr>
          <p:cNvSpPr>
            <a:spLocks noGrp="1"/>
          </p:cNvSpPr>
          <p:nvPr>
            <p:ph type="sldNum" sz="quarter" idx="12"/>
          </p:nvPr>
        </p:nvSpPr>
        <p:spPr/>
        <p:txBody>
          <a:bodyPr/>
          <a:lstStyle/>
          <a:p>
            <a:fld id="{F6728BC2-ACA3-447C-A909-F3F49211C066}" type="slidenum">
              <a:rPr lang="en-US" smtClean="0"/>
              <a:pPr/>
              <a:t>44</a:t>
            </a:fld>
            <a:endParaRPr lang="en-US" dirty="0"/>
          </a:p>
        </p:txBody>
      </p:sp>
      <p:sp>
        <p:nvSpPr>
          <p:cNvPr id="6" name="Content Placeholder 5">
            <a:extLst>
              <a:ext uri="{FF2B5EF4-FFF2-40B4-BE49-F238E27FC236}">
                <a16:creationId xmlns:a16="http://schemas.microsoft.com/office/drawing/2014/main" id="{29C1BA78-29B9-EFF0-010F-7B90D0CE7D5C}"/>
              </a:ext>
            </a:extLst>
          </p:cNvPr>
          <p:cNvSpPr>
            <a:spLocks noGrp="1"/>
          </p:cNvSpPr>
          <p:nvPr>
            <p:ph idx="1"/>
          </p:nvPr>
        </p:nvSpPr>
        <p:spPr/>
        <p:txBody>
          <a:bodyPr>
            <a:normAutofit/>
          </a:bodyPr>
          <a:lstStyle/>
          <a:p>
            <a:r>
              <a:rPr lang="en-US" b="1" dirty="0"/>
              <a:t>Attribute Directives </a:t>
            </a:r>
            <a:r>
              <a:rPr lang="en-US" dirty="0"/>
              <a:t>are used to change the look and behavior of the DOM elements.</a:t>
            </a:r>
          </a:p>
          <a:p>
            <a:r>
              <a:rPr lang="en-US" dirty="0"/>
              <a:t>There are two built-in attribute directives:</a:t>
            </a:r>
          </a:p>
          <a:p>
            <a:pPr lvl="1"/>
            <a:r>
              <a:rPr lang="en-US" dirty="0" err="1"/>
              <a:t>ngClass</a:t>
            </a:r>
            <a:endParaRPr lang="en-US" dirty="0"/>
          </a:p>
          <a:p>
            <a:pPr lvl="1"/>
            <a:r>
              <a:rPr lang="en-US" dirty="0" err="1"/>
              <a:t>ngStyle</a:t>
            </a:r>
            <a:endParaRPr lang="en-US" dirty="0"/>
          </a:p>
        </p:txBody>
      </p:sp>
      <p:sp>
        <p:nvSpPr>
          <p:cNvPr id="8" name="Title 7">
            <a:extLst>
              <a:ext uri="{FF2B5EF4-FFF2-40B4-BE49-F238E27FC236}">
                <a16:creationId xmlns:a16="http://schemas.microsoft.com/office/drawing/2014/main" id="{65EF3AD4-50F1-74BB-267A-DE035B5C3592}"/>
              </a:ext>
            </a:extLst>
          </p:cNvPr>
          <p:cNvSpPr>
            <a:spLocks noGrp="1"/>
          </p:cNvSpPr>
          <p:nvPr>
            <p:ph type="title"/>
          </p:nvPr>
        </p:nvSpPr>
        <p:spPr/>
        <p:txBody>
          <a:bodyPr/>
          <a:lstStyle/>
          <a:p>
            <a:r>
              <a:rPr lang="en-US" dirty="0"/>
              <a:t>Attribute Directives</a:t>
            </a:r>
          </a:p>
        </p:txBody>
      </p:sp>
    </p:spTree>
    <p:extLst>
      <p:ext uri="{BB962C8B-B14F-4D97-AF65-F5344CB8AC3E}">
        <p14:creationId xmlns:p14="http://schemas.microsoft.com/office/powerpoint/2010/main" val="39494004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5C92B4-24C0-DE05-420A-1B3E6B0CF99A}"/>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1B4CCCE-ED86-ECAA-0DA6-5CDDE4C6A3FC}"/>
              </a:ext>
            </a:extLst>
          </p:cNvPr>
          <p:cNvSpPr>
            <a:spLocks noGrp="1"/>
          </p:cNvSpPr>
          <p:nvPr>
            <p:ph type="sldNum" sz="quarter" idx="12"/>
          </p:nvPr>
        </p:nvSpPr>
        <p:spPr/>
        <p:txBody>
          <a:bodyPr/>
          <a:lstStyle/>
          <a:p>
            <a:fld id="{F6728BC2-ACA3-447C-A909-F3F49211C066}" type="slidenum">
              <a:rPr lang="en-US" smtClean="0"/>
              <a:pPr/>
              <a:t>45</a:t>
            </a:fld>
            <a:endParaRPr lang="en-US" dirty="0"/>
          </a:p>
        </p:txBody>
      </p:sp>
      <p:sp>
        <p:nvSpPr>
          <p:cNvPr id="6" name="Content Placeholder 5">
            <a:extLst>
              <a:ext uri="{FF2B5EF4-FFF2-40B4-BE49-F238E27FC236}">
                <a16:creationId xmlns:a16="http://schemas.microsoft.com/office/drawing/2014/main" id="{7E14291D-A7C7-D81B-36F8-C97412603110}"/>
              </a:ext>
            </a:extLst>
          </p:cNvPr>
          <p:cNvSpPr>
            <a:spLocks noGrp="1"/>
          </p:cNvSpPr>
          <p:nvPr>
            <p:ph idx="1"/>
          </p:nvPr>
        </p:nvSpPr>
        <p:spPr>
          <a:xfrm>
            <a:off x="380010" y="1481446"/>
            <a:ext cx="8383980" cy="5247391"/>
          </a:xfrm>
        </p:spPr>
        <p:txBody>
          <a:bodyPr>
            <a:normAutofit fontScale="77500" lnSpcReduction="20000"/>
          </a:bodyPr>
          <a:lstStyle/>
          <a:p>
            <a:r>
              <a:rPr lang="en-US" dirty="0"/>
              <a:t>The </a:t>
            </a:r>
            <a:r>
              <a:rPr lang="en-US" dirty="0" err="1"/>
              <a:t>ngClass</a:t>
            </a:r>
            <a:r>
              <a:rPr lang="en-US" dirty="0"/>
              <a:t> directive is used for adding or removing the CSS classes on an HTML element.</a:t>
            </a:r>
          </a:p>
          <a:p>
            <a:r>
              <a:rPr lang="en-US" dirty="0"/>
              <a:t>It allows us to apply CSS classes dynamically based on expression evaluation.</a:t>
            </a:r>
          </a:p>
          <a:p>
            <a:r>
              <a:rPr lang="en-US" dirty="0"/>
              <a:t>To use </a:t>
            </a:r>
            <a:r>
              <a:rPr lang="en-US" dirty="0" err="1"/>
              <a:t>NgClass</a:t>
            </a:r>
            <a:r>
              <a:rPr lang="en-US" dirty="0"/>
              <a:t>, you must add it to the component’s imports list:</a:t>
            </a:r>
          </a:p>
          <a:p>
            <a:pPr lvl="1"/>
            <a:r>
              <a:rPr lang="en-US" dirty="0"/>
              <a:t>import {</a:t>
            </a:r>
            <a:r>
              <a:rPr lang="en-US" dirty="0" err="1"/>
              <a:t>NgClass</a:t>
            </a:r>
            <a:r>
              <a:rPr lang="en-US" dirty="0"/>
              <a:t>} from ‘@angular/common’;</a:t>
            </a:r>
            <a:br>
              <a:rPr lang="en-US" dirty="0"/>
            </a:br>
            <a:br>
              <a:rPr lang="en-US" dirty="0"/>
            </a:br>
            <a:r>
              <a:rPr lang="en-US" dirty="0"/>
              <a:t>@Component({ imports: [</a:t>
            </a:r>
            <a:r>
              <a:rPr lang="en-US" dirty="0" err="1"/>
              <a:t>NgClass</a:t>
            </a:r>
            <a:r>
              <a:rPr lang="en-US" dirty="0"/>
              <a:t>] })</a:t>
            </a:r>
          </a:p>
          <a:p>
            <a:r>
              <a:rPr lang="en-US" dirty="0"/>
              <a:t>The syntax for </a:t>
            </a:r>
            <a:r>
              <a:rPr lang="en-US" dirty="0" err="1"/>
              <a:t>ngClass</a:t>
            </a:r>
            <a:r>
              <a:rPr lang="en-US" dirty="0"/>
              <a:t> is:</a:t>
            </a:r>
          </a:p>
          <a:p>
            <a:pPr lvl="1"/>
            <a:r>
              <a:rPr lang="en-US" dirty="0"/>
              <a:t>&lt;some-element [</a:t>
            </a:r>
            <a:r>
              <a:rPr lang="en-US" dirty="0" err="1"/>
              <a:t>ngClass</a:t>
            </a:r>
            <a:r>
              <a:rPr lang="en-US" dirty="0"/>
              <a:t>]=“value”&gt;…&lt;/some-element&gt;</a:t>
            </a:r>
          </a:p>
          <a:p>
            <a:r>
              <a:rPr lang="en-US" dirty="0"/>
              <a:t>The value for the </a:t>
            </a:r>
            <a:r>
              <a:rPr lang="en-US" dirty="0" err="1"/>
              <a:t>ngClass</a:t>
            </a:r>
            <a:r>
              <a:rPr lang="en-US" dirty="0"/>
              <a:t> can be:</a:t>
            </a:r>
          </a:p>
          <a:p>
            <a:pPr lvl="1"/>
            <a:r>
              <a:rPr lang="en-US" dirty="0"/>
              <a:t>a string</a:t>
            </a:r>
          </a:p>
          <a:p>
            <a:pPr lvl="1"/>
            <a:r>
              <a:rPr lang="en-US" dirty="0"/>
              <a:t>an array</a:t>
            </a:r>
          </a:p>
          <a:p>
            <a:pPr lvl="1"/>
            <a:r>
              <a:rPr lang="en-US" dirty="0"/>
              <a:t>an expression</a:t>
            </a:r>
          </a:p>
          <a:p>
            <a:pPr lvl="1"/>
            <a:r>
              <a:rPr lang="en-US" dirty="0"/>
              <a:t>an object in which keys are CSS classes and the values are expressions tat evaluate to true or false.</a:t>
            </a:r>
          </a:p>
        </p:txBody>
      </p:sp>
      <p:sp>
        <p:nvSpPr>
          <p:cNvPr id="8" name="Title 7">
            <a:extLst>
              <a:ext uri="{FF2B5EF4-FFF2-40B4-BE49-F238E27FC236}">
                <a16:creationId xmlns:a16="http://schemas.microsoft.com/office/drawing/2014/main" id="{F34C0192-D87E-2C49-C611-49363C65265F}"/>
              </a:ext>
            </a:extLst>
          </p:cNvPr>
          <p:cNvSpPr>
            <a:spLocks noGrp="1"/>
          </p:cNvSpPr>
          <p:nvPr>
            <p:ph type="title"/>
          </p:nvPr>
        </p:nvSpPr>
        <p:spPr/>
        <p:txBody>
          <a:bodyPr/>
          <a:lstStyle/>
          <a:p>
            <a:r>
              <a:rPr lang="en-US" dirty="0" err="1"/>
              <a:t>ngClass</a:t>
            </a:r>
            <a:r>
              <a:rPr lang="en-US" dirty="0"/>
              <a:t> Directive</a:t>
            </a:r>
          </a:p>
        </p:txBody>
      </p:sp>
    </p:spTree>
    <p:extLst>
      <p:ext uri="{BB962C8B-B14F-4D97-AF65-F5344CB8AC3E}">
        <p14:creationId xmlns:p14="http://schemas.microsoft.com/office/powerpoint/2010/main" val="1218213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6">
                                            <p:txEl>
                                              <p:pRg st="4" end="4"/>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
                                            <p:txEl>
                                              <p:pRg st="6" end="6"/>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6">
                                            <p:txEl>
                                              <p:pRg st="7" end="7"/>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6">
                                            <p:txEl>
                                              <p:pRg st="8" end="8"/>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6">
                                            <p:txEl>
                                              <p:pRg st="9" end="9"/>
                                            </p:txEl>
                                          </p:spTgt>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6">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86187A-A723-0702-AE91-D037825DF884}"/>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CB68033B-4E54-7757-C750-D51FBA27A9F7}"/>
              </a:ext>
            </a:extLst>
          </p:cNvPr>
          <p:cNvSpPr>
            <a:spLocks noGrp="1"/>
          </p:cNvSpPr>
          <p:nvPr>
            <p:ph type="sldNum" sz="quarter" idx="12"/>
          </p:nvPr>
        </p:nvSpPr>
        <p:spPr/>
        <p:txBody>
          <a:bodyPr/>
          <a:lstStyle/>
          <a:p>
            <a:fld id="{F6728BC2-ACA3-447C-A909-F3F49211C066}" type="slidenum">
              <a:rPr lang="en-US" smtClean="0"/>
              <a:pPr/>
              <a:t>46</a:t>
            </a:fld>
            <a:endParaRPr lang="en-US" dirty="0"/>
          </a:p>
        </p:txBody>
      </p:sp>
      <p:sp>
        <p:nvSpPr>
          <p:cNvPr id="8" name="Title 7">
            <a:extLst>
              <a:ext uri="{FF2B5EF4-FFF2-40B4-BE49-F238E27FC236}">
                <a16:creationId xmlns:a16="http://schemas.microsoft.com/office/drawing/2014/main" id="{47D0E28E-AB04-00C8-8B4C-31497E433585}"/>
              </a:ext>
            </a:extLst>
          </p:cNvPr>
          <p:cNvSpPr>
            <a:spLocks noGrp="1"/>
          </p:cNvSpPr>
          <p:nvPr>
            <p:ph type="title"/>
          </p:nvPr>
        </p:nvSpPr>
        <p:spPr/>
        <p:txBody>
          <a:bodyPr/>
          <a:lstStyle/>
          <a:p>
            <a:r>
              <a:rPr lang="en-US" dirty="0" err="1"/>
              <a:t>ngClass</a:t>
            </a:r>
            <a:r>
              <a:rPr lang="en-US" dirty="0"/>
              <a:t> Directive</a:t>
            </a:r>
          </a:p>
        </p:txBody>
      </p:sp>
      <p:pic>
        <p:nvPicPr>
          <p:cNvPr id="7" name="Picture 6">
            <a:extLst>
              <a:ext uri="{FF2B5EF4-FFF2-40B4-BE49-F238E27FC236}">
                <a16:creationId xmlns:a16="http://schemas.microsoft.com/office/drawing/2014/main" id="{9972E219-E9C1-3BA7-E6B0-BD6B673A6341}"/>
              </a:ext>
            </a:extLst>
          </p:cNvPr>
          <p:cNvPicPr>
            <a:picLocks noChangeAspect="1"/>
          </p:cNvPicPr>
          <p:nvPr/>
        </p:nvPicPr>
        <p:blipFill>
          <a:blip r:embed="rId2"/>
          <a:stretch>
            <a:fillRect/>
          </a:stretch>
        </p:blipFill>
        <p:spPr>
          <a:xfrm>
            <a:off x="4295098" y="1949164"/>
            <a:ext cx="4848902" cy="581106"/>
          </a:xfrm>
          <a:prstGeom prst="rect">
            <a:avLst/>
          </a:prstGeom>
        </p:spPr>
      </p:pic>
      <p:pic>
        <p:nvPicPr>
          <p:cNvPr id="10" name="Picture 9">
            <a:extLst>
              <a:ext uri="{FF2B5EF4-FFF2-40B4-BE49-F238E27FC236}">
                <a16:creationId xmlns:a16="http://schemas.microsoft.com/office/drawing/2014/main" id="{E841375A-3BC3-FDAB-72D2-7E47B31A5731}"/>
              </a:ext>
            </a:extLst>
          </p:cNvPr>
          <p:cNvPicPr>
            <a:picLocks noChangeAspect="1"/>
          </p:cNvPicPr>
          <p:nvPr/>
        </p:nvPicPr>
        <p:blipFill>
          <a:blip r:embed="rId3"/>
          <a:stretch>
            <a:fillRect/>
          </a:stretch>
        </p:blipFill>
        <p:spPr>
          <a:xfrm>
            <a:off x="1766495" y="4852879"/>
            <a:ext cx="5611008" cy="1571844"/>
          </a:xfrm>
          <a:prstGeom prst="rect">
            <a:avLst/>
          </a:prstGeom>
        </p:spPr>
      </p:pic>
      <p:pic>
        <p:nvPicPr>
          <p:cNvPr id="12" name="Picture 11">
            <a:extLst>
              <a:ext uri="{FF2B5EF4-FFF2-40B4-BE49-F238E27FC236}">
                <a16:creationId xmlns:a16="http://schemas.microsoft.com/office/drawing/2014/main" id="{189E6BFA-80F7-6179-9C5A-A2E616F717A3}"/>
              </a:ext>
            </a:extLst>
          </p:cNvPr>
          <p:cNvPicPr>
            <a:picLocks noChangeAspect="1"/>
          </p:cNvPicPr>
          <p:nvPr/>
        </p:nvPicPr>
        <p:blipFill>
          <a:blip r:embed="rId4"/>
          <a:stretch>
            <a:fillRect/>
          </a:stretch>
        </p:blipFill>
        <p:spPr>
          <a:xfrm>
            <a:off x="290643" y="1852398"/>
            <a:ext cx="3791479" cy="2257740"/>
          </a:xfrm>
          <a:prstGeom prst="rect">
            <a:avLst/>
          </a:prstGeom>
        </p:spPr>
      </p:pic>
      <p:sp>
        <p:nvSpPr>
          <p:cNvPr id="13" name="TextBox 12">
            <a:extLst>
              <a:ext uri="{FF2B5EF4-FFF2-40B4-BE49-F238E27FC236}">
                <a16:creationId xmlns:a16="http://schemas.microsoft.com/office/drawing/2014/main" id="{602CB457-2867-3657-52DB-CBD8BC02573D}"/>
              </a:ext>
            </a:extLst>
          </p:cNvPr>
          <p:cNvSpPr txBox="1"/>
          <p:nvPr/>
        </p:nvSpPr>
        <p:spPr>
          <a:xfrm>
            <a:off x="856165" y="1394782"/>
            <a:ext cx="2018501" cy="369332"/>
          </a:xfrm>
          <a:prstGeom prst="rect">
            <a:avLst/>
          </a:prstGeom>
          <a:noFill/>
        </p:spPr>
        <p:txBody>
          <a:bodyPr wrap="none" rtlCol="0">
            <a:spAutoFit/>
          </a:bodyPr>
          <a:lstStyle/>
          <a:p>
            <a:r>
              <a:rPr lang="en-US" dirty="0" err="1"/>
              <a:t>app.component.ts</a:t>
            </a:r>
            <a:endParaRPr lang="en-US" dirty="0"/>
          </a:p>
        </p:txBody>
      </p:sp>
      <p:sp>
        <p:nvSpPr>
          <p:cNvPr id="14" name="TextBox 13">
            <a:extLst>
              <a:ext uri="{FF2B5EF4-FFF2-40B4-BE49-F238E27FC236}">
                <a16:creationId xmlns:a16="http://schemas.microsoft.com/office/drawing/2014/main" id="{7B3D9A0C-83B3-C200-239A-71475181523F}"/>
              </a:ext>
            </a:extLst>
          </p:cNvPr>
          <p:cNvSpPr txBox="1"/>
          <p:nvPr/>
        </p:nvSpPr>
        <p:spPr>
          <a:xfrm>
            <a:off x="4082122" y="4415030"/>
            <a:ext cx="979755" cy="369332"/>
          </a:xfrm>
          <a:prstGeom prst="rect">
            <a:avLst/>
          </a:prstGeom>
          <a:noFill/>
        </p:spPr>
        <p:txBody>
          <a:bodyPr wrap="none" rtlCol="0">
            <a:spAutoFit/>
          </a:bodyPr>
          <a:lstStyle/>
          <a:p>
            <a:r>
              <a:rPr lang="en-US" dirty="0"/>
              <a:t>app.css</a:t>
            </a:r>
          </a:p>
        </p:txBody>
      </p:sp>
      <p:sp>
        <p:nvSpPr>
          <p:cNvPr id="15" name="TextBox 14">
            <a:extLst>
              <a:ext uri="{FF2B5EF4-FFF2-40B4-BE49-F238E27FC236}">
                <a16:creationId xmlns:a16="http://schemas.microsoft.com/office/drawing/2014/main" id="{92CEE819-C239-FC21-1B68-6BC97A8ACCFB}"/>
              </a:ext>
            </a:extLst>
          </p:cNvPr>
          <p:cNvSpPr txBox="1"/>
          <p:nvPr/>
        </p:nvSpPr>
        <p:spPr>
          <a:xfrm>
            <a:off x="6184787" y="1399516"/>
            <a:ext cx="1069524" cy="369332"/>
          </a:xfrm>
          <a:prstGeom prst="rect">
            <a:avLst/>
          </a:prstGeom>
          <a:noFill/>
        </p:spPr>
        <p:txBody>
          <a:bodyPr wrap="none" rtlCol="0">
            <a:spAutoFit/>
          </a:bodyPr>
          <a:lstStyle/>
          <a:p>
            <a:r>
              <a:rPr lang="en-US" dirty="0"/>
              <a:t>app.html</a:t>
            </a:r>
          </a:p>
        </p:txBody>
      </p:sp>
    </p:spTree>
    <p:extLst>
      <p:ext uri="{BB962C8B-B14F-4D97-AF65-F5344CB8AC3E}">
        <p14:creationId xmlns:p14="http://schemas.microsoft.com/office/powerpoint/2010/main" val="38609494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053CF7-D71D-E3B7-4CD9-DE8659FDC79A}"/>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C9D14A75-1A20-BBE2-D236-7E90ADA34EDC}"/>
              </a:ext>
            </a:extLst>
          </p:cNvPr>
          <p:cNvSpPr>
            <a:spLocks noGrp="1"/>
          </p:cNvSpPr>
          <p:nvPr>
            <p:ph type="sldNum" sz="quarter" idx="12"/>
          </p:nvPr>
        </p:nvSpPr>
        <p:spPr/>
        <p:txBody>
          <a:bodyPr/>
          <a:lstStyle/>
          <a:p>
            <a:fld id="{F6728BC2-ACA3-447C-A909-F3F49211C066}" type="slidenum">
              <a:rPr lang="en-US" smtClean="0"/>
              <a:pPr/>
              <a:t>47</a:t>
            </a:fld>
            <a:endParaRPr lang="en-US" dirty="0"/>
          </a:p>
        </p:txBody>
      </p:sp>
      <p:sp>
        <p:nvSpPr>
          <p:cNvPr id="6" name="Content Placeholder 5">
            <a:extLst>
              <a:ext uri="{FF2B5EF4-FFF2-40B4-BE49-F238E27FC236}">
                <a16:creationId xmlns:a16="http://schemas.microsoft.com/office/drawing/2014/main" id="{EA08756C-5A97-5252-74DA-0CE22E6BB0B0}"/>
              </a:ext>
            </a:extLst>
          </p:cNvPr>
          <p:cNvSpPr>
            <a:spLocks noGrp="1"/>
          </p:cNvSpPr>
          <p:nvPr>
            <p:ph idx="1"/>
          </p:nvPr>
        </p:nvSpPr>
        <p:spPr>
          <a:xfrm>
            <a:off x="380009" y="1481446"/>
            <a:ext cx="8492685" cy="4525963"/>
          </a:xfrm>
        </p:spPr>
        <p:txBody>
          <a:bodyPr>
            <a:normAutofit/>
          </a:bodyPr>
          <a:lstStyle/>
          <a:p>
            <a:r>
              <a:rPr lang="en-US" dirty="0"/>
              <a:t>The </a:t>
            </a:r>
            <a:r>
              <a:rPr lang="en-US" dirty="0" err="1"/>
              <a:t>ngStyle</a:t>
            </a:r>
            <a:r>
              <a:rPr lang="en-US" dirty="0"/>
              <a:t> directive allows us to dynamically change the style of HTML elements based on the expression.</a:t>
            </a:r>
          </a:p>
          <a:p>
            <a:r>
              <a:rPr lang="en-US" dirty="0"/>
              <a:t>To use </a:t>
            </a:r>
            <a:r>
              <a:rPr lang="en-US" dirty="0" err="1"/>
              <a:t>NgStyle</a:t>
            </a:r>
            <a:r>
              <a:rPr lang="en-US" dirty="0"/>
              <a:t>, you must add it to the component’s imports list:</a:t>
            </a:r>
          </a:p>
          <a:p>
            <a:pPr lvl="1"/>
            <a:r>
              <a:rPr lang="en-US" dirty="0"/>
              <a:t>import {</a:t>
            </a:r>
            <a:r>
              <a:rPr lang="en-US" dirty="0" err="1"/>
              <a:t>NgStyle</a:t>
            </a:r>
            <a:r>
              <a:rPr lang="en-US" dirty="0"/>
              <a:t>} from ‘@angular/common’;</a:t>
            </a:r>
            <a:br>
              <a:rPr lang="en-US" dirty="0"/>
            </a:br>
            <a:br>
              <a:rPr lang="en-US" dirty="0"/>
            </a:br>
            <a:r>
              <a:rPr lang="en-US" dirty="0"/>
              <a:t>@Component({ imports: [</a:t>
            </a:r>
            <a:r>
              <a:rPr lang="en-US" dirty="0" err="1"/>
              <a:t>NgStyle</a:t>
            </a:r>
            <a:r>
              <a:rPr lang="en-US" dirty="0"/>
              <a:t>] })</a:t>
            </a:r>
          </a:p>
          <a:p>
            <a:r>
              <a:rPr lang="en-US" dirty="0"/>
              <a:t>The syntax is:</a:t>
            </a:r>
          </a:p>
          <a:p>
            <a:pPr lvl="1"/>
            <a:r>
              <a:rPr lang="en-US" dirty="0"/>
              <a:t>&lt;some-element [</a:t>
            </a:r>
            <a:r>
              <a:rPr lang="en-US" dirty="0" err="1"/>
              <a:t>ngStyle</a:t>
            </a:r>
            <a:r>
              <a:rPr lang="en-US" dirty="0"/>
              <a:t>=“</a:t>
            </a:r>
            <a:r>
              <a:rPr lang="en-US" dirty="0" err="1"/>
              <a:t>objExp</a:t>
            </a:r>
            <a:r>
              <a:rPr lang="en-US" dirty="0"/>
              <a:t>”&gt;…&lt;/some-element&gt;</a:t>
            </a:r>
          </a:p>
        </p:txBody>
      </p:sp>
      <p:sp>
        <p:nvSpPr>
          <p:cNvPr id="8" name="Title 7">
            <a:extLst>
              <a:ext uri="{FF2B5EF4-FFF2-40B4-BE49-F238E27FC236}">
                <a16:creationId xmlns:a16="http://schemas.microsoft.com/office/drawing/2014/main" id="{771F74A1-C69F-8B02-BDA6-0021F571B4B1}"/>
              </a:ext>
            </a:extLst>
          </p:cNvPr>
          <p:cNvSpPr>
            <a:spLocks noGrp="1"/>
          </p:cNvSpPr>
          <p:nvPr>
            <p:ph type="title"/>
          </p:nvPr>
        </p:nvSpPr>
        <p:spPr/>
        <p:txBody>
          <a:bodyPr/>
          <a:lstStyle/>
          <a:p>
            <a:r>
              <a:rPr lang="en-US" dirty="0" err="1"/>
              <a:t>ngStyle</a:t>
            </a:r>
            <a:r>
              <a:rPr lang="en-US" dirty="0"/>
              <a:t> Directive</a:t>
            </a:r>
          </a:p>
        </p:txBody>
      </p:sp>
    </p:spTree>
    <p:extLst>
      <p:ext uri="{BB962C8B-B14F-4D97-AF65-F5344CB8AC3E}">
        <p14:creationId xmlns:p14="http://schemas.microsoft.com/office/powerpoint/2010/main" val="26227158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6">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1C17F2-D84D-79F9-0ECB-52E3F7EA117C}"/>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632ED08-E983-69B2-12DF-EE3CE25D65A7}"/>
              </a:ext>
            </a:extLst>
          </p:cNvPr>
          <p:cNvSpPr>
            <a:spLocks noGrp="1"/>
          </p:cNvSpPr>
          <p:nvPr>
            <p:ph type="sldNum" sz="quarter" idx="12"/>
          </p:nvPr>
        </p:nvSpPr>
        <p:spPr/>
        <p:txBody>
          <a:bodyPr/>
          <a:lstStyle/>
          <a:p>
            <a:fld id="{F6728BC2-ACA3-447C-A909-F3F49211C066}" type="slidenum">
              <a:rPr lang="en-US" smtClean="0"/>
              <a:pPr/>
              <a:t>48</a:t>
            </a:fld>
            <a:endParaRPr lang="en-US" dirty="0"/>
          </a:p>
        </p:txBody>
      </p:sp>
      <p:sp>
        <p:nvSpPr>
          <p:cNvPr id="8" name="Title 7">
            <a:extLst>
              <a:ext uri="{FF2B5EF4-FFF2-40B4-BE49-F238E27FC236}">
                <a16:creationId xmlns:a16="http://schemas.microsoft.com/office/drawing/2014/main" id="{4F122FBD-B1C0-6AA8-F6B2-87A156BE1874}"/>
              </a:ext>
            </a:extLst>
          </p:cNvPr>
          <p:cNvSpPr>
            <a:spLocks noGrp="1"/>
          </p:cNvSpPr>
          <p:nvPr>
            <p:ph type="title"/>
          </p:nvPr>
        </p:nvSpPr>
        <p:spPr/>
        <p:txBody>
          <a:bodyPr/>
          <a:lstStyle/>
          <a:p>
            <a:r>
              <a:rPr lang="en-US" dirty="0" err="1"/>
              <a:t>ngStyle</a:t>
            </a:r>
            <a:r>
              <a:rPr lang="en-US" dirty="0"/>
              <a:t> Directive</a:t>
            </a:r>
          </a:p>
        </p:txBody>
      </p:sp>
      <p:sp>
        <p:nvSpPr>
          <p:cNvPr id="13" name="TextBox 12">
            <a:extLst>
              <a:ext uri="{FF2B5EF4-FFF2-40B4-BE49-F238E27FC236}">
                <a16:creationId xmlns:a16="http://schemas.microsoft.com/office/drawing/2014/main" id="{8C3325EB-046C-45C7-7083-C6A32CC28B05}"/>
              </a:ext>
            </a:extLst>
          </p:cNvPr>
          <p:cNvSpPr txBox="1"/>
          <p:nvPr/>
        </p:nvSpPr>
        <p:spPr>
          <a:xfrm>
            <a:off x="856165" y="1394782"/>
            <a:ext cx="2018501" cy="369332"/>
          </a:xfrm>
          <a:prstGeom prst="rect">
            <a:avLst/>
          </a:prstGeom>
          <a:noFill/>
        </p:spPr>
        <p:txBody>
          <a:bodyPr wrap="none" rtlCol="0">
            <a:spAutoFit/>
          </a:bodyPr>
          <a:lstStyle/>
          <a:p>
            <a:r>
              <a:rPr lang="en-US" dirty="0" err="1"/>
              <a:t>app.component.ts</a:t>
            </a:r>
            <a:endParaRPr lang="en-US" dirty="0"/>
          </a:p>
        </p:txBody>
      </p:sp>
      <p:sp>
        <p:nvSpPr>
          <p:cNvPr id="15" name="TextBox 14">
            <a:extLst>
              <a:ext uri="{FF2B5EF4-FFF2-40B4-BE49-F238E27FC236}">
                <a16:creationId xmlns:a16="http://schemas.microsoft.com/office/drawing/2014/main" id="{62F9DE6D-F07C-BAA6-FA33-6FE968618F5C}"/>
              </a:ext>
            </a:extLst>
          </p:cNvPr>
          <p:cNvSpPr txBox="1"/>
          <p:nvPr/>
        </p:nvSpPr>
        <p:spPr>
          <a:xfrm>
            <a:off x="6184787" y="1399516"/>
            <a:ext cx="1069524" cy="369332"/>
          </a:xfrm>
          <a:prstGeom prst="rect">
            <a:avLst/>
          </a:prstGeom>
          <a:noFill/>
        </p:spPr>
        <p:txBody>
          <a:bodyPr wrap="none" rtlCol="0">
            <a:spAutoFit/>
          </a:bodyPr>
          <a:lstStyle/>
          <a:p>
            <a:r>
              <a:rPr lang="en-US" dirty="0"/>
              <a:t>app.html</a:t>
            </a:r>
          </a:p>
        </p:txBody>
      </p:sp>
      <p:pic>
        <p:nvPicPr>
          <p:cNvPr id="3" name="Picture 2">
            <a:extLst>
              <a:ext uri="{FF2B5EF4-FFF2-40B4-BE49-F238E27FC236}">
                <a16:creationId xmlns:a16="http://schemas.microsoft.com/office/drawing/2014/main" id="{64D4236A-F5F3-07B9-9FF5-26B2843EFE7F}"/>
              </a:ext>
            </a:extLst>
          </p:cNvPr>
          <p:cNvPicPr>
            <a:picLocks noChangeAspect="1"/>
          </p:cNvPicPr>
          <p:nvPr/>
        </p:nvPicPr>
        <p:blipFill>
          <a:blip r:embed="rId2"/>
          <a:stretch>
            <a:fillRect/>
          </a:stretch>
        </p:blipFill>
        <p:spPr>
          <a:xfrm>
            <a:off x="380010" y="2047681"/>
            <a:ext cx="3715268" cy="2762636"/>
          </a:xfrm>
          <a:prstGeom prst="rect">
            <a:avLst/>
          </a:prstGeom>
        </p:spPr>
      </p:pic>
      <p:pic>
        <p:nvPicPr>
          <p:cNvPr id="6" name="Picture 5">
            <a:extLst>
              <a:ext uri="{FF2B5EF4-FFF2-40B4-BE49-F238E27FC236}">
                <a16:creationId xmlns:a16="http://schemas.microsoft.com/office/drawing/2014/main" id="{AC21707E-5977-17DD-3BEB-2AF3AF970458}"/>
              </a:ext>
            </a:extLst>
          </p:cNvPr>
          <p:cNvPicPr>
            <a:picLocks noChangeAspect="1"/>
          </p:cNvPicPr>
          <p:nvPr/>
        </p:nvPicPr>
        <p:blipFill>
          <a:blip r:embed="rId3"/>
          <a:stretch>
            <a:fillRect/>
          </a:stretch>
        </p:blipFill>
        <p:spPr>
          <a:xfrm>
            <a:off x="5048724" y="1890496"/>
            <a:ext cx="3915321" cy="314369"/>
          </a:xfrm>
          <a:prstGeom prst="rect">
            <a:avLst/>
          </a:prstGeom>
        </p:spPr>
      </p:pic>
    </p:spTree>
    <p:extLst>
      <p:ext uri="{BB962C8B-B14F-4D97-AF65-F5344CB8AC3E}">
        <p14:creationId xmlns:p14="http://schemas.microsoft.com/office/powerpoint/2010/main" val="260202461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56EFDF-DF39-D51B-226A-02DBA4792FCD}"/>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51E76C38-7C3A-E1E6-F1C3-CB536D19D9FB}"/>
              </a:ext>
            </a:extLst>
          </p:cNvPr>
          <p:cNvSpPr>
            <a:spLocks noGrp="1"/>
          </p:cNvSpPr>
          <p:nvPr>
            <p:ph type="sldNum" sz="quarter" idx="12"/>
          </p:nvPr>
        </p:nvSpPr>
        <p:spPr/>
        <p:txBody>
          <a:bodyPr/>
          <a:lstStyle/>
          <a:p>
            <a:fld id="{F6728BC2-ACA3-447C-A909-F3F49211C066}" type="slidenum">
              <a:rPr lang="en-US" smtClean="0"/>
              <a:pPr/>
              <a:t>49</a:t>
            </a:fld>
            <a:endParaRPr lang="en-US" dirty="0"/>
          </a:p>
        </p:txBody>
      </p:sp>
      <p:sp>
        <p:nvSpPr>
          <p:cNvPr id="6" name="Content Placeholder 5">
            <a:extLst>
              <a:ext uri="{FF2B5EF4-FFF2-40B4-BE49-F238E27FC236}">
                <a16:creationId xmlns:a16="http://schemas.microsoft.com/office/drawing/2014/main" id="{900E3DC5-9777-0071-6C72-31BE544BA378}"/>
              </a:ext>
            </a:extLst>
          </p:cNvPr>
          <p:cNvSpPr>
            <a:spLocks noGrp="1"/>
          </p:cNvSpPr>
          <p:nvPr>
            <p:ph idx="1"/>
          </p:nvPr>
        </p:nvSpPr>
        <p:spPr>
          <a:xfrm>
            <a:off x="380010" y="1481446"/>
            <a:ext cx="8383980" cy="4882266"/>
          </a:xfrm>
        </p:spPr>
        <p:txBody>
          <a:bodyPr>
            <a:normAutofit fontScale="92500"/>
          </a:bodyPr>
          <a:lstStyle/>
          <a:p>
            <a:pPr marL="0" indent="0">
              <a:buNone/>
            </a:pPr>
            <a:r>
              <a:rPr lang="en-US" b="1" dirty="0"/>
              <a:t>Structural Directives</a:t>
            </a:r>
            <a:endParaRPr lang="en-US" dirty="0"/>
          </a:p>
          <a:p>
            <a:r>
              <a:rPr lang="en-US" dirty="0"/>
              <a:t>Structural directives are used for adding, removing, or manipulating DOM elements.</a:t>
            </a:r>
          </a:p>
          <a:p>
            <a:r>
              <a:rPr lang="en-US" dirty="0"/>
              <a:t>Structural directives start with an asterisk (*) followed by a directive name.</a:t>
            </a:r>
          </a:p>
          <a:p>
            <a:r>
              <a:rPr lang="en-US" dirty="0"/>
              <a:t>There are three built-in structural directives; however, they are deprecated as of Angular 20 (very recent) – we will examine these, and their replacements</a:t>
            </a:r>
          </a:p>
          <a:p>
            <a:pPr lvl="1"/>
            <a:r>
              <a:rPr lang="en-US" dirty="0" err="1"/>
              <a:t>ngIf</a:t>
            </a:r>
            <a:r>
              <a:rPr lang="en-US" dirty="0"/>
              <a:t> – Replace by  ‘ @if ’</a:t>
            </a:r>
          </a:p>
          <a:p>
            <a:pPr lvl="1"/>
            <a:r>
              <a:rPr lang="en-US" dirty="0" err="1"/>
              <a:t>ngFor</a:t>
            </a:r>
            <a:r>
              <a:rPr lang="en-US" dirty="0"/>
              <a:t> – Replaced by ‘ @for ’</a:t>
            </a:r>
          </a:p>
          <a:p>
            <a:pPr lvl="1"/>
            <a:r>
              <a:rPr lang="en-US" dirty="0" err="1"/>
              <a:t>ngSwitch</a:t>
            </a:r>
            <a:r>
              <a:rPr lang="en-US" dirty="0"/>
              <a:t> – Replaced by ‘ @switch ’</a:t>
            </a:r>
          </a:p>
        </p:txBody>
      </p:sp>
      <p:sp>
        <p:nvSpPr>
          <p:cNvPr id="8" name="Title 7">
            <a:extLst>
              <a:ext uri="{FF2B5EF4-FFF2-40B4-BE49-F238E27FC236}">
                <a16:creationId xmlns:a16="http://schemas.microsoft.com/office/drawing/2014/main" id="{09A931CF-4576-B4F9-8B45-814D53944B2F}"/>
              </a:ext>
            </a:extLst>
          </p:cNvPr>
          <p:cNvSpPr>
            <a:spLocks noGrp="1"/>
          </p:cNvSpPr>
          <p:nvPr>
            <p:ph type="title"/>
          </p:nvPr>
        </p:nvSpPr>
        <p:spPr/>
        <p:txBody>
          <a:bodyPr/>
          <a:lstStyle/>
          <a:p>
            <a:r>
              <a:rPr lang="en-US" dirty="0"/>
              <a:t>Structural Directives</a:t>
            </a:r>
          </a:p>
        </p:txBody>
      </p:sp>
    </p:spTree>
    <p:extLst>
      <p:ext uri="{BB962C8B-B14F-4D97-AF65-F5344CB8AC3E}">
        <p14:creationId xmlns:p14="http://schemas.microsoft.com/office/powerpoint/2010/main" val="7100766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6">
                                            <p:txEl>
                                              <p:pRg st="4" end="4"/>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6">
                                            <p:txEl>
                                              <p:pRg st="5" end="5"/>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9451F6-76BD-FD3D-D9C6-DC9B32F275E1}"/>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39E5D2AF-1942-21D7-F798-AB52D8009589}"/>
              </a:ext>
            </a:extLst>
          </p:cNvPr>
          <p:cNvSpPr>
            <a:spLocks noGrp="1"/>
          </p:cNvSpPr>
          <p:nvPr>
            <p:ph type="sldNum" sz="quarter" idx="12"/>
          </p:nvPr>
        </p:nvSpPr>
        <p:spPr/>
        <p:txBody>
          <a:bodyPr/>
          <a:lstStyle/>
          <a:p>
            <a:fld id="{F6728BC2-ACA3-447C-A909-F3F49211C066}" type="slidenum">
              <a:rPr lang="en-US" smtClean="0"/>
              <a:pPr/>
              <a:t>50</a:t>
            </a:fld>
            <a:endParaRPr lang="en-US" dirty="0"/>
          </a:p>
        </p:txBody>
      </p:sp>
      <p:sp>
        <p:nvSpPr>
          <p:cNvPr id="6" name="Content Placeholder 5">
            <a:extLst>
              <a:ext uri="{FF2B5EF4-FFF2-40B4-BE49-F238E27FC236}">
                <a16:creationId xmlns:a16="http://schemas.microsoft.com/office/drawing/2014/main" id="{10883C8F-424E-110F-CC7A-17F2A9C1BE8B}"/>
              </a:ext>
            </a:extLst>
          </p:cNvPr>
          <p:cNvSpPr>
            <a:spLocks noGrp="1"/>
          </p:cNvSpPr>
          <p:nvPr>
            <p:ph idx="1"/>
          </p:nvPr>
        </p:nvSpPr>
        <p:spPr>
          <a:xfrm>
            <a:off x="380010" y="1481446"/>
            <a:ext cx="4282424" cy="4882266"/>
          </a:xfrm>
        </p:spPr>
        <p:txBody>
          <a:bodyPr>
            <a:normAutofit/>
          </a:bodyPr>
          <a:lstStyle/>
          <a:p>
            <a:r>
              <a:rPr lang="en-US" b="1" dirty="0" err="1"/>
              <a:t>ngIf</a:t>
            </a:r>
            <a:r>
              <a:rPr lang="en-US" dirty="0"/>
              <a:t> allows you tube add or remove DOM elements based on a Boolean expression.</a:t>
            </a:r>
          </a:p>
          <a:p>
            <a:endParaRPr lang="en-US" dirty="0"/>
          </a:p>
          <a:p>
            <a:r>
              <a:rPr lang="en-US" dirty="0"/>
              <a:t>Instead, use the ‘@if’ conditional block in your template.</a:t>
            </a:r>
          </a:p>
          <a:p>
            <a:pPr lvl="1"/>
            <a:r>
              <a:rPr lang="en-US" dirty="0"/>
              <a:t>Note: ‘@else if’ and ‘@else’ can be used as well</a:t>
            </a:r>
          </a:p>
        </p:txBody>
      </p:sp>
      <p:sp>
        <p:nvSpPr>
          <p:cNvPr id="8" name="Title 7">
            <a:extLst>
              <a:ext uri="{FF2B5EF4-FFF2-40B4-BE49-F238E27FC236}">
                <a16:creationId xmlns:a16="http://schemas.microsoft.com/office/drawing/2014/main" id="{AFA2219D-111F-1F75-EFFA-FA2F980A6551}"/>
              </a:ext>
            </a:extLst>
          </p:cNvPr>
          <p:cNvSpPr>
            <a:spLocks noGrp="1"/>
          </p:cNvSpPr>
          <p:nvPr>
            <p:ph type="title"/>
          </p:nvPr>
        </p:nvSpPr>
        <p:spPr/>
        <p:txBody>
          <a:bodyPr/>
          <a:lstStyle/>
          <a:p>
            <a:r>
              <a:rPr lang="en-US" dirty="0"/>
              <a:t>Structural Directives – </a:t>
            </a:r>
            <a:r>
              <a:rPr lang="en-US" dirty="0" err="1"/>
              <a:t>ngIf</a:t>
            </a:r>
            <a:endParaRPr lang="en-US" dirty="0"/>
          </a:p>
        </p:txBody>
      </p:sp>
      <p:pic>
        <p:nvPicPr>
          <p:cNvPr id="2" name="Picture 1">
            <a:extLst>
              <a:ext uri="{FF2B5EF4-FFF2-40B4-BE49-F238E27FC236}">
                <a16:creationId xmlns:a16="http://schemas.microsoft.com/office/drawing/2014/main" id="{5028EE58-CDE3-323A-CCDD-458A04E6664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62434" y="1307983"/>
            <a:ext cx="4481565" cy="19970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 name="Picture 4">
            <a:extLst>
              <a:ext uri="{FF2B5EF4-FFF2-40B4-BE49-F238E27FC236}">
                <a16:creationId xmlns:a16="http://schemas.microsoft.com/office/drawing/2014/main" id="{01770F7C-CD4C-6D64-A244-D4760723B5B3}"/>
              </a:ext>
            </a:extLst>
          </p:cNvPr>
          <p:cNvPicPr>
            <a:picLocks noChangeAspect="1"/>
          </p:cNvPicPr>
          <p:nvPr/>
        </p:nvPicPr>
        <p:blipFill>
          <a:blip r:embed="rId3"/>
          <a:stretch>
            <a:fillRect/>
          </a:stretch>
        </p:blipFill>
        <p:spPr>
          <a:xfrm>
            <a:off x="4642154" y="3922579"/>
            <a:ext cx="4342274" cy="1860974"/>
          </a:xfrm>
          <a:prstGeom prst="rect">
            <a:avLst/>
          </a:prstGeom>
        </p:spPr>
      </p:pic>
    </p:spTree>
    <p:extLst>
      <p:ext uri="{BB962C8B-B14F-4D97-AF65-F5344CB8AC3E}">
        <p14:creationId xmlns:p14="http://schemas.microsoft.com/office/powerpoint/2010/main" val="31434773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53A2D3-939C-BD7D-EDAD-FB9A29C77D8B}"/>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5B4B0EAE-74E8-EB39-2B70-1BE48BDD5BEC}"/>
              </a:ext>
            </a:extLst>
          </p:cNvPr>
          <p:cNvSpPr>
            <a:spLocks noGrp="1"/>
          </p:cNvSpPr>
          <p:nvPr>
            <p:ph type="sldNum" sz="quarter" idx="12"/>
          </p:nvPr>
        </p:nvSpPr>
        <p:spPr/>
        <p:txBody>
          <a:bodyPr/>
          <a:lstStyle/>
          <a:p>
            <a:fld id="{F6728BC2-ACA3-447C-A909-F3F49211C066}" type="slidenum">
              <a:rPr lang="en-US" smtClean="0"/>
              <a:pPr/>
              <a:t>51</a:t>
            </a:fld>
            <a:endParaRPr lang="en-US" dirty="0"/>
          </a:p>
        </p:txBody>
      </p:sp>
      <p:sp>
        <p:nvSpPr>
          <p:cNvPr id="6" name="Content Placeholder 5">
            <a:extLst>
              <a:ext uri="{FF2B5EF4-FFF2-40B4-BE49-F238E27FC236}">
                <a16:creationId xmlns:a16="http://schemas.microsoft.com/office/drawing/2014/main" id="{01A6B475-F4B2-13E1-EFCB-E5E7B0F8E352}"/>
              </a:ext>
            </a:extLst>
          </p:cNvPr>
          <p:cNvSpPr>
            <a:spLocks noGrp="1"/>
          </p:cNvSpPr>
          <p:nvPr>
            <p:ph idx="1"/>
          </p:nvPr>
        </p:nvSpPr>
        <p:spPr>
          <a:xfrm>
            <a:off x="380009" y="1481446"/>
            <a:ext cx="8341959" cy="1512963"/>
          </a:xfrm>
        </p:spPr>
        <p:txBody>
          <a:bodyPr>
            <a:normAutofit/>
          </a:bodyPr>
          <a:lstStyle/>
          <a:p>
            <a:r>
              <a:rPr lang="en-US" b="1" dirty="0" err="1"/>
              <a:t>ngFor</a:t>
            </a:r>
            <a:r>
              <a:rPr lang="en-US" dirty="0"/>
              <a:t> directive is used to repeat a part of the HTML template, once per each item from an </a:t>
            </a:r>
            <a:r>
              <a:rPr lang="en-US" dirty="0" err="1"/>
              <a:t>iterable</a:t>
            </a:r>
            <a:r>
              <a:rPr lang="en-US" dirty="0"/>
              <a:t> list.</a:t>
            </a:r>
          </a:p>
        </p:txBody>
      </p:sp>
      <p:sp>
        <p:nvSpPr>
          <p:cNvPr id="8" name="Title 7">
            <a:extLst>
              <a:ext uri="{FF2B5EF4-FFF2-40B4-BE49-F238E27FC236}">
                <a16:creationId xmlns:a16="http://schemas.microsoft.com/office/drawing/2014/main" id="{EAAEF899-0EF0-E2F3-B79B-E5B4192CA42F}"/>
              </a:ext>
            </a:extLst>
          </p:cNvPr>
          <p:cNvSpPr>
            <a:spLocks noGrp="1"/>
          </p:cNvSpPr>
          <p:nvPr>
            <p:ph type="title"/>
          </p:nvPr>
        </p:nvSpPr>
        <p:spPr/>
        <p:txBody>
          <a:bodyPr/>
          <a:lstStyle/>
          <a:p>
            <a:r>
              <a:rPr lang="en-US" dirty="0"/>
              <a:t>Structural Directives - </a:t>
            </a:r>
            <a:r>
              <a:rPr lang="en-US" dirty="0" err="1"/>
              <a:t>ngFor</a:t>
            </a:r>
            <a:endParaRPr lang="en-US" dirty="0"/>
          </a:p>
        </p:txBody>
      </p:sp>
      <p:pic>
        <p:nvPicPr>
          <p:cNvPr id="3" name="Picture 2">
            <a:extLst>
              <a:ext uri="{FF2B5EF4-FFF2-40B4-BE49-F238E27FC236}">
                <a16:creationId xmlns:a16="http://schemas.microsoft.com/office/drawing/2014/main" id="{E33BD764-505A-D724-A146-6E177DD780D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2032" y="3041074"/>
            <a:ext cx="3581400" cy="3505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 name="Picture 6">
            <a:extLst>
              <a:ext uri="{FF2B5EF4-FFF2-40B4-BE49-F238E27FC236}">
                <a16:creationId xmlns:a16="http://schemas.microsoft.com/office/drawing/2014/main" id="{EF7ABE0C-CA37-F9C3-D831-96886433515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71603" y="4204979"/>
            <a:ext cx="4250365" cy="1171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3077747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BF1352-9E0F-3CE6-8DC5-985EB670FA1D}"/>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6B4D425E-C3AC-9AD5-67F1-E187612C4356}"/>
              </a:ext>
            </a:extLst>
          </p:cNvPr>
          <p:cNvSpPr>
            <a:spLocks noGrp="1"/>
          </p:cNvSpPr>
          <p:nvPr>
            <p:ph type="sldNum" sz="quarter" idx="12"/>
          </p:nvPr>
        </p:nvSpPr>
        <p:spPr/>
        <p:txBody>
          <a:bodyPr/>
          <a:lstStyle/>
          <a:p>
            <a:fld id="{F6728BC2-ACA3-447C-A909-F3F49211C066}" type="slidenum">
              <a:rPr lang="en-US" smtClean="0"/>
              <a:pPr/>
              <a:t>52</a:t>
            </a:fld>
            <a:endParaRPr lang="en-US" dirty="0"/>
          </a:p>
        </p:txBody>
      </p:sp>
      <p:sp>
        <p:nvSpPr>
          <p:cNvPr id="6" name="Content Placeholder 5">
            <a:extLst>
              <a:ext uri="{FF2B5EF4-FFF2-40B4-BE49-F238E27FC236}">
                <a16:creationId xmlns:a16="http://schemas.microsoft.com/office/drawing/2014/main" id="{02C0B8AE-AC31-D122-DCF3-C119922D0D07}"/>
              </a:ext>
            </a:extLst>
          </p:cNvPr>
          <p:cNvSpPr>
            <a:spLocks noGrp="1"/>
          </p:cNvSpPr>
          <p:nvPr>
            <p:ph idx="1"/>
          </p:nvPr>
        </p:nvSpPr>
        <p:spPr>
          <a:xfrm>
            <a:off x="380009" y="1383120"/>
            <a:ext cx="8341959" cy="1342140"/>
          </a:xfrm>
        </p:spPr>
        <p:txBody>
          <a:bodyPr>
            <a:normAutofit fontScale="85000" lnSpcReduction="10000"/>
          </a:bodyPr>
          <a:lstStyle/>
          <a:p>
            <a:r>
              <a:rPr lang="en-US" b="1" dirty="0"/>
              <a:t>‘@for’</a:t>
            </a:r>
            <a:r>
              <a:rPr lang="en-US" dirty="0"/>
              <a:t> block replaces the </a:t>
            </a:r>
            <a:r>
              <a:rPr lang="en-US" dirty="0" err="1"/>
              <a:t>ngFor</a:t>
            </a:r>
            <a:r>
              <a:rPr lang="en-US" dirty="0"/>
              <a:t> directive</a:t>
            </a:r>
          </a:p>
          <a:p>
            <a:pPr lvl="1"/>
            <a:r>
              <a:rPr lang="en-US" dirty="0"/>
              <a:t>Note: your for statement must include a ‘track’ expression using the ‘track’ keyword For Angular to maintain the relationship between the data and the DOM nodes on </a:t>
            </a:r>
            <a:r>
              <a:rPr lang="en-US" dirty="0" err="1"/>
              <a:t>te</a:t>
            </a:r>
            <a:r>
              <a:rPr lang="en-US" dirty="0"/>
              <a:t> page.</a:t>
            </a:r>
          </a:p>
        </p:txBody>
      </p:sp>
      <p:sp>
        <p:nvSpPr>
          <p:cNvPr id="8" name="Title 7">
            <a:extLst>
              <a:ext uri="{FF2B5EF4-FFF2-40B4-BE49-F238E27FC236}">
                <a16:creationId xmlns:a16="http://schemas.microsoft.com/office/drawing/2014/main" id="{BF742B5C-F6B3-FAC8-5008-FD752D36DA1E}"/>
              </a:ext>
            </a:extLst>
          </p:cNvPr>
          <p:cNvSpPr>
            <a:spLocks noGrp="1"/>
          </p:cNvSpPr>
          <p:nvPr>
            <p:ph type="title"/>
          </p:nvPr>
        </p:nvSpPr>
        <p:spPr/>
        <p:txBody>
          <a:bodyPr/>
          <a:lstStyle/>
          <a:p>
            <a:r>
              <a:rPr lang="en-US" dirty="0"/>
              <a:t>Structural Directives - </a:t>
            </a:r>
            <a:r>
              <a:rPr lang="en-US" dirty="0" err="1"/>
              <a:t>ngFor</a:t>
            </a:r>
            <a:endParaRPr lang="en-US" dirty="0"/>
          </a:p>
        </p:txBody>
      </p:sp>
      <p:pic>
        <p:nvPicPr>
          <p:cNvPr id="5" name="Picture 4">
            <a:extLst>
              <a:ext uri="{FF2B5EF4-FFF2-40B4-BE49-F238E27FC236}">
                <a16:creationId xmlns:a16="http://schemas.microsoft.com/office/drawing/2014/main" id="{70468C52-4FD7-1CA2-EE69-9E5D67DF65D0}"/>
              </a:ext>
            </a:extLst>
          </p:cNvPr>
          <p:cNvPicPr>
            <a:picLocks noChangeAspect="1"/>
          </p:cNvPicPr>
          <p:nvPr/>
        </p:nvPicPr>
        <p:blipFill>
          <a:blip r:embed="rId2"/>
          <a:stretch>
            <a:fillRect/>
          </a:stretch>
        </p:blipFill>
        <p:spPr>
          <a:xfrm>
            <a:off x="4863805" y="3896250"/>
            <a:ext cx="3858163" cy="1448002"/>
          </a:xfrm>
          <a:prstGeom prst="rect">
            <a:avLst/>
          </a:prstGeom>
        </p:spPr>
      </p:pic>
      <p:pic>
        <p:nvPicPr>
          <p:cNvPr id="10" name="Picture 9">
            <a:extLst>
              <a:ext uri="{FF2B5EF4-FFF2-40B4-BE49-F238E27FC236}">
                <a16:creationId xmlns:a16="http://schemas.microsoft.com/office/drawing/2014/main" id="{5FC07FC3-AEDD-144A-A718-515C68881EEC}"/>
              </a:ext>
            </a:extLst>
          </p:cNvPr>
          <p:cNvPicPr>
            <a:picLocks noChangeAspect="1"/>
          </p:cNvPicPr>
          <p:nvPr/>
        </p:nvPicPr>
        <p:blipFill>
          <a:blip r:embed="rId3"/>
          <a:stretch>
            <a:fillRect/>
          </a:stretch>
        </p:blipFill>
        <p:spPr>
          <a:xfrm>
            <a:off x="628100" y="2780731"/>
            <a:ext cx="3943900" cy="4077269"/>
          </a:xfrm>
          <a:prstGeom prst="rect">
            <a:avLst/>
          </a:prstGeom>
        </p:spPr>
      </p:pic>
    </p:spTree>
    <p:extLst>
      <p:ext uri="{BB962C8B-B14F-4D97-AF65-F5344CB8AC3E}">
        <p14:creationId xmlns:p14="http://schemas.microsoft.com/office/powerpoint/2010/main" val="39307333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AB9E35-677D-4367-4C52-D3A9EBE2DDC1}"/>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49806FC-BAF3-29D9-071C-D31402E06BF5}"/>
              </a:ext>
            </a:extLst>
          </p:cNvPr>
          <p:cNvSpPr>
            <a:spLocks noGrp="1"/>
          </p:cNvSpPr>
          <p:nvPr>
            <p:ph type="sldNum" sz="quarter" idx="12"/>
          </p:nvPr>
        </p:nvSpPr>
        <p:spPr/>
        <p:txBody>
          <a:bodyPr/>
          <a:lstStyle/>
          <a:p>
            <a:fld id="{F6728BC2-ACA3-447C-A909-F3F49211C066}" type="slidenum">
              <a:rPr lang="en-US" smtClean="0"/>
              <a:pPr/>
              <a:t>53</a:t>
            </a:fld>
            <a:endParaRPr lang="en-US" dirty="0"/>
          </a:p>
        </p:txBody>
      </p:sp>
      <p:sp>
        <p:nvSpPr>
          <p:cNvPr id="6" name="Content Placeholder 5">
            <a:extLst>
              <a:ext uri="{FF2B5EF4-FFF2-40B4-BE49-F238E27FC236}">
                <a16:creationId xmlns:a16="http://schemas.microsoft.com/office/drawing/2014/main" id="{5F7399E3-825C-ABE6-AC31-C0EDE0D91347}"/>
              </a:ext>
            </a:extLst>
          </p:cNvPr>
          <p:cNvSpPr>
            <a:spLocks noGrp="1"/>
          </p:cNvSpPr>
          <p:nvPr>
            <p:ph idx="1"/>
          </p:nvPr>
        </p:nvSpPr>
        <p:spPr>
          <a:xfrm>
            <a:off x="380009" y="1383119"/>
            <a:ext cx="8341959" cy="1500757"/>
          </a:xfrm>
        </p:spPr>
        <p:txBody>
          <a:bodyPr>
            <a:normAutofit fontScale="92500"/>
          </a:bodyPr>
          <a:lstStyle/>
          <a:p>
            <a:r>
              <a:rPr lang="en-US" b="1" dirty="0" err="1"/>
              <a:t>ngSwitch</a:t>
            </a:r>
            <a:r>
              <a:rPr lang="en-US" dirty="0"/>
              <a:t> uses a set of cooperating directives, </a:t>
            </a:r>
            <a:r>
              <a:rPr lang="en-US" b="1" dirty="0" err="1"/>
              <a:t>ngSwitch</a:t>
            </a:r>
            <a:r>
              <a:rPr lang="en-US" b="1" dirty="0"/>
              <a:t>, </a:t>
            </a:r>
            <a:r>
              <a:rPr lang="en-US" b="1" dirty="0" err="1"/>
              <a:t>ngSwitchCase</a:t>
            </a:r>
            <a:r>
              <a:rPr lang="en-US" dirty="0"/>
              <a:t> and </a:t>
            </a:r>
            <a:r>
              <a:rPr lang="en-US" b="1" dirty="0" err="1"/>
              <a:t>NgSwitchDefault</a:t>
            </a:r>
            <a:endParaRPr lang="en-US" dirty="0"/>
          </a:p>
          <a:p>
            <a:r>
              <a:rPr lang="en-US" b="1" dirty="0" err="1"/>
              <a:t>NgSwitch</a:t>
            </a:r>
            <a:r>
              <a:rPr lang="en-US" b="1" dirty="0"/>
              <a:t> </a:t>
            </a:r>
            <a:r>
              <a:rPr lang="en-US" dirty="0"/>
              <a:t>controls the behavior of the other two</a:t>
            </a:r>
          </a:p>
        </p:txBody>
      </p:sp>
      <p:sp>
        <p:nvSpPr>
          <p:cNvPr id="8" name="Title 7">
            <a:extLst>
              <a:ext uri="{FF2B5EF4-FFF2-40B4-BE49-F238E27FC236}">
                <a16:creationId xmlns:a16="http://schemas.microsoft.com/office/drawing/2014/main" id="{7863EE26-68A0-C354-74E4-49567109CDA4}"/>
              </a:ext>
            </a:extLst>
          </p:cNvPr>
          <p:cNvSpPr>
            <a:spLocks noGrp="1"/>
          </p:cNvSpPr>
          <p:nvPr>
            <p:ph type="title"/>
          </p:nvPr>
        </p:nvSpPr>
        <p:spPr/>
        <p:txBody>
          <a:bodyPr/>
          <a:lstStyle/>
          <a:p>
            <a:r>
              <a:rPr lang="en-US" dirty="0"/>
              <a:t>Structural Directives - </a:t>
            </a:r>
            <a:r>
              <a:rPr lang="en-US" dirty="0" err="1"/>
              <a:t>ngSwitch</a:t>
            </a:r>
            <a:endParaRPr lang="en-US" dirty="0"/>
          </a:p>
        </p:txBody>
      </p:sp>
      <p:pic>
        <p:nvPicPr>
          <p:cNvPr id="2" name="Picture 1">
            <a:extLst>
              <a:ext uri="{FF2B5EF4-FFF2-40B4-BE49-F238E27FC236}">
                <a16:creationId xmlns:a16="http://schemas.microsoft.com/office/drawing/2014/main" id="{DA5D2720-23AF-2C94-F441-B7DAB4544E27}"/>
              </a:ext>
            </a:extLst>
          </p:cNvPr>
          <p:cNvPicPr>
            <a:picLocks noGrp="1"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57103" y="3269674"/>
            <a:ext cx="5987769" cy="3276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7799621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DA13B5-DADC-3078-F54B-AC5C11AF3099}"/>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0D55C6BE-9C96-2840-0089-F2312F402F2A}"/>
              </a:ext>
            </a:extLst>
          </p:cNvPr>
          <p:cNvSpPr>
            <a:spLocks noGrp="1"/>
          </p:cNvSpPr>
          <p:nvPr>
            <p:ph type="sldNum" sz="quarter" idx="12"/>
          </p:nvPr>
        </p:nvSpPr>
        <p:spPr/>
        <p:txBody>
          <a:bodyPr/>
          <a:lstStyle/>
          <a:p>
            <a:fld id="{F6728BC2-ACA3-447C-A909-F3F49211C066}" type="slidenum">
              <a:rPr lang="en-US" smtClean="0"/>
              <a:pPr/>
              <a:t>54</a:t>
            </a:fld>
            <a:endParaRPr lang="en-US" dirty="0"/>
          </a:p>
        </p:txBody>
      </p:sp>
      <p:sp>
        <p:nvSpPr>
          <p:cNvPr id="6" name="Content Placeholder 5">
            <a:extLst>
              <a:ext uri="{FF2B5EF4-FFF2-40B4-BE49-F238E27FC236}">
                <a16:creationId xmlns:a16="http://schemas.microsoft.com/office/drawing/2014/main" id="{D555835A-034B-FDA4-E94A-32FC764DBABE}"/>
              </a:ext>
            </a:extLst>
          </p:cNvPr>
          <p:cNvSpPr>
            <a:spLocks noGrp="1"/>
          </p:cNvSpPr>
          <p:nvPr>
            <p:ph idx="1"/>
          </p:nvPr>
        </p:nvSpPr>
        <p:spPr>
          <a:xfrm>
            <a:off x="380010" y="1383119"/>
            <a:ext cx="5297310" cy="2666367"/>
          </a:xfrm>
        </p:spPr>
        <p:txBody>
          <a:bodyPr>
            <a:normAutofit fontScale="77500" lnSpcReduction="20000"/>
          </a:bodyPr>
          <a:lstStyle/>
          <a:p>
            <a:r>
              <a:rPr lang="en-US" b="1" dirty="0"/>
              <a:t>@switch </a:t>
            </a:r>
            <a:r>
              <a:rPr lang="en-US" dirty="0"/>
              <a:t>replaces the </a:t>
            </a:r>
            <a:r>
              <a:rPr lang="en-US" dirty="0" err="1"/>
              <a:t>ngSwitch</a:t>
            </a:r>
            <a:r>
              <a:rPr lang="en-US" dirty="0"/>
              <a:t> and cooperating directives.</a:t>
            </a:r>
          </a:p>
          <a:p>
            <a:r>
              <a:rPr lang="en-US" dirty="0"/>
              <a:t>Note that @switch does not have ‘</a:t>
            </a:r>
            <a:r>
              <a:rPr lang="en-US" dirty="0" err="1"/>
              <a:t>fallthrough</a:t>
            </a:r>
            <a:r>
              <a:rPr lang="en-US" dirty="0"/>
              <a:t>’ so you do not need break or return statements in the block.</a:t>
            </a:r>
          </a:p>
          <a:p>
            <a:r>
              <a:rPr lang="en-US" dirty="0"/>
              <a:t>To apply multiple conditions to the same block, you may include consecutive @case statements</a:t>
            </a:r>
          </a:p>
        </p:txBody>
      </p:sp>
      <p:sp>
        <p:nvSpPr>
          <p:cNvPr id="8" name="Title 7">
            <a:extLst>
              <a:ext uri="{FF2B5EF4-FFF2-40B4-BE49-F238E27FC236}">
                <a16:creationId xmlns:a16="http://schemas.microsoft.com/office/drawing/2014/main" id="{B68D363D-981B-2623-44EE-0CD77C1E8295}"/>
              </a:ext>
            </a:extLst>
          </p:cNvPr>
          <p:cNvSpPr>
            <a:spLocks noGrp="1"/>
          </p:cNvSpPr>
          <p:nvPr>
            <p:ph type="title"/>
          </p:nvPr>
        </p:nvSpPr>
        <p:spPr/>
        <p:txBody>
          <a:bodyPr/>
          <a:lstStyle/>
          <a:p>
            <a:r>
              <a:rPr lang="en-US" dirty="0"/>
              <a:t>Structural Directives - </a:t>
            </a:r>
            <a:r>
              <a:rPr lang="en-US" dirty="0" err="1"/>
              <a:t>ngSwitch</a:t>
            </a:r>
            <a:endParaRPr lang="en-US" dirty="0"/>
          </a:p>
        </p:txBody>
      </p:sp>
      <p:pic>
        <p:nvPicPr>
          <p:cNvPr id="5" name="Picture 4">
            <a:extLst>
              <a:ext uri="{FF2B5EF4-FFF2-40B4-BE49-F238E27FC236}">
                <a16:creationId xmlns:a16="http://schemas.microsoft.com/office/drawing/2014/main" id="{AC95C0A6-9005-BA70-A1B7-30C982ACACC5}"/>
              </a:ext>
            </a:extLst>
          </p:cNvPr>
          <p:cNvPicPr>
            <a:picLocks noChangeAspect="1"/>
          </p:cNvPicPr>
          <p:nvPr/>
        </p:nvPicPr>
        <p:blipFill>
          <a:blip r:embed="rId2"/>
          <a:stretch>
            <a:fillRect/>
          </a:stretch>
        </p:blipFill>
        <p:spPr>
          <a:xfrm>
            <a:off x="5787859" y="2521718"/>
            <a:ext cx="2934109" cy="3982006"/>
          </a:xfrm>
          <a:prstGeom prst="rect">
            <a:avLst/>
          </a:prstGeom>
        </p:spPr>
      </p:pic>
      <p:pic>
        <p:nvPicPr>
          <p:cNvPr id="9" name="Picture 8">
            <a:extLst>
              <a:ext uri="{FF2B5EF4-FFF2-40B4-BE49-F238E27FC236}">
                <a16:creationId xmlns:a16="http://schemas.microsoft.com/office/drawing/2014/main" id="{304CC642-A009-B867-E16A-A8FDEEACF6EF}"/>
              </a:ext>
            </a:extLst>
          </p:cNvPr>
          <p:cNvPicPr>
            <a:picLocks noChangeAspect="1"/>
          </p:cNvPicPr>
          <p:nvPr/>
        </p:nvPicPr>
        <p:blipFill>
          <a:blip r:embed="rId3"/>
          <a:stretch>
            <a:fillRect/>
          </a:stretch>
        </p:blipFill>
        <p:spPr>
          <a:xfrm>
            <a:off x="913889" y="4446037"/>
            <a:ext cx="3658111" cy="2057687"/>
          </a:xfrm>
          <a:prstGeom prst="rect">
            <a:avLst/>
          </a:prstGeom>
        </p:spPr>
      </p:pic>
    </p:spTree>
    <p:extLst>
      <p:ext uri="{BB962C8B-B14F-4D97-AF65-F5344CB8AC3E}">
        <p14:creationId xmlns:p14="http://schemas.microsoft.com/office/powerpoint/2010/main" val="14093846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14E3D4-8C12-9C05-D9A6-9C9EB634EA06}"/>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380991C-C4A1-A2E8-2D74-FF387A28AD55}"/>
              </a:ext>
            </a:extLst>
          </p:cNvPr>
          <p:cNvSpPr>
            <a:spLocks noGrp="1"/>
          </p:cNvSpPr>
          <p:nvPr>
            <p:ph type="sldNum" sz="quarter" idx="12"/>
          </p:nvPr>
        </p:nvSpPr>
        <p:spPr/>
        <p:txBody>
          <a:bodyPr/>
          <a:lstStyle/>
          <a:p>
            <a:fld id="{F6728BC2-ACA3-447C-A909-F3F49211C066}" type="slidenum">
              <a:rPr lang="en-US" smtClean="0"/>
              <a:pPr/>
              <a:t>55</a:t>
            </a:fld>
            <a:endParaRPr lang="en-US" dirty="0"/>
          </a:p>
        </p:txBody>
      </p:sp>
      <p:sp>
        <p:nvSpPr>
          <p:cNvPr id="6" name="Content Placeholder 5">
            <a:extLst>
              <a:ext uri="{FF2B5EF4-FFF2-40B4-BE49-F238E27FC236}">
                <a16:creationId xmlns:a16="http://schemas.microsoft.com/office/drawing/2014/main" id="{66F8D6BD-6DE3-1E5C-9122-CBBFED3625A0}"/>
              </a:ext>
            </a:extLst>
          </p:cNvPr>
          <p:cNvSpPr>
            <a:spLocks noGrp="1"/>
          </p:cNvSpPr>
          <p:nvPr>
            <p:ph idx="1"/>
          </p:nvPr>
        </p:nvSpPr>
        <p:spPr>
          <a:xfrm>
            <a:off x="380010" y="1481446"/>
            <a:ext cx="8352008" cy="4882266"/>
          </a:xfrm>
        </p:spPr>
        <p:txBody>
          <a:bodyPr>
            <a:normAutofit/>
          </a:bodyPr>
          <a:lstStyle/>
          <a:p>
            <a:r>
              <a:rPr lang="en-US" dirty="0"/>
              <a:t>Custom structural directives can be used with the &lt;ng-template&gt; element.</a:t>
            </a:r>
          </a:p>
          <a:p>
            <a:pPr lvl="1"/>
            <a:r>
              <a:rPr lang="en-US" dirty="0"/>
              <a:t>Note: we will not create any other directives</a:t>
            </a:r>
          </a:p>
          <a:p>
            <a:r>
              <a:rPr lang="en-US" dirty="0"/>
              <a:t>Additionally, &lt;ng-template&gt; is designed to hold other structural directives template code.</a:t>
            </a:r>
          </a:p>
          <a:p>
            <a:r>
              <a:rPr lang="en-US" dirty="0"/>
              <a:t>Keep in mind the use of &lt;ng-template&gt; with @if, @for, and @switch is not required for modern Angular</a:t>
            </a:r>
          </a:p>
        </p:txBody>
      </p:sp>
      <p:sp>
        <p:nvSpPr>
          <p:cNvPr id="8" name="Title 7">
            <a:extLst>
              <a:ext uri="{FF2B5EF4-FFF2-40B4-BE49-F238E27FC236}">
                <a16:creationId xmlns:a16="http://schemas.microsoft.com/office/drawing/2014/main" id="{1E17E496-5D25-40C1-21BB-57AFF211F547}"/>
              </a:ext>
            </a:extLst>
          </p:cNvPr>
          <p:cNvSpPr>
            <a:spLocks noGrp="1"/>
          </p:cNvSpPr>
          <p:nvPr>
            <p:ph type="title"/>
          </p:nvPr>
        </p:nvSpPr>
        <p:spPr/>
        <p:txBody>
          <a:bodyPr/>
          <a:lstStyle/>
          <a:p>
            <a:r>
              <a:rPr lang="en-US" dirty="0"/>
              <a:t>&lt;ng-template&gt;</a:t>
            </a:r>
          </a:p>
        </p:txBody>
      </p:sp>
      <p:pic>
        <p:nvPicPr>
          <p:cNvPr id="3" name="Picture 2">
            <a:extLst>
              <a:ext uri="{FF2B5EF4-FFF2-40B4-BE49-F238E27FC236}">
                <a16:creationId xmlns:a16="http://schemas.microsoft.com/office/drawing/2014/main" id="{926ABAA4-48C4-A3FD-AC97-BF4376864E4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43112" y="5134803"/>
            <a:ext cx="5057775" cy="14114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3334127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CD7E7D-6FDC-A27C-3F12-A2300E43BBDA}"/>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CDD5C81-281D-CE79-873C-81428D454BD3}"/>
              </a:ext>
            </a:extLst>
          </p:cNvPr>
          <p:cNvSpPr>
            <a:spLocks noGrp="1"/>
          </p:cNvSpPr>
          <p:nvPr>
            <p:ph type="sldNum" sz="quarter" idx="12"/>
          </p:nvPr>
        </p:nvSpPr>
        <p:spPr/>
        <p:txBody>
          <a:bodyPr/>
          <a:lstStyle/>
          <a:p>
            <a:fld id="{F6728BC2-ACA3-447C-A909-F3F49211C066}" type="slidenum">
              <a:rPr lang="en-US" smtClean="0"/>
              <a:pPr/>
              <a:t>56</a:t>
            </a:fld>
            <a:endParaRPr lang="en-US" dirty="0"/>
          </a:p>
        </p:txBody>
      </p:sp>
      <p:sp>
        <p:nvSpPr>
          <p:cNvPr id="6" name="Content Placeholder 5">
            <a:extLst>
              <a:ext uri="{FF2B5EF4-FFF2-40B4-BE49-F238E27FC236}">
                <a16:creationId xmlns:a16="http://schemas.microsoft.com/office/drawing/2014/main" id="{68AFD611-3DE5-7AE6-E8AA-A356B59A7E03}"/>
              </a:ext>
            </a:extLst>
          </p:cNvPr>
          <p:cNvSpPr>
            <a:spLocks noGrp="1"/>
          </p:cNvSpPr>
          <p:nvPr>
            <p:ph idx="1"/>
          </p:nvPr>
        </p:nvSpPr>
        <p:spPr>
          <a:xfrm>
            <a:off x="380010" y="1481446"/>
            <a:ext cx="8352008" cy="4882266"/>
          </a:xfrm>
        </p:spPr>
        <p:txBody>
          <a:bodyPr>
            <a:normAutofit/>
          </a:bodyPr>
          <a:lstStyle/>
          <a:p>
            <a:r>
              <a:rPr lang="en-US" dirty="0"/>
              <a:t>To create your own custom directives, use the CLI command: ng generate directive &lt;</a:t>
            </a:r>
            <a:r>
              <a:rPr lang="en-US" dirty="0" err="1"/>
              <a:t>directive_name</a:t>
            </a:r>
            <a:r>
              <a:rPr lang="en-US" dirty="0"/>
              <a:t>&gt;</a:t>
            </a:r>
          </a:p>
          <a:p>
            <a:r>
              <a:rPr lang="en-US" dirty="0"/>
              <a:t>After the directive is created, you should see a TypeScript file of the same, or similar name</a:t>
            </a:r>
          </a:p>
          <a:p>
            <a:r>
              <a:rPr lang="en-US" dirty="0"/>
              <a:t>Within your directive, you can apply styles.</a:t>
            </a:r>
          </a:p>
        </p:txBody>
      </p:sp>
      <p:sp>
        <p:nvSpPr>
          <p:cNvPr id="8" name="Title 7">
            <a:extLst>
              <a:ext uri="{FF2B5EF4-FFF2-40B4-BE49-F238E27FC236}">
                <a16:creationId xmlns:a16="http://schemas.microsoft.com/office/drawing/2014/main" id="{91DF22BE-5E4F-26A7-D713-5414E34DF636}"/>
              </a:ext>
            </a:extLst>
          </p:cNvPr>
          <p:cNvSpPr>
            <a:spLocks noGrp="1"/>
          </p:cNvSpPr>
          <p:nvPr>
            <p:ph type="title"/>
          </p:nvPr>
        </p:nvSpPr>
        <p:spPr/>
        <p:txBody>
          <a:bodyPr/>
          <a:lstStyle/>
          <a:p>
            <a:r>
              <a:rPr lang="en-US" dirty="0"/>
              <a:t>Custom Directives</a:t>
            </a:r>
          </a:p>
        </p:txBody>
      </p:sp>
    </p:spTree>
    <p:extLst>
      <p:ext uri="{BB962C8B-B14F-4D97-AF65-F5344CB8AC3E}">
        <p14:creationId xmlns:p14="http://schemas.microsoft.com/office/powerpoint/2010/main" val="6231985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2EB24E-B83A-A87D-6FC6-505BC3F5289E}"/>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25153E69-0C5F-3E38-AA2E-E6EE13694F05}"/>
              </a:ext>
            </a:extLst>
          </p:cNvPr>
          <p:cNvSpPr>
            <a:spLocks noGrp="1"/>
          </p:cNvSpPr>
          <p:nvPr>
            <p:ph type="sldNum" sz="quarter" idx="12"/>
          </p:nvPr>
        </p:nvSpPr>
        <p:spPr/>
        <p:txBody>
          <a:bodyPr/>
          <a:lstStyle/>
          <a:p>
            <a:fld id="{F6728BC2-ACA3-447C-A909-F3F49211C066}" type="slidenum">
              <a:rPr lang="en-US" smtClean="0"/>
              <a:pPr/>
              <a:t>57</a:t>
            </a:fld>
            <a:endParaRPr lang="en-US" dirty="0"/>
          </a:p>
        </p:txBody>
      </p:sp>
      <p:sp>
        <p:nvSpPr>
          <p:cNvPr id="8" name="Title 7">
            <a:extLst>
              <a:ext uri="{FF2B5EF4-FFF2-40B4-BE49-F238E27FC236}">
                <a16:creationId xmlns:a16="http://schemas.microsoft.com/office/drawing/2014/main" id="{0AA9B4D0-121B-82CF-1178-C9A997BFFE4F}"/>
              </a:ext>
            </a:extLst>
          </p:cNvPr>
          <p:cNvSpPr>
            <a:spLocks noGrp="1"/>
          </p:cNvSpPr>
          <p:nvPr>
            <p:ph type="title"/>
          </p:nvPr>
        </p:nvSpPr>
        <p:spPr/>
        <p:txBody>
          <a:bodyPr/>
          <a:lstStyle/>
          <a:p>
            <a:r>
              <a:rPr lang="en-US" dirty="0"/>
              <a:t>Custom Directive Example</a:t>
            </a:r>
          </a:p>
        </p:txBody>
      </p:sp>
      <p:sp>
        <p:nvSpPr>
          <p:cNvPr id="13" name="TextBox 12">
            <a:extLst>
              <a:ext uri="{FF2B5EF4-FFF2-40B4-BE49-F238E27FC236}">
                <a16:creationId xmlns:a16="http://schemas.microsoft.com/office/drawing/2014/main" id="{8647ED71-BAF6-F0FA-D858-B7E3BDD4FA60}"/>
              </a:ext>
            </a:extLst>
          </p:cNvPr>
          <p:cNvSpPr txBox="1"/>
          <p:nvPr/>
        </p:nvSpPr>
        <p:spPr>
          <a:xfrm>
            <a:off x="872524" y="1873342"/>
            <a:ext cx="2582758" cy="369332"/>
          </a:xfrm>
          <a:prstGeom prst="rect">
            <a:avLst/>
          </a:prstGeom>
          <a:noFill/>
        </p:spPr>
        <p:txBody>
          <a:bodyPr wrap="none" rtlCol="0">
            <a:spAutoFit/>
          </a:bodyPr>
          <a:lstStyle/>
          <a:p>
            <a:r>
              <a:rPr lang="en-US" dirty="0"/>
              <a:t>sample-color-</a:t>
            </a:r>
            <a:r>
              <a:rPr lang="en-US" dirty="0" err="1"/>
              <a:t>change.ts</a:t>
            </a:r>
            <a:endParaRPr lang="en-US" dirty="0"/>
          </a:p>
        </p:txBody>
      </p:sp>
      <p:sp>
        <p:nvSpPr>
          <p:cNvPr id="14" name="TextBox 13">
            <a:extLst>
              <a:ext uri="{FF2B5EF4-FFF2-40B4-BE49-F238E27FC236}">
                <a16:creationId xmlns:a16="http://schemas.microsoft.com/office/drawing/2014/main" id="{650BD1DD-84DA-6380-C63A-35E1D93F785D}"/>
              </a:ext>
            </a:extLst>
          </p:cNvPr>
          <p:cNvSpPr txBox="1"/>
          <p:nvPr/>
        </p:nvSpPr>
        <p:spPr>
          <a:xfrm>
            <a:off x="6035958" y="1905379"/>
            <a:ext cx="1774845" cy="369332"/>
          </a:xfrm>
          <a:prstGeom prst="rect">
            <a:avLst/>
          </a:prstGeom>
          <a:noFill/>
        </p:spPr>
        <p:txBody>
          <a:bodyPr wrap="none" rtlCol="0">
            <a:spAutoFit/>
          </a:bodyPr>
          <a:lstStyle/>
          <a:p>
            <a:r>
              <a:rPr lang="en-US" dirty="0" err="1"/>
              <a:t>app.ts</a:t>
            </a:r>
            <a:r>
              <a:rPr lang="en-US" dirty="0"/>
              <a:t> - imports</a:t>
            </a:r>
          </a:p>
        </p:txBody>
      </p:sp>
      <p:sp>
        <p:nvSpPr>
          <p:cNvPr id="15" name="TextBox 14">
            <a:extLst>
              <a:ext uri="{FF2B5EF4-FFF2-40B4-BE49-F238E27FC236}">
                <a16:creationId xmlns:a16="http://schemas.microsoft.com/office/drawing/2014/main" id="{0932A397-456F-CE94-8926-F4538F721C6A}"/>
              </a:ext>
            </a:extLst>
          </p:cNvPr>
          <p:cNvSpPr txBox="1"/>
          <p:nvPr/>
        </p:nvSpPr>
        <p:spPr>
          <a:xfrm>
            <a:off x="6436813" y="3662949"/>
            <a:ext cx="1069524" cy="369332"/>
          </a:xfrm>
          <a:prstGeom prst="rect">
            <a:avLst/>
          </a:prstGeom>
          <a:noFill/>
        </p:spPr>
        <p:txBody>
          <a:bodyPr wrap="none" rtlCol="0">
            <a:spAutoFit/>
          </a:bodyPr>
          <a:lstStyle/>
          <a:p>
            <a:r>
              <a:rPr lang="en-US" dirty="0"/>
              <a:t>app.html</a:t>
            </a:r>
          </a:p>
        </p:txBody>
      </p:sp>
      <p:pic>
        <p:nvPicPr>
          <p:cNvPr id="3" name="Picture 2">
            <a:extLst>
              <a:ext uri="{FF2B5EF4-FFF2-40B4-BE49-F238E27FC236}">
                <a16:creationId xmlns:a16="http://schemas.microsoft.com/office/drawing/2014/main" id="{9346DC4D-FADA-DAEE-FC85-DFA175E1FEDF}"/>
              </a:ext>
            </a:extLst>
          </p:cNvPr>
          <p:cNvPicPr>
            <a:picLocks noChangeAspect="1"/>
          </p:cNvPicPr>
          <p:nvPr/>
        </p:nvPicPr>
        <p:blipFill>
          <a:blip r:embed="rId2"/>
          <a:stretch>
            <a:fillRect/>
          </a:stretch>
        </p:blipFill>
        <p:spPr>
          <a:xfrm>
            <a:off x="105810" y="2507166"/>
            <a:ext cx="4829849" cy="3029373"/>
          </a:xfrm>
          <a:prstGeom prst="rect">
            <a:avLst/>
          </a:prstGeom>
        </p:spPr>
      </p:pic>
      <p:pic>
        <p:nvPicPr>
          <p:cNvPr id="6" name="Picture 5">
            <a:extLst>
              <a:ext uri="{FF2B5EF4-FFF2-40B4-BE49-F238E27FC236}">
                <a16:creationId xmlns:a16="http://schemas.microsoft.com/office/drawing/2014/main" id="{FF34EFB0-ECDD-561B-63C0-06F00B4E8E72}"/>
              </a:ext>
            </a:extLst>
          </p:cNvPr>
          <p:cNvPicPr>
            <a:picLocks noChangeAspect="1"/>
          </p:cNvPicPr>
          <p:nvPr/>
        </p:nvPicPr>
        <p:blipFill>
          <a:blip r:embed="rId3"/>
          <a:stretch>
            <a:fillRect/>
          </a:stretch>
        </p:blipFill>
        <p:spPr>
          <a:xfrm>
            <a:off x="5183423" y="2456852"/>
            <a:ext cx="3801005" cy="457264"/>
          </a:xfrm>
          <a:prstGeom prst="rect">
            <a:avLst/>
          </a:prstGeom>
        </p:spPr>
      </p:pic>
      <p:pic>
        <p:nvPicPr>
          <p:cNvPr id="11" name="Picture 10">
            <a:extLst>
              <a:ext uri="{FF2B5EF4-FFF2-40B4-BE49-F238E27FC236}">
                <a16:creationId xmlns:a16="http://schemas.microsoft.com/office/drawing/2014/main" id="{6A3EF723-F988-4A7C-A83A-EC89176F6E8D}"/>
              </a:ext>
            </a:extLst>
          </p:cNvPr>
          <p:cNvPicPr>
            <a:picLocks noChangeAspect="1"/>
          </p:cNvPicPr>
          <p:nvPr/>
        </p:nvPicPr>
        <p:blipFill>
          <a:blip r:embed="rId4"/>
          <a:stretch>
            <a:fillRect/>
          </a:stretch>
        </p:blipFill>
        <p:spPr>
          <a:xfrm>
            <a:off x="5337809" y="4068355"/>
            <a:ext cx="3267531" cy="628738"/>
          </a:xfrm>
          <a:prstGeom prst="rect">
            <a:avLst/>
          </a:prstGeom>
        </p:spPr>
      </p:pic>
    </p:spTree>
    <p:extLst>
      <p:ext uri="{BB962C8B-B14F-4D97-AF65-F5344CB8AC3E}">
        <p14:creationId xmlns:p14="http://schemas.microsoft.com/office/powerpoint/2010/main" val="343350612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58AAE37-6C44-EFD1-A224-1FC82F61AD64}"/>
              </a:ext>
            </a:extLst>
          </p:cNvPr>
          <p:cNvSpPr>
            <a:spLocks noGrp="1"/>
          </p:cNvSpPr>
          <p:nvPr>
            <p:ph type="sldNum" idx="12"/>
          </p:nvPr>
        </p:nvSpPr>
        <p:spPr>
          <a:xfrm>
            <a:off x="8122757" y="6363712"/>
            <a:ext cx="861671" cy="365125"/>
          </a:xfrm>
        </p:spPr>
        <p:txBody>
          <a:bodyPr spcFirstLastPara="1" wrap="square" lIns="91425" tIns="45700" rIns="91425" bIns="45700" anchor="ctr" anchorCtr="0">
            <a:normAutofit/>
          </a:bodyPr>
          <a:lstStyle/>
          <a:p>
            <a:pPr>
              <a:spcAft>
                <a:spcPts val="600"/>
              </a:spcAft>
            </a:pPr>
            <a:fld id="{00000000-1234-1234-1234-123412341234}" type="slidenum">
              <a:rPr lang="en-US" smtClean="0"/>
              <a:pPr>
                <a:spcAft>
                  <a:spcPts val="600"/>
                </a:spcAft>
              </a:pPr>
              <a:t>58</a:t>
            </a:fld>
            <a:endParaRPr lang="en-US"/>
          </a:p>
        </p:txBody>
      </p:sp>
      <p:sp>
        <p:nvSpPr>
          <p:cNvPr id="4" name="Google Shape;212;p15">
            <a:extLst>
              <a:ext uri="{FF2B5EF4-FFF2-40B4-BE49-F238E27FC236}">
                <a16:creationId xmlns:a16="http://schemas.microsoft.com/office/drawing/2014/main" id="{597E6BDC-DC3A-A131-3C64-1F04AFB6626D}"/>
              </a:ext>
            </a:extLst>
          </p:cNvPr>
          <p:cNvSpPr txBox="1">
            <a:spLocks/>
          </p:cNvSpPr>
          <p:nvPr/>
        </p:nvSpPr>
        <p:spPr>
          <a:xfrm>
            <a:off x="157163" y="2493034"/>
            <a:ext cx="8826500" cy="3591854"/>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7200" indent="-228600" algn="ctr">
              <a:spcBef>
                <a:spcPts val="560"/>
              </a:spcBef>
              <a:buClr>
                <a:schemeClr val="accent1"/>
              </a:buClr>
              <a:buSzPts val="2800"/>
            </a:pPr>
            <a:r>
              <a:rPr lang="en-US" sz="4000" b="0" i="0" u="none" strike="noStrike" cap="none" dirty="0">
                <a:solidFill>
                  <a:schemeClr val="dk2"/>
                </a:solidFill>
                <a:latin typeface="Arial"/>
                <a:ea typeface="Arial"/>
                <a:cs typeface="Arial"/>
                <a:sym typeface="Arial"/>
              </a:rPr>
              <a:t>Signals</a:t>
            </a:r>
          </a:p>
        </p:txBody>
      </p:sp>
      <p:pic>
        <p:nvPicPr>
          <p:cNvPr id="6" name="Picture 5">
            <a:extLst>
              <a:ext uri="{FF2B5EF4-FFF2-40B4-BE49-F238E27FC236}">
                <a16:creationId xmlns:a16="http://schemas.microsoft.com/office/drawing/2014/main" id="{8A8E09B7-A980-6E75-DAC8-46C12A48941D}"/>
              </a:ext>
            </a:extLst>
          </p:cNvPr>
          <p:cNvPicPr>
            <a:picLocks noChangeAspect="1"/>
          </p:cNvPicPr>
          <p:nvPr/>
        </p:nvPicPr>
        <p:blipFill>
          <a:blip r:embed="rId2"/>
          <a:stretch>
            <a:fillRect/>
          </a:stretch>
        </p:blipFill>
        <p:spPr>
          <a:xfrm>
            <a:off x="6788472" y="0"/>
            <a:ext cx="2355528" cy="864158"/>
          </a:xfrm>
          <a:prstGeom prst="rect">
            <a:avLst/>
          </a:prstGeom>
        </p:spPr>
      </p:pic>
    </p:spTree>
    <p:extLst>
      <p:ext uri="{BB962C8B-B14F-4D97-AF65-F5344CB8AC3E}">
        <p14:creationId xmlns:p14="http://schemas.microsoft.com/office/powerpoint/2010/main" val="172010091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48525D-F143-D8E4-F8D7-31CA6F8E3D56}"/>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ACF9DAC-7EFA-FFAB-98DE-FFCF75326651}"/>
              </a:ext>
            </a:extLst>
          </p:cNvPr>
          <p:cNvSpPr>
            <a:spLocks noGrp="1"/>
          </p:cNvSpPr>
          <p:nvPr>
            <p:ph type="sldNum" sz="quarter" idx="12"/>
          </p:nvPr>
        </p:nvSpPr>
        <p:spPr/>
        <p:txBody>
          <a:bodyPr/>
          <a:lstStyle/>
          <a:p>
            <a:fld id="{F6728BC2-ACA3-447C-A909-F3F49211C066}" type="slidenum">
              <a:rPr lang="en-US" smtClean="0"/>
              <a:pPr/>
              <a:t>59</a:t>
            </a:fld>
            <a:endParaRPr lang="en-US" dirty="0"/>
          </a:p>
        </p:txBody>
      </p:sp>
      <p:sp>
        <p:nvSpPr>
          <p:cNvPr id="6" name="Content Placeholder 5">
            <a:extLst>
              <a:ext uri="{FF2B5EF4-FFF2-40B4-BE49-F238E27FC236}">
                <a16:creationId xmlns:a16="http://schemas.microsoft.com/office/drawing/2014/main" id="{00511595-7F10-ECAA-75AD-E11BE5CBB2C0}"/>
              </a:ext>
            </a:extLst>
          </p:cNvPr>
          <p:cNvSpPr>
            <a:spLocks noGrp="1"/>
          </p:cNvSpPr>
          <p:nvPr>
            <p:ph idx="1"/>
          </p:nvPr>
        </p:nvSpPr>
        <p:spPr/>
        <p:txBody>
          <a:bodyPr>
            <a:normAutofit fontScale="85000" lnSpcReduction="20000"/>
          </a:bodyPr>
          <a:lstStyle/>
          <a:p>
            <a:r>
              <a:rPr lang="en-US" dirty="0"/>
              <a:t>A signal is a wrapper around a value that notifies interested consumers when that value changes. Signals contain any value, be it primitive to complex data structures.</a:t>
            </a:r>
          </a:p>
          <a:p>
            <a:r>
              <a:rPr lang="en-US" dirty="0"/>
              <a:t>You can read a signal’s value by calling it’s getter function, which allows Angular to track where the signal is used.</a:t>
            </a:r>
          </a:p>
          <a:p>
            <a:r>
              <a:rPr lang="en-US" dirty="0"/>
              <a:t>The goal of signals is to give developers an easy-to-use reactive primitive that can be used to build application in a reactive style; allowing the framework to optimize rendering updates.</a:t>
            </a:r>
          </a:p>
          <a:p>
            <a:r>
              <a:rPr lang="en-US" dirty="0"/>
              <a:t>Signals were introduced in Angular 16, and by Angular 19 and 20 became fully stabilized in the Signals API.</a:t>
            </a:r>
          </a:p>
        </p:txBody>
      </p:sp>
      <p:sp>
        <p:nvSpPr>
          <p:cNvPr id="8" name="Title 7">
            <a:extLst>
              <a:ext uri="{FF2B5EF4-FFF2-40B4-BE49-F238E27FC236}">
                <a16:creationId xmlns:a16="http://schemas.microsoft.com/office/drawing/2014/main" id="{5A196F5F-0593-2237-BFD3-E398ECC5BC67}"/>
              </a:ext>
            </a:extLst>
          </p:cNvPr>
          <p:cNvSpPr>
            <a:spLocks noGrp="1"/>
          </p:cNvSpPr>
          <p:nvPr>
            <p:ph type="title"/>
          </p:nvPr>
        </p:nvSpPr>
        <p:spPr/>
        <p:txBody>
          <a:bodyPr/>
          <a:lstStyle/>
          <a:p>
            <a:r>
              <a:rPr lang="en-US" dirty="0"/>
              <a:t>Signals</a:t>
            </a:r>
          </a:p>
        </p:txBody>
      </p:sp>
    </p:spTree>
    <p:extLst>
      <p:ext uri="{BB962C8B-B14F-4D97-AF65-F5344CB8AC3E}">
        <p14:creationId xmlns:p14="http://schemas.microsoft.com/office/powerpoint/2010/main" val="15830140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C6A106-EA22-18B3-6C32-EB0A38715C29}"/>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9B3E30B1-3F95-65BC-C747-8F048861CD4F}"/>
              </a:ext>
            </a:extLst>
          </p:cNvPr>
          <p:cNvSpPr>
            <a:spLocks noGrp="1"/>
          </p:cNvSpPr>
          <p:nvPr>
            <p:ph type="sldNum" sz="quarter" idx="12"/>
          </p:nvPr>
        </p:nvSpPr>
        <p:spPr/>
        <p:txBody>
          <a:bodyPr/>
          <a:lstStyle/>
          <a:p>
            <a:fld id="{F6728BC2-ACA3-447C-A909-F3F49211C066}" type="slidenum">
              <a:rPr lang="en-US" smtClean="0"/>
              <a:pPr/>
              <a:t>60</a:t>
            </a:fld>
            <a:endParaRPr lang="en-US" dirty="0"/>
          </a:p>
        </p:txBody>
      </p:sp>
      <p:sp>
        <p:nvSpPr>
          <p:cNvPr id="6" name="Content Placeholder 5">
            <a:extLst>
              <a:ext uri="{FF2B5EF4-FFF2-40B4-BE49-F238E27FC236}">
                <a16:creationId xmlns:a16="http://schemas.microsoft.com/office/drawing/2014/main" id="{7C797164-A6AB-E8CD-44C5-7BD21C71473F}"/>
              </a:ext>
            </a:extLst>
          </p:cNvPr>
          <p:cNvSpPr>
            <a:spLocks noGrp="1"/>
          </p:cNvSpPr>
          <p:nvPr>
            <p:ph idx="1"/>
          </p:nvPr>
        </p:nvSpPr>
        <p:spPr/>
        <p:txBody>
          <a:bodyPr>
            <a:normAutofit/>
          </a:bodyPr>
          <a:lstStyle/>
          <a:p>
            <a:r>
              <a:rPr lang="en-US" dirty="0"/>
              <a:t>There are three Core signal types:</a:t>
            </a:r>
          </a:p>
          <a:p>
            <a:r>
              <a:rPr lang="en-US" dirty="0"/>
              <a:t>signal() – A writable signal. You create it wit an initial value, and update it using .set() or .update()</a:t>
            </a:r>
          </a:p>
          <a:p>
            <a:r>
              <a:rPr lang="en-US" dirty="0"/>
              <a:t>computed() – A read-only signal derived from other signals. It recalculates automatically when its dependencies change.</a:t>
            </a:r>
          </a:p>
          <a:p>
            <a:r>
              <a:rPr lang="en-US" dirty="0"/>
              <a:t>effect() – Runs a side effect (such as logging or an API call) whenever a signal it depends on changes.</a:t>
            </a:r>
          </a:p>
        </p:txBody>
      </p:sp>
      <p:sp>
        <p:nvSpPr>
          <p:cNvPr id="8" name="Title 7">
            <a:extLst>
              <a:ext uri="{FF2B5EF4-FFF2-40B4-BE49-F238E27FC236}">
                <a16:creationId xmlns:a16="http://schemas.microsoft.com/office/drawing/2014/main" id="{D64DF12C-8D20-83D1-4E31-6A7CFC3455A1}"/>
              </a:ext>
            </a:extLst>
          </p:cNvPr>
          <p:cNvSpPr>
            <a:spLocks noGrp="1"/>
          </p:cNvSpPr>
          <p:nvPr>
            <p:ph type="title"/>
          </p:nvPr>
        </p:nvSpPr>
        <p:spPr/>
        <p:txBody>
          <a:bodyPr/>
          <a:lstStyle/>
          <a:p>
            <a:r>
              <a:rPr lang="en-US" dirty="0"/>
              <a:t>Signal Types</a:t>
            </a:r>
          </a:p>
        </p:txBody>
      </p:sp>
    </p:spTree>
    <p:extLst>
      <p:ext uri="{BB962C8B-B14F-4D97-AF65-F5344CB8AC3E}">
        <p14:creationId xmlns:p14="http://schemas.microsoft.com/office/powerpoint/2010/main" val="9274994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618FEA-4B23-F365-8BA2-EA27E38F3DC2}"/>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A2D1925D-7CF8-14CE-17C9-2A0D0D5C7BC0}"/>
              </a:ext>
            </a:extLst>
          </p:cNvPr>
          <p:cNvSpPr>
            <a:spLocks noGrp="1"/>
          </p:cNvSpPr>
          <p:nvPr>
            <p:ph type="sldNum" sz="quarter" idx="12"/>
          </p:nvPr>
        </p:nvSpPr>
        <p:spPr/>
        <p:txBody>
          <a:bodyPr/>
          <a:lstStyle/>
          <a:p>
            <a:fld id="{F6728BC2-ACA3-447C-A909-F3F49211C066}" type="slidenum">
              <a:rPr lang="en-US" smtClean="0"/>
              <a:pPr/>
              <a:t>61</a:t>
            </a:fld>
            <a:endParaRPr lang="en-US" dirty="0"/>
          </a:p>
        </p:txBody>
      </p:sp>
      <p:sp>
        <p:nvSpPr>
          <p:cNvPr id="8" name="Title 7">
            <a:extLst>
              <a:ext uri="{FF2B5EF4-FFF2-40B4-BE49-F238E27FC236}">
                <a16:creationId xmlns:a16="http://schemas.microsoft.com/office/drawing/2014/main" id="{AA32C6BA-1D76-C795-0989-0EA5F5D6D0CE}"/>
              </a:ext>
            </a:extLst>
          </p:cNvPr>
          <p:cNvSpPr>
            <a:spLocks noGrp="1"/>
          </p:cNvSpPr>
          <p:nvPr>
            <p:ph type="title"/>
          </p:nvPr>
        </p:nvSpPr>
        <p:spPr/>
        <p:txBody>
          <a:bodyPr/>
          <a:lstStyle/>
          <a:p>
            <a:r>
              <a:rPr lang="en-US" dirty="0"/>
              <a:t>Signal - Example</a:t>
            </a:r>
          </a:p>
        </p:txBody>
      </p:sp>
      <p:pic>
        <p:nvPicPr>
          <p:cNvPr id="7" name="Picture 6">
            <a:extLst>
              <a:ext uri="{FF2B5EF4-FFF2-40B4-BE49-F238E27FC236}">
                <a16:creationId xmlns:a16="http://schemas.microsoft.com/office/drawing/2014/main" id="{BA41C424-D073-9A87-8BF2-CF509907FCAD}"/>
              </a:ext>
            </a:extLst>
          </p:cNvPr>
          <p:cNvPicPr>
            <a:picLocks noChangeAspect="1"/>
          </p:cNvPicPr>
          <p:nvPr/>
        </p:nvPicPr>
        <p:blipFill>
          <a:blip r:embed="rId2"/>
          <a:stretch>
            <a:fillRect/>
          </a:stretch>
        </p:blipFill>
        <p:spPr>
          <a:xfrm>
            <a:off x="2280918" y="1607580"/>
            <a:ext cx="4582164" cy="4486901"/>
          </a:xfrm>
          <a:prstGeom prst="rect">
            <a:avLst/>
          </a:prstGeom>
        </p:spPr>
      </p:pic>
    </p:spTree>
    <p:extLst>
      <p:ext uri="{BB962C8B-B14F-4D97-AF65-F5344CB8AC3E}">
        <p14:creationId xmlns:p14="http://schemas.microsoft.com/office/powerpoint/2010/main" val="123850259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24577C-0991-ECF4-938A-64CC1960CE84}"/>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A151669-C475-F1BF-CFBD-F08C2A7E9952}"/>
              </a:ext>
            </a:extLst>
          </p:cNvPr>
          <p:cNvSpPr>
            <a:spLocks noGrp="1"/>
          </p:cNvSpPr>
          <p:nvPr>
            <p:ph type="sldNum" idx="12"/>
          </p:nvPr>
        </p:nvSpPr>
        <p:spPr>
          <a:xfrm>
            <a:off x="8122757" y="6363712"/>
            <a:ext cx="861671" cy="365125"/>
          </a:xfrm>
        </p:spPr>
        <p:txBody>
          <a:bodyPr spcFirstLastPara="1" wrap="square" lIns="91425" tIns="45700" rIns="91425" bIns="45700" anchor="ctr" anchorCtr="0">
            <a:normAutofit/>
          </a:bodyPr>
          <a:lstStyle/>
          <a:p>
            <a:pPr>
              <a:spcAft>
                <a:spcPts val="600"/>
              </a:spcAft>
            </a:pPr>
            <a:fld id="{00000000-1234-1234-1234-123412341234}" type="slidenum">
              <a:rPr lang="en-US" smtClean="0"/>
              <a:pPr>
                <a:spcAft>
                  <a:spcPts val="600"/>
                </a:spcAft>
              </a:pPr>
              <a:t>62</a:t>
            </a:fld>
            <a:endParaRPr lang="en-US"/>
          </a:p>
        </p:txBody>
      </p:sp>
      <p:sp>
        <p:nvSpPr>
          <p:cNvPr id="4" name="Google Shape;212;p15">
            <a:extLst>
              <a:ext uri="{FF2B5EF4-FFF2-40B4-BE49-F238E27FC236}">
                <a16:creationId xmlns:a16="http://schemas.microsoft.com/office/drawing/2014/main" id="{380C87E9-66D2-7248-43F0-6D927CDD7E6C}"/>
              </a:ext>
            </a:extLst>
          </p:cNvPr>
          <p:cNvSpPr txBox="1">
            <a:spLocks/>
          </p:cNvSpPr>
          <p:nvPr/>
        </p:nvSpPr>
        <p:spPr>
          <a:xfrm>
            <a:off x="157163" y="2493034"/>
            <a:ext cx="8826500" cy="3591854"/>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7200" indent="-228600" algn="ctr">
              <a:spcBef>
                <a:spcPts val="560"/>
              </a:spcBef>
              <a:buClr>
                <a:schemeClr val="accent1"/>
              </a:buClr>
              <a:buSzPts val="2800"/>
            </a:pPr>
            <a:r>
              <a:rPr lang="en-US" sz="4000" b="0" i="0" u="none" strike="noStrike" cap="none" dirty="0">
                <a:solidFill>
                  <a:schemeClr val="dk2"/>
                </a:solidFill>
                <a:latin typeface="Arial"/>
                <a:ea typeface="Arial"/>
                <a:cs typeface="Arial"/>
                <a:sym typeface="Arial"/>
              </a:rPr>
              <a:t>Services &amp; Dependency Injection</a:t>
            </a:r>
          </a:p>
        </p:txBody>
      </p:sp>
      <p:pic>
        <p:nvPicPr>
          <p:cNvPr id="6" name="Picture 5">
            <a:extLst>
              <a:ext uri="{FF2B5EF4-FFF2-40B4-BE49-F238E27FC236}">
                <a16:creationId xmlns:a16="http://schemas.microsoft.com/office/drawing/2014/main" id="{68F5E5BD-ABA4-9F85-A4D6-658C0215FD90}"/>
              </a:ext>
            </a:extLst>
          </p:cNvPr>
          <p:cNvPicPr>
            <a:picLocks noChangeAspect="1"/>
          </p:cNvPicPr>
          <p:nvPr/>
        </p:nvPicPr>
        <p:blipFill>
          <a:blip r:embed="rId2"/>
          <a:stretch>
            <a:fillRect/>
          </a:stretch>
        </p:blipFill>
        <p:spPr>
          <a:xfrm>
            <a:off x="6788472" y="0"/>
            <a:ext cx="2355528" cy="864158"/>
          </a:xfrm>
          <a:prstGeom prst="rect">
            <a:avLst/>
          </a:prstGeom>
        </p:spPr>
      </p:pic>
    </p:spTree>
    <p:extLst>
      <p:ext uri="{BB962C8B-B14F-4D97-AF65-F5344CB8AC3E}">
        <p14:creationId xmlns:p14="http://schemas.microsoft.com/office/powerpoint/2010/main" val="354616281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449F6E-9F49-3AB3-C493-53C90AB96FA8}"/>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A2E74673-4DF0-EAC2-EA1E-DA5045F34B25}"/>
              </a:ext>
            </a:extLst>
          </p:cNvPr>
          <p:cNvSpPr>
            <a:spLocks noGrp="1"/>
          </p:cNvSpPr>
          <p:nvPr>
            <p:ph type="sldNum" sz="quarter" idx="12"/>
          </p:nvPr>
        </p:nvSpPr>
        <p:spPr/>
        <p:txBody>
          <a:bodyPr/>
          <a:lstStyle/>
          <a:p>
            <a:fld id="{F6728BC2-ACA3-447C-A909-F3F49211C066}" type="slidenum">
              <a:rPr lang="en-US" smtClean="0"/>
              <a:pPr/>
              <a:t>63</a:t>
            </a:fld>
            <a:endParaRPr lang="en-US" dirty="0"/>
          </a:p>
        </p:txBody>
      </p:sp>
      <p:sp>
        <p:nvSpPr>
          <p:cNvPr id="6" name="Content Placeholder 5">
            <a:extLst>
              <a:ext uri="{FF2B5EF4-FFF2-40B4-BE49-F238E27FC236}">
                <a16:creationId xmlns:a16="http://schemas.microsoft.com/office/drawing/2014/main" id="{64D7F45A-FC4D-F128-BC00-2A906F772485}"/>
              </a:ext>
            </a:extLst>
          </p:cNvPr>
          <p:cNvSpPr>
            <a:spLocks noGrp="1"/>
          </p:cNvSpPr>
          <p:nvPr>
            <p:ph idx="1"/>
          </p:nvPr>
        </p:nvSpPr>
        <p:spPr/>
        <p:txBody>
          <a:bodyPr/>
          <a:lstStyle/>
          <a:p>
            <a:r>
              <a:rPr lang="en-US" dirty="0"/>
              <a:t>Service are used to organize and share business logic, models, data, or functions with different components of an Angular application</a:t>
            </a:r>
          </a:p>
          <a:p>
            <a:r>
              <a:rPr lang="en-US" dirty="0"/>
              <a:t>An Angular service is a singleton instance that can be injected into multiple components, where the component utilizes the functions defined in a service class</a:t>
            </a:r>
          </a:p>
          <a:p>
            <a:r>
              <a:rPr lang="en-US" dirty="0"/>
              <a:t>This allows us to reuse the code</a:t>
            </a:r>
          </a:p>
        </p:txBody>
      </p:sp>
      <p:sp>
        <p:nvSpPr>
          <p:cNvPr id="8" name="Title 7">
            <a:extLst>
              <a:ext uri="{FF2B5EF4-FFF2-40B4-BE49-F238E27FC236}">
                <a16:creationId xmlns:a16="http://schemas.microsoft.com/office/drawing/2014/main" id="{AF38A70E-E40C-C489-A1C1-C08C6A8FC0A5}"/>
              </a:ext>
            </a:extLst>
          </p:cNvPr>
          <p:cNvSpPr>
            <a:spLocks noGrp="1"/>
          </p:cNvSpPr>
          <p:nvPr>
            <p:ph type="title"/>
          </p:nvPr>
        </p:nvSpPr>
        <p:spPr/>
        <p:txBody>
          <a:bodyPr/>
          <a:lstStyle/>
          <a:p>
            <a:r>
              <a:rPr lang="en-US" dirty="0"/>
              <a:t>Services</a:t>
            </a:r>
          </a:p>
        </p:txBody>
      </p:sp>
    </p:spTree>
    <p:extLst>
      <p:ext uri="{BB962C8B-B14F-4D97-AF65-F5344CB8AC3E}">
        <p14:creationId xmlns:p14="http://schemas.microsoft.com/office/powerpoint/2010/main" val="13921082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189219-0CCC-E792-9F41-2757C796BA6A}"/>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FEABB468-D591-1F7A-A529-D53E310C456E}"/>
              </a:ext>
            </a:extLst>
          </p:cNvPr>
          <p:cNvSpPr>
            <a:spLocks noGrp="1"/>
          </p:cNvSpPr>
          <p:nvPr>
            <p:ph type="sldNum" sz="quarter" idx="12"/>
          </p:nvPr>
        </p:nvSpPr>
        <p:spPr/>
        <p:txBody>
          <a:bodyPr/>
          <a:lstStyle/>
          <a:p>
            <a:fld id="{F6728BC2-ACA3-447C-A909-F3F49211C066}" type="slidenum">
              <a:rPr lang="en-US" smtClean="0"/>
              <a:pPr/>
              <a:t>64</a:t>
            </a:fld>
            <a:endParaRPr lang="en-US" dirty="0"/>
          </a:p>
        </p:txBody>
      </p:sp>
      <p:sp>
        <p:nvSpPr>
          <p:cNvPr id="6" name="Content Placeholder 5">
            <a:extLst>
              <a:ext uri="{FF2B5EF4-FFF2-40B4-BE49-F238E27FC236}">
                <a16:creationId xmlns:a16="http://schemas.microsoft.com/office/drawing/2014/main" id="{79A8EF32-FE90-D0FA-3B53-DFC56BD890BE}"/>
              </a:ext>
            </a:extLst>
          </p:cNvPr>
          <p:cNvSpPr>
            <a:spLocks noGrp="1"/>
          </p:cNvSpPr>
          <p:nvPr>
            <p:ph idx="1"/>
          </p:nvPr>
        </p:nvSpPr>
        <p:spPr>
          <a:xfrm>
            <a:off x="380010" y="2542233"/>
            <a:ext cx="4601208" cy="3465176"/>
          </a:xfrm>
        </p:spPr>
        <p:txBody>
          <a:bodyPr/>
          <a:lstStyle/>
          <a:p>
            <a:r>
              <a:rPr lang="en-US" dirty="0"/>
              <a:t>Consider this code</a:t>
            </a:r>
          </a:p>
          <a:p>
            <a:r>
              <a:rPr lang="en-US" dirty="0"/>
              <a:t>We want to declare an array of Employee objects and display the name in a template.</a:t>
            </a:r>
          </a:p>
        </p:txBody>
      </p:sp>
      <p:sp>
        <p:nvSpPr>
          <p:cNvPr id="8" name="Title 7">
            <a:extLst>
              <a:ext uri="{FF2B5EF4-FFF2-40B4-BE49-F238E27FC236}">
                <a16:creationId xmlns:a16="http://schemas.microsoft.com/office/drawing/2014/main" id="{2A60DF09-4F79-BE7D-7684-F91A2054A54E}"/>
              </a:ext>
            </a:extLst>
          </p:cNvPr>
          <p:cNvSpPr>
            <a:spLocks noGrp="1"/>
          </p:cNvSpPr>
          <p:nvPr>
            <p:ph type="title"/>
          </p:nvPr>
        </p:nvSpPr>
        <p:spPr/>
        <p:txBody>
          <a:bodyPr/>
          <a:lstStyle/>
          <a:p>
            <a:r>
              <a:rPr lang="en-US" dirty="0"/>
              <a:t>Services</a:t>
            </a:r>
          </a:p>
        </p:txBody>
      </p:sp>
      <p:pic>
        <p:nvPicPr>
          <p:cNvPr id="5" name="Picture 4">
            <a:extLst>
              <a:ext uri="{FF2B5EF4-FFF2-40B4-BE49-F238E27FC236}">
                <a16:creationId xmlns:a16="http://schemas.microsoft.com/office/drawing/2014/main" id="{699BC794-0CA0-BA43-6089-5FC3137D5007}"/>
              </a:ext>
            </a:extLst>
          </p:cNvPr>
          <p:cNvPicPr>
            <a:picLocks noChangeAspect="1"/>
          </p:cNvPicPr>
          <p:nvPr/>
        </p:nvPicPr>
        <p:blipFill>
          <a:blip r:embed="rId2"/>
          <a:stretch>
            <a:fillRect/>
          </a:stretch>
        </p:blipFill>
        <p:spPr>
          <a:xfrm>
            <a:off x="5566661" y="1820108"/>
            <a:ext cx="3296110" cy="3848637"/>
          </a:xfrm>
          <a:prstGeom prst="rect">
            <a:avLst/>
          </a:prstGeom>
        </p:spPr>
      </p:pic>
    </p:spTree>
    <p:extLst>
      <p:ext uri="{BB962C8B-B14F-4D97-AF65-F5344CB8AC3E}">
        <p14:creationId xmlns:p14="http://schemas.microsoft.com/office/powerpoint/2010/main" val="42639310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84D186-25AB-EA86-9563-8C855539CDF4}"/>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52C5E776-B6DD-E685-94BD-508EE22F4CA1}"/>
              </a:ext>
            </a:extLst>
          </p:cNvPr>
          <p:cNvSpPr>
            <a:spLocks noGrp="1"/>
          </p:cNvSpPr>
          <p:nvPr>
            <p:ph type="sldNum" sz="quarter" idx="12"/>
          </p:nvPr>
        </p:nvSpPr>
        <p:spPr/>
        <p:txBody>
          <a:bodyPr/>
          <a:lstStyle/>
          <a:p>
            <a:fld id="{F6728BC2-ACA3-447C-A909-F3F49211C066}" type="slidenum">
              <a:rPr lang="en-US" smtClean="0"/>
              <a:pPr/>
              <a:t>65</a:t>
            </a:fld>
            <a:endParaRPr lang="en-US" dirty="0"/>
          </a:p>
        </p:txBody>
      </p:sp>
      <p:sp>
        <p:nvSpPr>
          <p:cNvPr id="6" name="Content Placeholder 5">
            <a:extLst>
              <a:ext uri="{FF2B5EF4-FFF2-40B4-BE49-F238E27FC236}">
                <a16:creationId xmlns:a16="http://schemas.microsoft.com/office/drawing/2014/main" id="{942D165F-C827-407A-B05C-875DAD90A6B8}"/>
              </a:ext>
            </a:extLst>
          </p:cNvPr>
          <p:cNvSpPr>
            <a:spLocks noGrp="1"/>
          </p:cNvSpPr>
          <p:nvPr>
            <p:ph idx="1"/>
          </p:nvPr>
        </p:nvSpPr>
        <p:spPr>
          <a:xfrm>
            <a:off x="229284" y="1481445"/>
            <a:ext cx="4429510" cy="4525963"/>
          </a:xfrm>
        </p:spPr>
        <p:txBody>
          <a:bodyPr>
            <a:normAutofit/>
          </a:bodyPr>
          <a:lstStyle/>
          <a:p>
            <a:r>
              <a:rPr lang="en-US" dirty="0"/>
              <a:t>Now, we create another component to display other employee information</a:t>
            </a:r>
          </a:p>
          <a:p>
            <a:pPr lvl="1"/>
            <a:r>
              <a:rPr lang="en-US" dirty="0"/>
              <a:t>Note, we could be processing the data in some other way – this example is simplified to illustrate the advantage of services. </a:t>
            </a:r>
          </a:p>
        </p:txBody>
      </p:sp>
      <p:sp>
        <p:nvSpPr>
          <p:cNvPr id="8" name="Title 7">
            <a:extLst>
              <a:ext uri="{FF2B5EF4-FFF2-40B4-BE49-F238E27FC236}">
                <a16:creationId xmlns:a16="http://schemas.microsoft.com/office/drawing/2014/main" id="{8BCBF61A-1C2F-C394-951D-5E3F9D4F5A39}"/>
              </a:ext>
            </a:extLst>
          </p:cNvPr>
          <p:cNvSpPr>
            <a:spLocks noGrp="1"/>
          </p:cNvSpPr>
          <p:nvPr>
            <p:ph type="title"/>
          </p:nvPr>
        </p:nvSpPr>
        <p:spPr/>
        <p:txBody>
          <a:bodyPr/>
          <a:lstStyle/>
          <a:p>
            <a:r>
              <a:rPr lang="en-US" dirty="0"/>
              <a:t>Services</a:t>
            </a:r>
          </a:p>
        </p:txBody>
      </p:sp>
      <p:pic>
        <p:nvPicPr>
          <p:cNvPr id="11" name="Picture 10">
            <a:extLst>
              <a:ext uri="{FF2B5EF4-FFF2-40B4-BE49-F238E27FC236}">
                <a16:creationId xmlns:a16="http://schemas.microsoft.com/office/drawing/2014/main" id="{404C99F4-B76A-BA8E-89A9-EA02F8CC0C3D}"/>
              </a:ext>
            </a:extLst>
          </p:cNvPr>
          <p:cNvPicPr>
            <a:picLocks noChangeAspect="1"/>
          </p:cNvPicPr>
          <p:nvPr/>
        </p:nvPicPr>
        <p:blipFill>
          <a:blip r:embed="rId2"/>
          <a:stretch>
            <a:fillRect/>
          </a:stretch>
        </p:blipFill>
        <p:spPr>
          <a:xfrm>
            <a:off x="4809520" y="1839161"/>
            <a:ext cx="4258269" cy="3810532"/>
          </a:xfrm>
          <a:prstGeom prst="rect">
            <a:avLst/>
          </a:prstGeom>
        </p:spPr>
      </p:pic>
    </p:spTree>
    <p:extLst>
      <p:ext uri="{BB962C8B-B14F-4D97-AF65-F5344CB8AC3E}">
        <p14:creationId xmlns:p14="http://schemas.microsoft.com/office/powerpoint/2010/main" val="27554621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5D9260-6884-448B-8683-45E94011F88B}"/>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5C00DCC9-D82D-6D29-6D29-6F56C0C50DBD}"/>
              </a:ext>
            </a:extLst>
          </p:cNvPr>
          <p:cNvSpPr>
            <a:spLocks noGrp="1"/>
          </p:cNvSpPr>
          <p:nvPr>
            <p:ph type="sldNum" sz="quarter" idx="12"/>
          </p:nvPr>
        </p:nvSpPr>
        <p:spPr/>
        <p:txBody>
          <a:bodyPr/>
          <a:lstStyle/>
          <a:p>
            <a:fld id="{F6728BC2-ACA3-447C-A909-F3F49211C066}" type="slidenum">
              <a:rPr lang="en-US" smtClean="0"/>
              <a:pPr/>
              <a:t>66</a:t>
            </a:fld>
            <a:endParaRPr lang="en-US" dirty="0"/>
          </a:p>
        </p:txBody>
      </p:sp>
      <p:sp>
        <p:nvSpPr>
          <p:cNvPr id="6" name="Content Placeholder 5">
            <a:extLst>
              <a:ext uri="{FF2B5EF4-FFF2-40B4-BE49-F238E27FC236}">
                <a16:creationId xmlns:a16="http://schemas.microsoft.com/office/drawing/2014/main" id="{7EAEC0A3-39C5-047A-7B1D-3FC4372AA21F}"/>
              </a:ext>
            </a:extLst>
          </p:cNvPr>
          <p:cNvSpPr>
            <a:spLocks noGrp="1"/>
          </p:cNvSpPr>
          <p:nvPr>
            <p:ph idx="1"/>
          </p:nvPr>
        </p:nvSpPr>
        <p:spPr>
          <a:xfrm>
            <a:off x="380010" y="1481446"/>
            <a:ext cx="8382153" cy="4525963"/>
          </a:xfrm>
        </p:spPr>
        <p:txBody>
          <a:bodyPr>
            <a:normAutofit fontScale="92500" lnSpcReduction="10000"/>
          </a:bodyPr>
          <a:lstStyle/>
          <a:p>
            <a:r>
              <a:rPr lang="en-US" dirty="0"/>
              <a:t>Between our components, we are repeating the same employees object code.</a:t>
            </a:r>
          </a:p>
          <a:p>
            <a:r>
              <a:rPr lang="en-US" dirty="0"/>
              <a:t>Also, the component is only responsible for controlling the view’s logic, but in our case, it is also responsible for creating data (the employees)</a:t>
            </a:r>
          </a:p>
          <a:p>
            <a:r>
              <a:rPr lang="en-US" dirty="0"/>
              <a:t>As such, components can delegate these tasks to services.</a:t>
            </a:r>
          </a:p>
          <a:p>
            <a:r>
              <a:rPr lang="en-US" b="1" i="1" dirty="0"/>
              <a:t>A service is a class that is used to share data across the multiple components, to implement the application logic and for external communication</a:t>
            </a:r>
          </a:p>
        </p:txBody>
      </p:sp>
      <p:sp>
        <p:nvSpPr>
          <p:cNvPr id="8" name="Title 7">
            <a:extLst>
              <a:ext uri="{FF2B5EF4-FFF2-40B4-BE49-F238E27FC236}">
                <a16:creationId xmlns:a16="http://schemas.microsoft.com/office/drawing/2014/main" id="{129701BF-A7E6-EF75-662E-44ED5B75E004}"/>
              </a:ext>
            </a:extLst>
          </p:cNvPr>
          <p:cNvSpPr>
            <a:spLocks noGrp="1"/>
          </p:cNvSpPr>
          <p:nvPr>
            <p:ph type="title"/>
          </p:nvPr>
        </p:nvSpPr>
        <p:spPr/>
        <p:txBody>
          <a:bodyPr/>
          <a:lstStyle/>
          <a:p>
            <a:r>
              <a:rPr lang="en-US" dirty="0"/>
              <a:t>Services</a:t>
            </a:r>
          </a:p>
        </p:txBody>
      </p:sp>
    </p:spTree>
    <p:extLst>
      <p:ext uri="{BB962C8B-B14F-4D97-AF65-F5344CB8AC3E}">
        <p14:creationId xmlns:p14="http://schemas.microsoft.com/office/powerpoint/2010/main" val="14592103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E15ED6-D489-EA5B-C295-5BAE8AC723C4}"/>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8095449-C13F-B927-8377-7F2E5B1F5A19}"/>
              </a:ext>
            </a:extLst>
          </p:cNvPr>
          <p:cNvSpPr>
            <a:spLocks noGrp="1"/>
          </p:cNvSpPr>
          <p:nvPr>
            <p:ph type="sldNum" sz="quarter" idx="12"/>
          </p:nvPr>
        </p:nvSpPr>
        <p:spPr/>
        <p:txBody>
          <a:bodyPr/>
          <a:lstStyle/>
          <a:p>
            <a:fld id="{F6728BC2-ACA3-447C-A909-F3F49211C066}" type="slidenum">
              <a:rPr lang="en-US" smtClean="0"/>
              <a:pPr/>
              <a:t>67</a:t>
            </a:fld>
            <a:endParaRPr lang="en-US" dirty="0"/>
          </a:p>
        </p:txBody>
      </p:sp>
      <p:sp>
        <p:nvSpPr>
          <p:cNvPr id="6" name="Content Placeholder 5">
            <a:extLst>
              <a:ext uri="{FF2B5EF4-FFF2-40B4-BE49-F238E27FC236}">
                <a16:creationId xmlns:a16="http://schemas.microsoft.com/office/drawing/2014/main" id="{D73EED07-CE0C-3392-CFD6-FE6E2CBFFA42}"/>
              </a:ext>
            </a:extLst>
          </p:cNvPr>
          <p:cNvSpPr>
            <a:spLocks noGrp="1"/>
          </p:cNvSpPr>
          <p:nvPr>
            <p:ph idx="1"/>
          </p:nvPr>
        </p:nvSpPr>
        <p:spPr>
          <a:xfrm>
            <a:off x="380010" y="1481446"/>
            <a:ext cx="8382153" cy="4525963"/>
          </a:xfrm>
        </p:spPr>
        <p:txBody>
          <a:bodyPr>
            <a:normAutofit fontScale="92500"/>
          </a:bodyPr>
          <a:lstStyle/>
          <a:p>
            <a:r>
              <a:rPr lang="en-US" dirty="0"/>
              <a:t>In Angular, service files are created with a “…</a:t>
            </a:r>
            <a:r>
              <a:rPr lang="en-US" dirty="0" err="1"/>
              <a:t>service.ts</a:t>
            </a:r>
            <a:r>
              <a:rPr lang="en-US" dirty="0"/>
              <a:t>” naming convention.</a:t>
            </a:r>
          </a:p>
          <a:p>
            <a:r>
              <a:rPr lang="en-US" dirty="0"/>
              <a:t>In the service class, we have provide functionality details which can later be injected into components.</a:t>
            </a:r>
          </a:p>
          <a:p>
            <a:r>
              <a:rPr lang="en-US" dirty="0"/>
              <a:t>We use a Dependency Injection framework to inject the service into components in our application.</a:t>
            </a:r>
          </a:p>
          <a:p>
            <a:r>
              <a:rPr lang="en-US" dirty="0"/>
              <a:t>We can create a service using the command:</a:t>
            </a:r>
            <a:br>
              <a:rPr lang="en-US" dirty="0"/>
            </a:br>
            <a:r>
              <a:rPr lang="en-US" dirty="0"/>
              <a:t>ng generate service &lt;service-name&gt; </a:t>
            </a:r>
          </a:p>
          <a:p>
            <a:pPr lvl="1"/>
            <a:r>
              <a:rPr lang="en-US" dirty="0"/>
              <a:t>(shorthand is ‘ng g s’)</a:t>
            </a:r>
          </a:p>
        </p:txBody>
      </p:sp>
      <p:sp>
        <p:nvSpPr>
          <p:cNvPr id="8" name="Title 7">
            <a:extLst>
              <a:ext uri="{FF2B5EF4-FFF2-40B4-BE49-F238E27FC236}">
                <a16:creationId xmlns:a16="http://schemas.microsoft.com/office/drawing/2014/main" id="{7FFB8B7F-F533-1FC3-5716-8F9CA84465A9}"/>
              </a:ext>
            </a:extLst>
          </p:cNvPr>
          <p:cNvSpPr>
            <a:spLocks noGrp="1"/>
          </p:cNvSpPr>
          <p:nvPr>
            <p:ph type="title"/>
          </p:nvPr>
        </p:nvSpPr>
        <p:spPr/>
        <p:txBody>
          <a:bodyPr/>
          <a:lstStyle/>
          <a:p>
            <a:r>
              <a:rPr lang="en-US" dirty="0"/>
              <a:t>Services</a:t>
            </a:r>
          </a:p>
        </p:txBody>
      </p:sp>
    </p:spTree>
    <p:extLst>
      <p:ext uri="{BB962C8B-B14F-4D97-AF65-F5344CB8AC3E}">
        <p14:creationId xmlns:p14="http://schemas.microsoft.com/office/powerpoint/2010/main" val="38643916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10777F-3899-1FB7-71CA-207A3299D58A}"/>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ECD8239-CFB5-1B25-21B7-9837FDF3C602}"/>
              </a:ext>
            </a:extLst>
          </p:cNvPr>
          <p:cNvSpPr>
            <a:spLocks noGrp="1"/>
          </p:cNvSpPr>
          <p:nvPr>
            <p:ph type="sldNum" sz="quarter" idx="12"/>
          </p:nvPr>
        </p:nvSpPr>
        <p:spPr/>
        <p:txBody>
          <a:bodyPr/>
          <a:lstStyle/>
          <a:p>
            <a:fld id="{F6728BC2-ACA3-447C-A909-F3F49211C066}" type="slidenum">
              <a:rPr lang="en-US" smtClean="0"/>
              <a:pPr/>
              <a:t>68</a:t>
            </a:fld>
            <a:endParaRPr lang="en-US" dirty="0"/>
          </a:p>
        </p:txBody>
      </p:sp>
      <p:sp>
        <p:nvSpPr>
          <p:cNvPr id="6" name="Content Placeholder 5">
            <a:extLst>
              <a:ext uri="{FF2B5EF4-FFF2-40B4-BE49-F238E27FC236}">
                <a16:creationId xmlns:a16="http://schemas.microsoft.com/office/drawing/2014/main" id="{A3335795-C156-B02D-4998-28553B43D485}"/>
              </a:ext>
            </a:extLst>
          </p:cNvPr>
          <p:cNvSpPr>
            <a:spLocks noGrp="1"/>
          </p:cNvSpPr>
          <p:nvPr>
            <p:ph idx="1"/>
          </p:nvPr>
        </p:nvSpPr>
        <p:spPr>
          <a:xfrm>
            <a:off x="380010" y="1481446"/>
            <a:ext cx="8382153" cy="4882266"/>
          </a:xfrm>
        </p:spPr>
        <p:txBody>
          <a:bodyPr>
            <a:normAutofit fontScale="77500" lnSpcReduction="20000"/>
          </a:bodyPr>
          <a:lstStyle/>
          <a:p>
            <a:r>
              <a:rPr lang="en-US" dirty="0"/>
              <a:t>Dependency Injection (DI) is a design pattern</a:t>
            </a:r>
          </a:p>
          <a:p>
            <a:r>
              <a:rPr lang="en-US" dirty="0"/>
              <a:t>It allows a class to receive its dependencies from external sources, rather than creating them itself</a:t>
            </a:r>
          </a:p>
          <a:p>
            <a:r>
              <a:rPr lang="en-US" dirty="0"/>
              <a:t>Angular supports DI with a Dependency Injection Framework</a:t>
            </a:r>
          </a:p>
          <a:p>
            <a:r>
              <a:rPr lang="en-US" dirty="0"/>
              <a:t>A DI framework uses an Injector where we register all those dependencies to be managed.</a:t>
            </a:r>
          </a:p>
          <a:p>
            <a:r>
              <a:rPr lang="en-US" dirty="0"/>
              <a:t>The Injector is responsible for creating service instances and injecting them into components</a:t>
            </a:r>
          </a:p>
          <a:p>
            <a:pPr lvl="1"/>
            <a:r>
              <a:rPr lang="en-US" dirty="0"/>
              <a:t>Note: dependencies are typically services, though you </a:t>
            </a:r>
            <a:r>
              <a:rPr lang="en-US" i="1" dirty="0"/>
              <a:t>can</a:t>
            </a:r>
            <a:r>
              <a:rPr lang="en-US" dirty="0"/>
              <a:t> make other components injectable.</a:t>
            </a:r>
          </a:p>
          <a:p>
            <a:r>
              <a:rPr lang="en-US" dirty="0"/>
              <a:t>To make a service injectable you can use the ‘Injectable’ decorator on your class.</a:t>
            </a:r>
          </a:p>
          <a:p>
            <a:r>
              <a:rPr lang="en-US" dirty="0"/>
              <a:t>In your other components, you can use the ‘inject()’ method to inject those dependencies.</a:t>
            </a:r>
          </a:p>
        </p:txBody>
      </p:sp>
      <p:sp>
        <p:nvSpPr>
          <p:cNvPr id="8" name="Title 7">
            <a:extLst>
              <a:ext uri="{FF2B5EF4-FFF2-40B4-BE49-F238E27FC236}">
                <a16:creationId xmlns:a16="http://schemas.microsoft.com/office/drawing/2014/main" id="{F7577E16-547A-96D7-248C-864F270368D7}"/>
              </a:ext>
            </a:extLst>
          </p:cNvPr>
          <p:cNvSpPr>
            <a:spLocks noGrp="1"/>
          </p:cNvSpPr>
          <p:nvPr>
            <p:ph type="title"/>
          </p:nvPr>
        </p:nvSpPr>
        <p:spPr/>
        <p:txBody>
          <a:bodyPr/>
          <a:lstStyle/>
          <a:p>
            <a:r>
              <a:rPr lang="en-US" dirty="0"/>
              <a:t>Dependency Injection</a:t>
            </a:r>
          </a:p>
        </p:txBody>
      </p:sp>
    </p:spTree>
    <p:extLst>
      <p:ext uri="{BB962C8B-B14F-4D97-AF65-F5344CB8AC3E}">
        <p14:creationId xmlns:p14="http://schemas.microsoft.com/office/powerpoint/2010/main" val="40402519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xEl>
                                              <p:pRg st="4" end="4"/>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6">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D2A7D0-C592-4C87-6F2C-D13C304E77BE}"/>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3866B9CD-9870-6B0C-503D-F82721941268}"/>
              </a:ext>
            </a:extLst>
          </p:cNvPr>
          <p:cNvSpPr>
            <a:spLocks noGrp="1"/>
          </p:cNvSpPr>
          <p:nvPr>
            <p:ph type="sldNum" sz="quarter" idx="12"/>
          </p:nvPr>
        </p:nvSpPr>
        <p:spPr/>
        <p:txBody>
          <a:bodyPr/>
          <a:lstStyle/>
          <a:p>
            <a:fld id="{F6728BC2-ACA3-447C-A909-F3F49211C066}" type="slidenum">
              <a:rPr lang="en-US" smtClean="0"/>
              <a:pPr/>
              <a:t>69</a:t>
            </a:fld>
            <a:endParaRPr lang="en-US" dirty="0"/>
          </a:p>
        </p:txBody>
      </p:sp>
      <p:sp>
        <p:nvSpPr>
          <p:cNvPr id="8" name="Title 7">
            <a:extLst>
              <a:ext uri="{FF2B5EF4-FFF2-40B4-BE49-F238E27FC236}">
                <a16:creationId xmlns:a16="http://schemas.microsoft.com/office/drawing/2014/main" id="{EAD7D14E-FAA6-7E3D-471B-2715C2C249CE}"/>
              </a:ext>
            </a:extLst>
          </p:cNvPr>
          <p:cNvSpPr>
            <a:spLocks noGrp="1"/>
          </p:cNvSpPr>
          <p:nvPr>
            <p:ph type="title"/>
          </p:nvPr>
        </p:nvSpPr>
        <p:spPr/>
        <p:txBody>
          <a:bodyPr/>
          <a:lstStyle/>
          <a:p>
            <a:r>
              <a:rPr lang="en-US" dirty="0"/>
              <a:t>Using a Service</a:t>
            </a:r>
          </a:p>
        </p:txBody>
      </p:sp>
      <p:pic>
        <p:nvPicPr>
          <p:cNvPr id="5" name="Content Placeholder 4">
            <a:extLst>
              <a:ext uri="{FF2B5EF4-FFF2-40B4-BE49-F238E27FC236}">
                <a16:creationId xmlns:a16="http://schemas.microsoft.com/office/drawing/2014/main" id="{3BDF6F79-9077-4976-89BB-AE0270914CBE}"/>
              </a:ext>
            </a:extLst>
          </p:cNvPr>
          <p:cNvPicPr>
            <a:picLocks noGrp="1" noChangeAspect="1"/>
          </p:cNvPicPr>
          <p:nvPr/>
        </p:nvPicPr>
        <p:blipFill>
          <a:blip r:embed="rId2">
            <a:extLst>
              <a:ext uri="{28A0092B-C50C-407E-A947-70E740481C1C}">
                <a14:useLocalDpi xmlns:a14="http://schemas.microsoft.com/office/drawing/2010/main" val="0"/>
              </a:ext>
            </a:extLst>
          </a:blip>
          <a:stretch>
            <a:fillRect/>
          </a:stretch>
        </p:blipFill>
        <p:spPr bwMode="auto">
          <a:xfrm>
            <a:off x="457200" y="1735352"/>
            <a:ext cx="8229600" cy="41509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621441311"/>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D1AE48-8800-EE42-5CE1-609CECEA1C1F}"/>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834F84D-1C7D-96A3-1E3A-57EDCFAF911D}"/>
              </a:ext>
            </a:extLst>
          </p:cNvPr>
          <p:cNvSpPr>
            <a:spLocks noGrp="1"/>
          </p:cNvSpPr>
          <p:nvPr>
            <p:ph type="sldNum" sz="quarter" idx="12"/>
          </p:nvPr>
        </p:nvSpPr>
        <p:spPr/>
        <p:txBody>
          <a:bodyPr/>
          <a:lstStyle/>
          <a:p>
            <a:fld id="{F6728BC2-ACA3-447C-A909-F3F49211C066}" type="slidenum">
              <a:rPr lang="en-US" smtClean="0"/>
              <a:pPr/>
              <a:t>70</a:t>
            </a:fld>
            <a:endParaRPr lang="en-US" dirty="0"/>
          </a:p>
        </p:txBody>
      </p:sp>
      <p:sp>
        <p:nvSpPr>
          <p:cNvPr id="8" name="Title 7">
            <a:extLst>
              <a:ext uri="{FF2B5EF4-FFF2-40B4-BE49-F238E27FC236}">
                <a16:creationId xmlns:a16="http://schemas.microsoft.com/office/drawing/2014/main" id="{9139D90A-5A6D-1C83-B822-B22881D824C3}"/>
              </a:ext>
            </a:extLst>
          </p:cNvPr>
          <p:cNvSpPr>
            <a:spLocks noGrp="1"/>
          </p:cNvSpPr>
          <p:nvPr>
            <p:ph type="title"/>
          </p:nvPr>
        </p:nvSpPr>
        <p:spPr/>
        <p:txBody>
          <a:bodyPr/>
          <a:lstStyle/>
          <a:p>
            <a:r>
              <a:rPr lang="en-US" dirty="0"/>
              <a:t>Using a Service</a:t>
            </a:r>
          </a:p>
        </p:txBody>
      </p:sp>
      <p:pic>
        <p:nvPicPr>
          <p:cNvPr id="3" name="Picture 2">
            <a:extLst>
              <a:ext uri="{FF2B5EF4-FFF2-40B4-BE49-F238E27FC236}">
                <a16:creationId xmlns:a16="http://schemas.microsoft.com/office/drawing/2014/main" id="{C83FFD2A-C020-A163-5BA5-278CC1BBB9B5}"/>
              </a:ext>
            </a:extLst>
          </p:cNvPr>
          <p:cNvPicPr>
            <a:picLocks noChangeAspect="1"/>
          </p:cNvPicPr>
          <p:nvPr/>
        </p:nvPicPr>
        <p:blipFill>
          <a:blip r:embed="rId2"/>
          <a:stretch>
            <a:fillRect/>
          </a:stretch>
        </p:blipFill>
        <p:spPr>
          <a:xfrm>
            <a:off x="0" y="2534514"/>
            <a:ext cx="4239217" cy="2200582"/>
          </a:xfrm>
          <a:prstGeom prst="rect">
            <a:avLst/>
          </a:prstGeom>
        </p:spPr>
      </p:pic>
      <p:pic>
        <p:nvPicPr>
          <p:cNvPr id="7" name="Picture 6">
            <a:extLst>
              <a:ext uri="{FF2B5EF4-FFF2-40B4-BE49-F238E27FC236}">
                <a16:creationId xmlns:a16="http://schemas.microsoft.com/office/drawing/2014/main" id="{F3E5DE03-0A4C-61BD-ACA1-E0706BEB0276}"/>
              </a:ext>
            </a:extLst>
          </p:cNvPr>
          <p:cNvPicPr>
            <a:picLocks noChangeAspect="1"/>
          </p:cNvPicPr>
          <p:nvPr/>
        </p:nvPicPr>
        <p:blipFill>
          <a:blip r:embed="rId3"/>
          <a:stretch>
            <a:fillRect/>
          </a:stretch>
        </p:blipFill>
        <p:spPr>
          <a:xfrm>
            <a:off x="4572000" y="2534514"/>
            <a:ext cx="4582164" cy="4305901"/>
          </a:xfrm>
          <a:prstGeom prst="rect">
            <a:avLst/>
          </a:prstGeom>
        </p:spPr>
      </p:pic>
      <p:sp>
        <p:nvSpPr>
          <p:cNvPr id="9" name="TextBox 8">
            <a:extLst>
              <a:ext uri="{FF2B5EF4-FFF2-40B4-BE49-F238E27FC236}">
                <a16:creationId xmlns:a16="http://schemas.microsoft.com/office/drawing/2014/main" id="{602A2100-20FC-9B04-9E47-5C87A2B897FA}"/>
              </a:ext>
            </a:extLst>
          </p:cNvPr>
          <p:cNvSpPr txBox="1"/>
          <p:nvPr/>
        </p:nvSpPr>
        <p:spPr>
          <a:xfrm>
            <a:off x="1001353" y="1980516"/>
            <a:ext cx="2236510" cy="369332"/>
          </a:xfrm>
          <a:prstGeom prst="rect">
            <a:avLst/>
          </a:prstGeom>
          <a:noFill/>
        </p:spPr>
        <p:txBody>
          <a:bodyPr wrap="none" rtlCol="0">
            <a:spAutoFit/>
          </a:bodyPr>
          <a:lstStyle/>
          <a:p>
            <a:r>
              <a:rPr lang="en-US" dirty="0"/>
              <a:t>employee-</a:t>
            </a:r>
            <a:r>
              <a:rPr lang="en-US" dirty="0" err="1"/>
              <a:t>service.ts</a:t>
            </a:r>
            <a:endParaRPr lang="en-US" dirty="0"/>
          </a:p>
        </p:txBody>
      </p:sp>
      <p:sp>
        <p:nvSpPr>
          <p:cNvPr id="10" name="TextBox 9">
            <a:extLst>
              <a:ext uri="{FF2B5EF4-FFF2-40B4-BE49-F238E27FC236}">
                <a16:creationId xmlns:a16="http://schemas.microsoft.com/office/drawing/2014/main" id="{DEB04091-35F6-42DD-CB01-203CC0DAACF0}"/>
              </a:ext>
            </a:extLst>
          </p:cNvPr>
          <p:cNvSpPr txBox="1"/>
          <p:nvPr/>
        </p:nvSpPr>
        <p:spPr>
          <a:xfrm>
            <a:off x="5503662" y="1980516"/>
            <a:ext cx="2198038" cy="369332"/>
          </a:xfrm>
          <a:prstGeom prst="rect">
            <a:avLst/>
          </a:prstGeom>
          <a:noFill/>
        </p:spPr>
        <p:txBody>
          <a:bodyPr wrap="none" rtlCol="0">
            <a:spAutoFit/>
          </a:bodyPr>
          <a:lstStyle/>
          <a:p>
            <a:r>
              <a:rPr lang="en-US" dirty="0"/>
              <a:t>employee-</a:t>
            </a:r>
            <a:r>
              <a:rPr lang="en-US" dirty="0" err="1"/>
              <a:t>names.ts</a:t>
            </a:r>
            <a:endParaRPr lang="en-US" dirty="0"/>
          </a:p>
        </p:txBody>
      </p:sp>
    </p:spTree>
    <p:extLst>
      <p:ext uri="{BB962C8B-B14F-4D97-AF65-F5344CB8AC3E}">
        <p14:creationId xmlns:p14="http://schemas.microsoft.com/office/powerpoint/2010/main" val="3563971107"/>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DEC270-EB98-808F-65E3-C0E30A3A11D1}"/>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A39BF71-53A0-2CC1-AD9D-8B0D39A9FD79}"/>
              </a:ext>
            </a:extLst>
          </p:cNvPr>
          <p:cNvSpPr>
            <a:spLocks noGrp="1"/>
          </p:cNvSpPr>
          <p:nvPr>
            <p:ph type="sldNum" idx="12"/>
          </p:nvPr>
        </p:nvSpPr>
        <p:spPr>
          <a:xfrm>
            <a:off x="8122757" y="6363712"/>
            <a:ext cx="861671" cy="365125"/>
          </a:xfrm>
        </p:spPr>
        <p:txBody>
          <a:bodyPr spcFirstLastPara="1" wrap="square" lIns="91425" tIns="45700" rIns="91425" bIns="45700" anchor="ctr" anchorCtr="0">
            <a:normAutofit/>
          </a:bodyPr>
          <a:lstStyle/>
          <a:p>
            <a:pPr>
              <a:spcAft>
                <a:spcPts val="600"/>
              </a:spcAft>
            </a:pPr>
            <a:fld id="{00000000-1234-1234-1234-123412341234}" type="slidenum">
              <a:rPr lang="en-US" smtClean="0"/>
              <a:pPr>
                <a:spcAft>
                  <a:spcPts val="600"/>
                </a:spcAft>
              </a:pPr>
              <a:t>71</a:t>
            </a:fld>
            <a:endParaRPr lang="en-US"/>
          </a:p>
        </p:txBody>
      </p:sp>
      <p:sp>
        <p:nvSpPr>
          <p:cNvPr id="4" name="Google Shape;212;p15">
            <a:extLst>
              <a:ext uri="{FF2B5EF4-FFF2-40B4-BE49-F238E27FC236}">
                <a16:creationId xmlns:a16="http://schemas.microsoft.com/office/drawing/2014/main" id="{B4703465-73F0-6D26-8CB6-4E96ED5B3018}"/>
              </a:ext>
            </a:extLst>
          </p:cNvPr>
          <p:cNvSpPr txBox="1">
            <a:spLocks/>
          </p:cNvSpPr>
          <p:nvPr/>
        </p:nvSpPr>
        <p:spPr>
          <a:xfrm>
            <a:off x="157163" y="2493034"/>
            <a:ext cx="8826500" cy="3591854"/>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7200" indent="-228600" algn="ctr">
              <a:spcBef>
                <a:spcPts val="560"/>
              </a:spcBef>
              <a:buClr>
                <a:schemeClr val="accent1"/>
              </a:buClr>
              <a:buSzPts val="2800"/>
            </a:pPr>
            <a:r>
              <a:rPr lang="en-US" sz="4000" b="0" i="0" u="none" strike="noStrike" cap="none" dirty="0">
                <a:solidFill>
                  <a:schemeClr val="dk2"/>
                </a:solidFill>
                <a:latin typeface="Arial"/>
                <a:ea typeface="Arial"/>
                <a:cs typeface="Arial"/>
                <a:sym typeface="Arial"/>
              </a:rPr>
              <a:t>Pipes</a:t>
            </a:r>
          </a:p>
        </p:txBody>
      </p:sp>
      <p:pic>
        <p:nvPicPr>
          <p:cNvPr id="6" name="Picture 5">
            <a:extLst>
              <a:ext uri="{FF2B5EF4-FFF2-40B4-BE49-F238E27FC236}">
                <a16:creationId xmlns:a16="http://schemas.microsoft.com/office/drawing/2014/main" id="{131CD9F1-B856-6C1F-2EC6-0EDA7F937C8F}"/>
              </a:ext>
            </a:extLst>
          </p:cNvPr>
          <p:cNvPicPr>
            <a:picLocks noChangeAspect="1"/>
          </p:cNvPicPr>
          <p:nvPr/>
        </p:nvPicPr>
        <p:blipFill>
          <a:blip r:embed="rId2"/>
          <a:stretch>
            <a:fillRect/>
          </a:stretch>
        </p:blipFill>
        <p:spPr>
          <a:xfrm>
            <a:off x="6788472" y="0"/>
            <a:ext cx="2355528" cy="864158"/>
          </a:xfrm>
          <a:prstGeom prst="rect">
            <a:avLst/>
          </a:prstGeom>
        </p:spPr>
      </p:pic>
    </p:spTree>
    <p:extLst>
      <p:ext uri="{BB962C8B-B14F-4D97-AF65-F5344CB8AC3E}">
        <p14:creationId xmlns:p14="http://schemas.microsoft.com/office/powerpoint/2010/main" val="3090846508"/>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8D4C17-1771-6CEE-FFC9-79819D8336B9}"/>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98CBF916-E9DC-EDBC-13C8-45E2B7D9C784}"/>
              </a:ext>
            </a:extLst>
          </p:cNvPr>
          <p:cNvSpPr>
            <a:spLocks noGrp="1"/>
          </p:cNvSpPr>
          <p:nvPr>
            <p:ph type="sldNum" sz="quarter" idx="12"/>
          </p:nvPr>
        </p:nvSpPr>
        <p:spPr/>
        <p:txBody>
          <a:bodyPr/>
          <a:lstStyle/>
          <a:p>
            <a:fld id="{F6728BC2-ACA3-447C-A909-F3F49211C066}" type="slidenum">
              <a:rPr lang="en-US" smtClean="0"/>
              <a:pPr/>
              <a:t>72</a:t>
            </a:fld>
            <a:endParaRPr lang="en-US" dirty="0"/>
          </a:p>
        </p:txBody>
      </p:sp>
      <p:sp>
        <p:nvSpPr>
          <p:cNvPr id="6" name="Content Placeholder 5">
            <a:extLst>
              <a:ext uri="{FF2B5EF4-FFF2-40B4-BE49-F238E27FC236}">
                <a16:creationId xmlns:a16="http://schemas.microsoft.com/office/drawing/2014/main" id="{63CF3E62-ED59-47C7-0315-EF1B608FBD0F}"/>
              </a:ext>
            </a:extLst>
          </p:cNvPr>
          <p:cNvSpPr>
            <a:spLocks noGrp="1"/>
          </p:cNvSpPr>
          <p:nvPr>
            <p:ph idx="1"/>
          </p:nvPr>
        </p:nvSpPr>
        <p:spPr>
          <a:xfrm>
            <a:off x="380010" y="1481446"/>
            <a:ext cx="8383980" cy="3060409"/>
          </a:xfrm>
        </p:spPr>
        <p:txBody>
          <a:bodyPr>
            <a:normAutofit fontScale="77500" lnSpcReduction="20000"/>
          </a:bodyPr>
          <a:lstStyle/>
          <a:p>
            <a:r>
              <a:rPr lang="en-US" dirty="0"/>
              <a:t>Pipes are special operators which can be used in </a:t>
            </a:r>
            <a:r>
              <a:rPr lang="en-US" b="1" dirty="0"/>
              <a:t>template expressions</a:t>
            </a:r>
            <a:r>
              <a:rPr lang="en-US" dirty="0"/>
              <a:t> that allow you to transform data declaratively in your template.</a:t>
            </a:r>
          </a:p>
          <a:p>
            <a:r>
              <a:rPr lang="en-US" dirty="0"/>
              <a:t>Pipes provide a way to transform values in an Angular template.</a:t>
            </a:r>
          </a:p>
          <a:p>
            <a:r>
              <a:rPr lang="en-US" dirty="0"/>
              <a:t>Pipes are used with a Pipe ‘|’ Character, and take integers, strings, arrays, and date as input and returns a desired formatted output which can be displayed in the browser.</a:t>
            </a:r>
          </a:p>
          <a:p>
            <a:r>
              <a:rPr lang="en-US" dirty="0"/>
              <a:t>Syntax: {{ </a:t>
            </a:r>
            <a:r>
              <a:rPr lang="en-US" b="1" dirty="0" err="1"/>
              <a:t>value_expression</a:t>
            </a:r>
            <a:r>
              <a:rPr lang="en-US" dirty="0"/>
              <a:t> | </a:t>
            </a:r>
            <a:r>
              <a:rPr lang="en-US" b="1" dirty="0" err="1"/>
              <a:t>pipe_name</a:t>
            </a:r>
            <a:r>
              <a:rPr lang="en-US" dirty="0" err="1"/>
              <a:t>:parameter</a:t>
            </a:r>
            <a:r>
              <a:rPr lang="en-US" dirty="0"/>
              <a:t>(s) }}</a:t>
            </a:r>
          </a:p>
        </p:txBody>
      </p:sp>
      <p:sp>
        <p:nvSpPr>
          <p:cNvPr id="8" name="Title 7">
            <a:extLst>
              <a:ext uri="{FF2B5EF4-FFF2-40B4-BE49-F238E27FC236}">
                <a16:creationId xmlns:a16="http://schemas.microsoft.com/office/drawing/2014/main" id="{0CAE06B9-8897-055D-C0BD-5C039B23F1C6}"/>
              </a:ext>
            </a:extLst>
          </p:cNvPr>
          <p:cNvSpPr>
            <a:spLocks noGrp="1"/>
          </p:cNvSpPr>
          <p:nvPr>
            <p:ph type="title"/>
          </p:nvPr>
        </p:nvSpPr>
        <p:spPr/>
        <p:txBody>
          <a:bodyPr/>
          <a:lstStyle/>
          <a:p>
            <a:r>
              <a:rPr lang="en-US" dirty="0"/>
              <a:t>Pipes</a:t>
            </a:r>
          </a:p>
        </p:txBody>
      </p:sp>
      <p:pic>
        <p:nvPicPr>
          <p:cNvPr id="2" name="Picture 1">
            <a:extLst>
              <a:ext uri="{FF2B5EF4-FFF2-40B4-BE49-F238E27FC236}">
                <a16:creationId xmlns:a16="http://schemas.microsoft.com/office/drawing/2014/main" id="{DCC60178-7E5D-9CEB-3928-393D078B9B3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7589" y="4541855"/>
            <a:ext cx="7925906" cy="1895782"/>
          </a:xfrm>
          <a:prstGeom prst="rect">
            <a:avLst/>
          </a:prstGeom>
        </p:spPr>
      </p:pic>
    </p:spTree>
    <p:extLst>
      <p:ext uri="{BB962C8B-B14F-4D97-AF65-F5344CB8AC3E}">
        <p14:creationId xmlns:p14="http://schemas.microsoft.com/office/powerpoint/2010/main" val="30700137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C31FDD-C6BF-74C4-2860-41D5062622CD}"/>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23B3B479-EAA5-2005-2BD3-68ABD650EDB9}"/>
              </a:ext>
            </a:extLst>
          </p:cNvPr>
          <p:cNvSpPr>
            <a:spLocks noGrp="1"/>
          </p:cNvSpPr>
          <p:nvPr>
            <p:ph type="sldNum" sz="quarter" idx="12"/>
          </p:nvPr>
        </p:nvSpPr>
        <p:spPr/>
        <p:txBody>
          <a:bodyPr/>
          <a:lstStyle/>
          <a:p>
            <a:fld id="{F6728BC2-ACA3-447C-A909-F3F49211C066}" type="slidenum">
              <a:rPr lang="en-US" smtClean="0"/>
              <a:pPr/>
              <a:t>73</a:t>
            </a:fld>
            <a:endParaRPr lang="en-US" dirty="0"/>
          </a:p>
        </p:txBody>
      </p:sp>
      <p:sp>
        <p:nvSpPr>
          <p:cNvPr id="6" name="Content Placeholder 5">
            <a:extLst>
              <a:ext uri="{FF2B5EF4-FFF2-40B4-BE49-F238E27FC236}">
                <a16:creationId xmlns:a16="http://schemas.microsoft.com/office/drawing/2014/main" id="{670D934F-A024-C8D5-EEEA-08E9C2E80118}"/>
              </a:ext>
            </a:extLst>
          </p:cNvPr>
          <p:cNvSpPr>
            <a:spLocks noGrp="1"/>
          </p:cNvSpPr>
          <p:nvPr>
            <p:ph idx="1"/>
          </p:nvPr>
        </p:nvSpPr>
        <p:spPr>
          <a:xfrm>
            <a:off x="380010" y="1481447"/>
            <a:ext cx="8383980" cy="920110"/>
          </a:xfrm>
        </p:spPr>
        <p:txBody>
          <a:bodyPr>
            <a:normAutofit fontScale="85000" lnSpcReduction="10000"/>
          </a:bodyPr>
          <a:lstStyle/>
          <a:p>
            <a:r>
              <a:rPr lang="en-US" dirty="0"/>
              <a:t>There are many built-in Pipes, which can be leveraged using the </a:t>
            </a:r>
            <a:r>
              <a:rPr lang="en-US" dirty="0" err="1"/>
              <a:t>CommonModule</a:t>
            </a:r>
            <a:r>
              <a:rPr lang="en-US" dirty="0"/>
              <a:t> from ‘@angular/common’.</a:t>
            </a:r>
          </a:p>
        </p:txBody>
      </p:sp>
      <p:sp>
        <p:nvSpPr>
          <p:cNvPr id="8" name="Title 7">
            <a:extLst>
              <a:ext uri="{FF2B5EF4-FFF2-40B4-BE49-F238E27FC236}">
                <a16:creationId xmlns:a16="http://schemas.microsoft.com/office/drawing/2014/main" id="{0F1FA3EE-E3B2-998F-0E83-5632EFE8C49C}"/>
              </a:ext>
            </a:extLst>
          </p:cNvPr>
          <p:cNvSpPr>
            <a:spLocks noGrp="1"/>
          </p:cNvSpPr>
          <p:nvPr>
            <p:ph type="title"/>
          </p:nvPr>
        </p:nvSpPr>
        <p:spPr/>
        <p:txBody>
          <a:bodyPr/>
          <a:lstStyle/>
          <a:p>
            <a:r>
              <a:rPr lang="en-US" dirty="0"/>
              <a:t>Pipes</a:t>
            </a:r>
          </a:p>
        </p:txBody>
      </p:sp>
      <p:sp>
        <p:nvSpPr>
          <p:cNvPr id="3" name="Content Placeholder 5">
            <a:extLst>
              <a:ext uri="{FF2B5EF4-FFF2-40B4-BE49-F238E27FC236}">
                <a16:creationId xmlns:a16="http://schemas.microsoft.com/office/drawing/2014/main" id="{A0D41715-CD20-1343-3D10-D40300BBFEE7}"/>
              </a:ext>
            </a:extLst>
          </p:cNvPr>
          <p:cNvSpPr txBox="1">
            <a:spLocks/>
          </p:cNvSpPr>
          <p:nvPr/>
        </p:nvSpPr>
        <p:spPr>
          <a:xfrm>
            <a:off x="380010" y="5918479"/>
            <a:ext cx="8383980" cy="810358"/>
          </a:xfrm>
          <a:prstGeom prst="rect">
            <a:avLst/>
          </a:prstGeom>
        </p:spPr>
        <p:txBody>
          <a:bodyPr vert="horz" lIns="91440" tIns="45720" rIns="91440" bIns="45720" rtlCol="0">
            <a:normAutofit fontScale="85000" lnSpcReduction="10000"/>
          </a:bodyPr>
          <a:lstStyle>
            <a:lvl1pPr marL="342900" indent="-342900" algn="l" defTabSz="914400" rtl="0" eaLnBrk="1" latinLnBrk="0" hangingPunct="1">
              <a:spcBef>
                <a:spcPct val="20000"/>
              </a:spcBef>
              <a:buClr>
                <a:schemeClr val="accent1"/>
              </a:buClr>
              <a:buFont typeface="Arial" panose="020B0604020202020204" pitchFamily="34" charset="0"/>
              <a:buChar char="•"/>
              <a:defRPr sz="2800" kern="1200" baseline="0">
                <a:solidFill>
                  <a:schemeClr val="tx2"/>
                </a:solidFill>
                <a:latin typeface="Arial" panose="020B0604020202020204" pitchFamily="34" charset="0"/>
                <a:ea typeface="+mn-ea"/>
                <a:cs typeface="Arial" panose="020B0604020202020204" pitchFamily="34" charset="0"/>
              </a:defRPr>
            </a:lvl1pPr>
            <a:lvl2pPr marL="742950" indent="-285750" algn="l" defTabSz="914400" rtl="0" eaLnBrk="1" latinLnBrk="0" hangingPunct="1">
              <a:spcBef>
                <a:spcPct val="20000"/>
              </a:spcBef>
              <a:buClr>
                <a:schemeClr val="accent1"/>
              </a:buClr>
              <a:buFont typeface="Arial" panose="020B0604020202020204" pitchFamily="34" charset="0"/>
              <a:buChar char="–"/>
              <a:defRPr sz="2400" kern="1200" baseline="0">
                <a:solidFill>
                  <a:schemeClr val="tx2"/>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spcBef>
                <a:spcPct val="20000"/>
              </a:spcBef>
              <a:buClr>
                <a:schemeClr val="accent1"/>
              </a:buClr>
              <a:buFont typeface="Arial" panose="020B0604020202020204" pitchFamily="34" charset="0"/>
              <a:buChar char="•"/>
              <a:defRPr sz="2000" kern="1200" baseline="0">
                <a:solidFill>
                  <a:schemeClr val="tx2"/>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spcBef>
                <a:spcPct val="20000"/>
              </a:spcBef>
              <a:buClr>
                <a:schemeClr val="accent1"/>
              </a:buClr>
              <a:buFont typeface="Arial" panose="020B0604020202020204" pitchFamily="34" charset="0"/>
              <a:buChar char="–"/>
              <a:defRPr sz="1800" kern="1200" baseline="0">
                <a:solidFill>
                  <a:schemeClr val="tx2"/>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spcBef>
                <a:spcPct val="20000"/>
              </a:spcBef>
              <a:buClr>
                <a:schemeClr val="accent1"/>
              </a:buClr>
              <a:buFont typeface="Arial" panose="020B0604020202020204" pitchFamily="34" charset="0"/>
              <a:buChar char="»"/>
              <a:defRPr sz="1800" kern="1200" baseline="0">
                <a:solidFill>
                  <a:schemeClr val="tx2"/>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r>
              <a:rPr lang="en-US" dirty="0"/>
              <a:t>A list of built-in pipes can be found here: https://angular.dev/guide/templates/pipes#built-in-pipes</a:t>
            </a:r>
          </a:p>
        </p:txBody>
      </p:sp>
      <p:pic>
        <p:nvPicPr>
          <p:cNvPr id="9" name="Picture 8">
            <a:extLst>
              <a:ext uri="{FF2B5EF4-FFF2-40B4-BE49-F238E27FC236}">
                <a16:creationId xmlns:a16="http://schemas.microsoft.com/office/drawing/2014/main" id="{7CC1252C-F2F4-66EB-573B-F0F65E265F6C}"/>
              </a:ext>
            </a:extLst>
          </p:cNvPr>
          <p:cNvPicPr>
            <a:picLocks noChangeAspect="1"/>
          </p:cNvPicPr>
          <p:nvPr/>
        </p:nvPicPr>
        <p:blipFill>
          <a:blip r:embed="rId2"/>
          <a:stretch>
            <a:fillRect/>
          </a:stretch>
        </p:blipFill>
        <p:spPr>
          <a:xfrm>
            <a:off x="1609311" y="2464359"/>
            <a:ext cx="5925377" cy="3105583"/>
          </a:xfrm>
          <a:prstGeom prst="rect">
            <a:avLst/>
          </a:prstGeom>
        </p:spPr>
      </p:pic>
    </p:spTree>
    <p:extLst>
      <p:ext uri="{BB962C8B-B14F-4D97-AF65-F5344CB8AC3E}">
        <p14:creationId xmlns:p14="http://schemas.microsoft.com/office/powerpoint/2010/main" val="14591815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P spid="3" grpId="0" build="p"/>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06389B-294A-A285-A758-0360436DDBFE}"/>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FE098638-6C1C-D40C-A2CA-5CE1905100D5}"/>
              </a:ext>
            </a:extLst>
          </p:cNvPr>
          <p:cNvSpPr>
            <a:spLocks noGrp="1"/>
          </p:cNvSpPr>
          <p:nvPr>
            <p:ph type="sldNum" sz="quarter" idx="12"/>
          </p:nvPr>
        </p:nvSpPr>
        <p:spPr/>
        <p:txBody>
          <a:bodyPr/>
          <a:lstStyle/>
          <a:p>
            <a:fld id="{F6728BC2-ACA3-447C-A909-F3F49211C066}" type="slidenum">
              <a:rPr lang="en-US" smtClean="0"/>
              <a:pPr/>
              <a:t>74</a:t>
            </a:fld>
            <a:endParaRPr lang="en-US" dirty="0"/>
          </a:p>
        </p:txBody>
      </p:sp>
      <p:sp>
        <p:nvSpPr>
          <p:cNvPr id="6" name="Content Placeholder 5">
            <a:extLst>
              <a:ext uri="{FF2B5EF4-FFF2-40B4-BE49-F238E27FC236}">
                <a16:creationId xmlns:a16="http://schemas.microsoft.com/office/drawing/2014/main" id="{24404413-5274-3267-DA6E-6CFCBD4C6554}"/>
              </a:ext>
            </a:extLst>
          </p:cNvPr>
          <p:cNvSpPr>
            <a:spLocks noGrp="1"/>
          </p:cNvSpPr>
          <p:nvPr>
            <p:ph idx="1"/>
          </p:nvPr>
        </p:nvSpPr>
        <p:spPr>
          <a:xfrm>
            <a:off x="380010" y="1481447"/>
            <a:ext cx="8383980" cy="4095388"/>
          </a:xfrm>
        </p:spPr>
        <p:txBody>
          <a:bodyPr>
            <a:normAutofit/>
          </a:bodyPr>
          <a:lstStyle/>
          <a:p>
            <a:r>
              <a:rPr lang="en-US" dirty="0"/>
              <a:t>Some Pipes accepts any number of optional parameters to fine-tune their output.</a:t>
            </a:r>
          </a:p>
          <a:p>
            <a:r>
              <a:rPr lang="en-US" dirty="0"/>
              <a:t>To add parameters to a pipe, follow the pipe name with a colon ( : ), and then the parameter value.</a:t>
            </a:r>
          </a:p>
          <a:p>
            <a:r>
              <a:rPr lang="en-US" dirty="0"/>
              <a:t>Review the Angular documentation to see the options available for the Pipes you are using</a:t>
            </a:r>
          </a:p>
        </p:txBody>
      </p:sp>
      <p:sp>
        <p:nvSpPr>
          <p:cNvPr id="8" name="Title 7">
            <a:extLst>
              <a:ext uri="{FF2B5EF4-FFF2-40B4-BE49-F238E27FC236}">
                <a16:creationId xmlns:a16="http://schemas.microsoft.com/office/drawing/2014/main" id="{35A0EAED-72CC-2FD6-A293-C6A81CA47563}"/>
              </a:ext>
            </a:extLst>
          </p:cNvPr>
          <p:cNvSpPr>
            <a:spLocks noGrp="1"/>
          </p:cNvSpPr>
          <p:nvPr>
            <p:ph type="title"/>
          </p:nvPr>
        </p:nvSpPr>
        <p:spPr/>
        <p:txBody>
          <a:bodyPr/>
          <a:lstStyle/>
          <a:p>
            <a:r>
              <a:rPr lang="en-US" dirty="0"/>
              <a:t>Parameterizing a Pipe</a:t>
            </a:r>
          </a:p>
        </p:txBody>
      </p:sp>
    </p:spTree>
    <p:extLst>
      <p:ext uri="{BB962C8B-B14F-4D97-AF65-F5344CB8AC3E}">
        <p14:creationId xmlns:p14="http://schemas.microsoft.com/office/powerpoint/2010/main" val="2349468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50396C-262C-E952-D458-B163AFCF023A}"/>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9449F2C5-A409-DC16-000D-C80A45C3EC3C}"/>
              </a:ext>
            </a:extLst>
          </p:cNvPr>
          <p:cNvSpPr>
            <a:spLocks noGrp="1"/>
          </p:cNvSpPr>
          <p:nvPr>
            <p:ph type="sldNum" sz="quarter" idx="12"/>
          </p:nvPr>
        </p:nvSpPr>
        <p:spPr/>
        <p:txBody>
          <a:bodyPr/>
          <a:lstStyle/>
          <a:p>
            <a:fld id="{F6728BC2-ACA3-447C-A909-F3F49211C066}" type="slidenum">
              <a:rPr lang="en-US" smtClean="0"/>
              <a:pPr/>
              <a:t>75</a:t>
            </a:fld>
            <a:endParaRPr lang="en-US" dirty="0"/>
          </a:p>
        </p:txBody>
      </p:sp>
      <p:sp>
        <p:nvSpPr>
          <p:cNvPr id="6" name="Content Placeholder 5">
            <a:extLst>
              <a:ext uri="{FF2B5EF4-FFF2-40B4-BE49-F238E27FC236}">
                <a16:creationId xmlns:a16="http://schemas.microsoft.com/office/drawing/2014/main" id="{B0052BC4-942E-D540-6513-C717714761DC}"/>
              </a:ext>
            </a:extLst>
          </p:cNvPr>
          <p:cNvSpPr>
            <a:spLocks noGrp="1"/>
          </p:cNvSpPr>
          <p:nvPr>
            <p:ph idx="1"/>
          </p:nvPr>
        </p:nvSpPr>
        <p:spPr>
          <a:xfrm>
            <a:off x="380010" y="1481447"/>
            <a:ext cx="8383980" cy="4095388"/>
          </a:xfrm>
        </p:spPr>
        <p:txBody>
          <a:bodyPr>
            <a:normAutofit/>
          </a:bodyPr>
          <a:lstStyle/>
          <a:p>
            <a:r>
              <a:rPr lang="en-US" dirty="0"/>
              <a:t>You can chain pipes together in effective combinations as well</a:t>
            </a:r>
          </a:p>
        </p:txBody>
      </p:sp>
      <p:sp>
        <p:nvSpPr>
          <p:cNvPr id="8" name="Title 7">
            <a:extLst>
              <a:ext uri="{FF2B5EF4-FFF2-40B4-BE49-F238E27FC236}">
                <a16:creationId xmlns:a16="http://schemas.microsoft.com/office/drawing/2014/main" id="{144FE99B-C838-3497-7018-1C848C7E1B5F}"/>
              </a:ext>
            </a:extLst>
          </p:cNvPr>
          <p:cNvSpPr>
            <a:spLocks noGrp="1"/>
          </p:cNvSpPr>
          <p:nvPr>
            <p:ph type="title"/>
          </p:nvPr>
        </p:nvSpPr>
        <p:spPr/>
        <p:txBody>
          <a:bodyPr/>
          <a:lstStyle/>
          <a:p>
            <a:r>
              <a:rPr lang="en-US" dirty="0"/>
              <a:t>Chaining Pipes</a:t>
            </a:r>
          </a:p>
        </p:txBody>
      </p:sp>
      <p:pic>
        <p:nvPicPr>
          <p:cNvPr id="3" name="Picture 2">
            <a:extLst>
              <a:ext uri="{FF2B5EF4-FFF2-40B4-BE49-F238E27FC236}">
                <a16:creationId xmlns:a16="http://schemas.microsoft.com/office/drawing/2014/main" id="{B3B5B0D5-D9E4-ADEE-C179-5E0C26D6DC47}"/>
              </a:ext>
            </a:extLst>
          </p:cNvPr>
          <p:cNvPicPr>
            <a:picLocks noChangeAspect="1"/>
          </p:cNvPicPr>
          <p:nvPr/>
        </p:nvPicPr>
        <p:blipFill>
          <a:blip r:embed="rId2"/>
          <a:stretch>
            <a:fillRect/>
          </a:stretch>
        </p:blipFill>
        <p:spPr>
          <a:xfrm>
            <a:off x="551745" y="2903830"/>
            <a:ext cx="8040509" cy="525170"/>
          </a:xfrm>
          <a:prstGeom prst="rect">
            <a:avLst/>
          </a:prstGeom>
        </p:spPr>
      </p:pic>
    </p:spTree>
    <p:extLst>
      <p:ext uri="{BB962C8B-B14F-4D97-AF65-F5344CB8AC3E}">
        <p14:creationId xmlns:p14="http://schemas.microsoft.com/office/powerpoint/2010/main" val="31053181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305F6F-8B72-BC6B-0F61-45E9E7A59E21}"/>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6504409F-DB10-225B-A371-30891AD8AC4D}"/>
              </a:ext>
            </a:extLst>
          </p:cNvPr>
          <p:cNvSpPr>
            <a:spLocks noGrp="1"/>
          </p:cNvSpPr>
          <p:nvPr>
            <p:ph type="sldNum" sz="quarter" idx="12"/>
          </p:nvPr>
        </p:nvSpPr>
        <p:spPr/>
        <p:txBody>
          <a:bodyPr/>
          <a:lstStyle/>
          <a:p>
            <a:fld id="{F6728BC2-ACA3-447C-A909-F3F49211C066}" type="slidenum">
              <a:rPr lang="en-US" smtClean="0"/>
              <a:pPr/>
              <a:t>76</a:t>
            </a:fld>
            <a:endParaRPr lang="en-US" dirty="0"/>
          </a:p>
        </p:txBody>
      </p:sp>
      <p:sp>
        <p:nvSpPr>
          <p:cNvPr id="6" name="Content Placeholder 5">
            <a:extLst>
              <a:ext uri="{FF2B5EF4-FFF2-40B4-BE49-F238E27FC236}">
                <a16:creationId xmlns:a16="http://schemas.microsoft.com/office/drawing/2014/main" id="{85E9DBE6-CA30-1EC5-CB85-E679C3FE9E7C}"/>
              </a:ext>
            </a:extLst>
          </p:cNvPr>
          <p:cNvSpPr>
            <a:spLocks noGrp="1"/>
          </p:cNvSpPr>
          <p:nvPr>
            <p:ph idx="1"/>
          </p:nvPr>
        </p:nvSpPr>
        <p:spPr>
          <a:xfrm>
            <a:off x="380010" y="1481447"/>
            <a:ext cx="8383980" cy="2326878"/>
          </a:xfrm>
        </p:spPr>
        <p:txBody>
          <a:bodyPr>
            <a:normAutofit fontScale="92500" lnSpcReduction="10000"/>
          </a:bodyPr>
          <a:lstStyle/>
          <a:p>
            <a:r>
              <a:rPr lang="en-US" dirty="0"/>
              <a:t>You can create custom pipes using the command ‘ng generate pipe &lt;pipe-name&gt;’</a:t>
            </a:r>
          </a:p>
          <a:p>
            <a:pPr lvl="1"/>
            <a:r>
              <a:rPr lang="en-US" dirty="0"/>
              <a:t>Shorthand: ‘ng g p &lt;pipe-name&gt;’</a:t>
            </a:r>
          </a:p>
          <a:p>
            <a:r>
              <a:rPr lang="en-US" dirty="0"/>
              <a:t>The following examples creates a pipe which counts the number of words in the associated value expression string</a:t>
            </a:r>
          </a:p>
        </p:txBody>
      </p:sp>
      <p:sp>
        <p:nvSpPr>
          <p:cNvPr id="8" name="Title 7">
            <a:extLst>
              <a:ext uri="{FF2B5EF4-FFF2-40B4-BE49-F238E27FC236}">
                <a16:creationId xmlns:a16="http://schemas.microsoft.com/office/drawing/2014/main" id="{1C6E18D5-2527-7308-5E08-DC11B3A73651}"/>
              </a:ext>
            </a:extLst>
          </p:cNvPr>
          <p:cNvSpPr>
            <a:spLocks noGrp="1"/>
          </p:cNvSpPr>
          <p:nvPr>
            <p:ph type="title"/>
          </p:nvPr>
        </p:nvSpPr>
        <p:spPr/>
        <p:txBody>
          <a:bodyPr/>
          <a:lstStyle/>
          <a:p>
            <a:r>
              <a:rPr lang="en-US" dirty="0"/>
              <a:t>Custom Pipes</a:t>
            </a:r>
          </a:p>
        </p:txBody>
      </p:sp>
      <p:pic>
        <p:nvPicPr>
          <p:cNvPr id="3" name="Picture 2">
            <a:extLst>
              <a:ext uri="{FF2B5EF4-FFF2-40B4-BE49-F238E27FC236}">
                <a16:creationId xmlns:a16="http://schemas.microsoft.com/office/drawing/2014/main" id="{3AB1A9F1-0457-A33B-51B4-921ABAB39271}"/>
              </a:ext>
            </a:extLst>
          </p:cNvPr>
          <p:cNvPicPr>
            <a:picLocks noChangeAspect="1"/>
          </p:cNvPicPr>
          <p:nvPr/>
        </p:nvPicPr>
        <p:blipFill>
          <a:blip r:embed="rId2"/>
          <a:stretch>
            <a:fillRect/>
          </a:stretch>
        </p:blipFill>
        <p:spPr>
          <a:xfrm>
            <a:off x="209346" y="4345692"/>
            <a:ext cx="3477110" cy="2200582"/>
          </a:xfrm>
          <a:prstGeom prst="rect">
            <a:avLst/>
          </a:prstGeom>
        </p:spPr>
      </p:pic>
      <p:pic>
        <p:nvPicPr>
          <p:cNvPr id="7" name="Picture 6">
            <a:extLst>
              <a:ext uri="{FF2B5EF4-FFF2-40B4-BE49-F238E27FC236}">
                <a16:creationId xmlns:a16="http://schemas.microsoft.com/office/drawing/2014/main" id="{ABC2AAD0-F62D-0AF4-F389-3A28C7F7D3B1}"/>
              </a:ext>
            </a:extLst>
          </p:cNvPr>
          <p:cNvPicPr>
            <a:picLocks noChangeAspect="1"/>
          </p:cNvPicPr>
          <p:nvPr/>
        </p:nvPicPr>
        <p:blipFill>
          <a:blip r:embed="rId3"/>
          <a:stretch>
            <a:fillRect/>
          </a:stretch>
        </p:blipFill>
        <p:spPr>
          <a:xfrm>
            <a:off x="4057332" y="3980945"/>
            <a:ext cx="5077534" cy="2791215"/>
          </a:xfrm>
          <a:prstGeom prst="rect">
            <a:avLst/>
          </a:prstGeom>
        </p:spPr>
      </p:pic>
    </p:spTree>
    <p:extLst>
      <p:ext uri="{BB962C8B-B14F-4D97-AF65-F5344CB8AC3E}">
        <p14:creationId xmlns:p14="http://schemas.microsoft.com/office/powerpoint/2010/main" val="35948030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812B61-0E13-ED03-41C3-FAA01C195055}"/>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3AC4661-A8BA-49E1-B81D-2ED775A817EE}"/>
              </a:ext>
            </a:extLst>
          </p:cNvPr>
          <p:cNvSpPr>
            <a:spLocks noGrp="1"/>
          </p:cNvSpPr>
          <p:nvPr>
            <p:ph type="sldNum" idx="12"/>
          </p:nvPr>
        </p:nvSpPr>
        <p:spPr>
          <a:xfrm>
            <a:off x="8122757" y="6363712"/>
            <a:ext cx="861671" cy="365125"/>
          </a:xfrm>
        </p:spPr>
        <p:txBody>
          <a:bodyPr spcFirstLastPara="1" wrap="square" lIns="91425" tIns="45700" rIns="91425" bIns="45700" anchor="ctr" anchorCtr="0">
            <a:normAutofit/>
          </a:bodyPr>
          <a:lstStyle/>
          <a:p>
            <a:pPr>
              <a:spcAft>
                <a:spcPts val="600"/>
              </a:spcAft>
            </a:pPr>
            <a:fld id="{00000000-1234-1234-1234-123412341234}" type="slidenum">
              <a:rPr lang="en-US" smtClean="0"/>
              <a:pPr>
                <a:spcAft>
                  <a:spcPts val="600"/>
                </a:spcAft>
              </a:pPr>
              <a:t>77</a:t>
            </a:fld>
            <a:endParaRPr lang="en-US"/>
          </a:p>
        </p:txBody>
      </p:sp>
      <p:sp>
        <p:nvSpPr>
          <p:cNvPr id="4" name="Google Shape;212;p15">
            <a:extLst>
              <a:ext uri="{FF2B5EF4-FFF2-40B4-BE49-F238E27FC236}">
                <a16:creationId xmlns:a16="http://schemas.microsoft.com/office/drawing/2014/main" id="{CB4C77DB-C2E5-55A6-3F46-2F349F75A043}"/>
              </a:ext>
            </a:extLst>
          </p:cNvPr>
          <p:cNvSpPr txBox="1">
            <a:spLocks/>
          </p:cNvSpPr>
          <p:nvPr/>
        </p:nvSpPr>
        <p:spPr>
          <a:xfrm>
            <a:off x="157163" y="2493034"/>
            <a:ext cx="8826500" cy="3591854"/>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7200" indent="-228600" algn="ctr">
              <a:spcBef>
                <a:spcPts val="560"/>
              </a:spcBef>
              <a:buClr>
                <a:schemeClr val="accent1"/>
              </a:buClr>
              <a:buSzPts val="2800"/>
            </a:pPr>
            <a:r>
              <a:rPr lang="en-US" sz="4000" b="0" i="0" u="none" strike="noStrike" cap="none" dirty="0">
                <a:solidFill>
                  <a:schemeClr val="dk2"/>
                </a:solidFill>
                <a:latin typeface="Arial"/>
                <a:ea typeface="Arial"/>
                <a:cs typeface="Arial"/>
                <a:sym typeface="Arial"/>
              </a:rPr>
              <a:t>Routing &amp; Route Guards</a:t>
            </a:r>
          </a:p>
        </p:txBody>
      </p:sp>
      <p:pic>
        <p:nvPicPr>
          <p:cNvPr id="6" name="Picture 5">
            <a:extLst>
              <a:ext uri="{FF2B5EF4-FFF2-40B4-BE49-F238E27FC236}">
                <a16:creationId xmlns:a16="http://schemas.microsoft.com/office/drawing/2014/main" id="{4E9B7BE2-2B16-68D9-F43B-8F27D81F4DE6}"/>
              </a:ext>
            </a:extLst>
          </p:cNvPr>
          <p:cNvPicPr>
            <a:picLocks noChangeAspect="1"/>
          </p:cNvPicPr>
          <p:nvPr/>
        </p:nvPicPr>
        <p:blipFill>
          <a:blip r:embed="rId2"/>
          <a:stretch>
            <a:fillRect/>
          </a:stretch>
        </p:blipFill>
        <p:spPr>
          <a:xfrm>
            <a:off x="6788472" y="0"/>
            <a:ext cx="2355528" cy="864158"/>
          </a:xfrm>
          <a:prstGeom prst="rect">
            <a:avLst/>
          </a:prstGeom>
        </p:spPr>
      </p:pic>
    </p:spTree>
    <p:extLst>
      <p:ext uri="{BB962C8B-B14F-4D97-AF65-F5344CB8AC3E}">
        <p14:creationId xmlns:p14="http://schemas.microsoft.com/office/powerpoint/2010/main" val="257910703"/>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95CC5A-A731-8A9D-A469-3D2026E08CA3}"/>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74B049AD-9913-45DF-25FB-C8FDF20333D1}"/>
              </a:ext>
            </a:extLst>
          </p:cNvPr>
          <p:cNvSpPr>
            <a:spLocks noGrp="1"/>
          </p:cNvSpPr>
          <p:nvPr>
            <p:ph type="sldNum" sz="quarter" idx="12"/>
          </p:nvPr>
        </p:nvSpPr>
        <p:spPr/>
        <p:txBody>
          <a:bodyPr/>
          <a:lstStyle/>
          <a:p>
            <a:fld id="{F6728BC2-ACA3-447C-A909-F3F49211C066}" type="slidenum">
              <a:rPr lang="en-US" smtClean="0"/>
              <a:pPr/>
              <a:t>78</a:t>
            </a:fld>
            <a:endParaRPr lang="en-US" dirty="0"/>
          </a:p>
        </p:txBody>
      </p:sp>
      <p:sp>
        <p:nvSpPr>
          <p:cNvPr id="6" name="Content Placeholder 5">
            <a:extLst>
              <a:ext uri="{FF2B5EF4-FFF2-40B4-BE49-F238E27FC236}">
                <a16:creationId xmlns:a16="http://schemas.microsoft.com/office/drawing/2014/main" id="{628105D2-54C1-7E58-8C37-E0CBF2232038}"/>
              </a:ext>
            </a:extLst>
          </p:cNvPr>
          <p:cNvSpPr>
            <a:spLocks noGrp="1"/>
          </p:cNvSpPr>
          <p:nvPr>
            <p:ph idx="1"/>
          </p:nvPr>
        </p:nvSpPr>
        <p:spPr/>
        <p:txBody>
          <a:bodyPr>
            <a:normAutofit fontScale="85000" lnSpcReduction="10000"/>
          </a:bodyPr>
          <a:lstStyle/>
          <a:p>
            <a:r>
              <a:rPr lang="en-US" dirty="0"/>
              <a:t>In Single Page Applications, only one page is requested from the server, and it provides multiple views dynamically, rather than loading the new pages from the server.</a:t>
            </a:r>
          </a:p>
          <a:p>
            <a:r>
              <a:rPr lang="en-US" dirty="0"/>
              <a:t>The Router mechanism in Angular provides a way to navigate from one view to another view in the application.</a:t>
            </a:r>
          </a:p>
          <a:p>
            <a:r>
              <a:rPr lang="en-US" dirty="0"/>
              <a:t>Routing in Angular is comprised of three primary parts:</a:t>
            </a:r>
          </a:p>
          <a:p>
            <a:pPr lvl="1"/>
            <a:r>
              <a:rPr lang="en-US" b="1" dirty="0"/>
              <a:t>Routes</a:t>
            </a:r>
            <a:r>
              <a:rPr lang="en-US" dirty="0"/>
              <a:t>: define which component displays when a user visits a specific URL</a:t>
            </a:r>
          </a:p>
          <a:p>
            <a:pPr lvl="1"/>
            <a:r>
              <a:rPr lang="en-US" b="1" dirty="0"/>
              <a:t>Outlets</a:t>
            </a:r>
            <a:r>
              <a:rPr lang="en-US" dirty="0"/>
              <a:t>: are placeholders in your templates that dynamically load and render components based on the active route.</a:t>
            </a:r>
          </a:p>
          <a:p>
            <a:pPr lvl="1"/>
            <a:r>
              <a:rPr lang="en-US" b="1" dirty="0"/>
              <a:t>Links</a:t>
            </a:r>
            <a:r>
              <a:rPr lang="en-US" dirty="0"/>
              <a:t>: provide a way for users to navigate between different routes in your application without triggering a full page reload.</a:t>
            </a:r>
          </a:p>
        </p:txBody>
      </p:sp>
      <p:sp>
        <p:nvSpPr>
          <p:cNvPr id="8" name="Title 7">
            <a:extLst>
              <a:ext uri="{FF2B5EF4-FFF2-40B4-BE49-F238E27FC236}">
                <a16:creationId xmlns:a16="http://schemas.microsoft.com/office/drawing/2014/main" id="{0C1A1068-5709-7E25-3765-7F04FF173629}"/>
              </a:ext>
            </a:extLst>
          </p:cNvPr>
          <p:cNvSpPr>
            <a:spLocks noGrp="1"/>
          </p:cNvSpPr>
          <p:nvPr>
            <p:ph type="title"/>
          </p:nvPr>
        </p:nvSpPr>
        <p:spPr/>
        <p:txBody>
          <a:bodyPr/>
          <a:lstStyle/>
          <a:p>
            <a:r>
              <a:rPr lang="en-US" dirty="0"/>
              <a:t>Routing</a:t>
            </a:r>
          </a:p>
        </p:txBody>
      </p:sp>
    </p:spTree>
    <p:extLst>
      <p:ext uri="{BB962C8B-B14F-4D97-AF65-F5344CB8AC3E}">
        <p14:creationId xmlns:p14="http://schemas.microsoft.com/office/powerpoint/2010/main" val="21301167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6">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538441-1496-D47B-0257-3B5F6A6A669B}"/>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2C8345F-4B10-F7F5-8725-795ED01B682E}"/>
              </a:ext>
            </a:extLst>
          </p:cNvPr>
          <p:cNvSpPr>
            <a:spLocks noGrp="1"/>
          </p:cNvSpPr>
          <p:nvPr>
            <p:ph type="sldNum" sz="quarter" idx="12"/>
          </p:nvPr>
        </p:nvSpPr>
        <p:spPr/>
        <p:txBody>
          <a:bodyPr/>
          <a:lstStyle/>
          <a:p>
            <a:fld id="{F6728BC2-ACA3-447C-A909-F3F49211C066}" type="slidenum">
              <a:rPr lang="en-US" smtClean="0"/>
              <a:pPr/>
              <a:t>79</a:t>
            </a:fld>
            <a:endParaRPr lang="en-US" dirty="0"/>
          </a:p>
        </p:txBody>
      </p:sp>
      <p:sp>
        <p:nvSpPr>
          <p:cNvPr id="6" name="Content Placeholder 5">
            <a:extLst>
              <a:ext uri="{FF2B5EF4-FFF2-40B4-BE49-F238E27FC236}">
                <a16:creationId xmlns:a16="http://schemas.microsoft.com/office/drawing/2014/main" id="{DC3BD663-D64D-BBA3-3081-B38BB0FCA2AA}"/>
              </a:ext>
            </a:extLst>
          </p:cNvPr>
          <p:cNvSpPr>
            <a:spLocks noGrp="1"/>
          </p:cNvSpPr>
          <p:nvPr>
            <p:ph idx="1"/>
          </p:nvPr>
        </p:nvSpPr>
        <p:spPr/>
        <p:txBody>
          <a:bodyPr>
            <a:normAutofit lnSpcReduction="10000"/>
          </a:bodyPr>
          <a:lstStyle/>
          <a:p>
            <a:r>
              <a:rPr lang="en-US" dirty="0"/>
              <a:t>Angular provides a </a:t>
            </a:r>
            <a:r>
              <a:rPr lang="en-US" dirty="0" err="1"/>
              <a:t>RouterModule</a:t>
            </a:r>
            <a:r>
              <a:rPr lang="en-US" dirty="0"/>
              <a:t> that has the necessary service providers and directives for navigating through application views.</a:t>
            </a:r>
          </a:p>
          <a:p>
            <a:r>
              <a:rPr lang="en-US" dirty="0"/>
              <a:t>The router defines navigation of views on a single page and interprets URL links to determine which views to create or destroy, and which components to load or unload.</a:t>
            </a:r>
          </a:p>
          <a:p>
            <a:r>
              <a:rPr lang="en-US" dirty="0"/>
              <a:t>A routing component imports the Router module, and its template contains a </a:t>
            </a:r>
            <a:r>
              <a:rPr lang="en-US" dirty="0" err="1"/>
              <a:t>RouterOutlet</a:t>
            </a:r>
            <a:r>
              <a:rPr lang="en-US" dirty="0"/>
              <a:t> element, were it can display views produced by the router.</a:t>
            </a:r>
          </a:p>
        </p:txBody>
      </p:sp>
      <p:sp>
        <p:nvSpPr>
          <p:cNvPr id="8" name="Title 7">
            <a:extLst>
              <a:ext uri="{FF2B5EF4-FFF2-40B4-BE49-F238E27FC236}">
                <a16:creationId xmlns:a16="http://schemas.microsoft.com/office/drawing/2014/main" id="{8491F496-223A-021B-4233-EBEDAE037E44}"/>
              </a:ext>
            </a:extLst>
          </p:cNvPr>
          <p:cNvSpPr>
            <a:spLocks noGrp="1"/>
          </p:cNvSpPr>
          <p:nvPr>
            <p:ph type="title"/>
          </p:nvPr>
        </p:nvSpPr>
        <p:spPr/>
        <p:txBody>
          <a:bodyPr/>
          <a:lstStyle/>
          <a:p>
            <a:r>
              <a:rPr lang="en-US" dirty="0"/>
              <a:t>Routing</a:t>
            </a:r>
          </a:p>
        </p:txBody>
      </p:sp>
    </p:spTree>
    <p:extLst>
      <p:ext uri="{BB962C8B-B14F-4D97-AF65-F5344CB8AC3E}">
        <p14:creationId xmlns:p14="http://schemas.microsoft.com/office/powerpoint/2010/main" val="13110004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64F80A-14E2-EE30-FF58-3A61A9A1FFFA}"/>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0083C8BE-4056-6386-6BFB-E08BD715B05F}"/>
              </a:ext>
            </a:extLst>
          </p:cNvPr>
          <p:cNvSpPr>
            <a:spLocks noGrp="1"/>
          </p:cNvSpPr>
          <p:nvPr>
            <p:ph type="sldNum" sz="quarter" idx="12"/>
          </p:nvPr>
        </p:nvSpPr>
        <p:spPr/>
        <p:txBody>
          <a:bodyPr/>
          <a:lstStyle/>
          <a:p>
            <a:fld id="{F6728BC2-ACA3-447C-A909-F3F49211C066}" type="slidenum">
              <a:rPr lang="en-US" smtClean="0"/>
              <a:pPr/>
              <a:t>80</a:t>
            </a:fld>
            <a:endParaRPr lang="en-US" dirty="0"/>
          </a:p>
        </p:txBody>
      </p:sp>
      <p:sp>
        <p:nvSpPr>
          <p:cNvPr id="6" name="Content Placeholder 5">
            <a:extLst>
              <a:ext uri="{FF2B5EF4-FFF2-40B4-BE49-F238E27FC236}">
                <a16:creationId xmlns:a16="http://schemas.microsoft.com/office/drawing/2014/main" id="{6A659B70-6612-8B14-06DC-B3C52B18CD5C}"/>
              </a:ext>
            </a:extLst>
          </p:cNvPr>
          <p:cNvSpPr>
            <a:spLocks noGrp="1"/>
          </p:cNvSpPr>
          <p:nvPr>
            <p:ph idx="1"/>
          </p:nvPr>
        </p:nvSpPr>
        <p:spPr>
          <a:xfrm>
            <a:off x="380010" y="1481447"/>
            <a:ext cx="8383980" cy="2628330"/>
          </a:xfrm>
        </p:spPr>
        <p:txBody>
          <a:bodyPr>
            <a:normAutofit fontScale="77500" lnSpcReduction="20000"/>
          </a:bodyPr>
          <a:lstStyle/>
          <a:p>
            <a:r>
              <a:rPr lang="en-US" dirty="0"/>
              <a:t>When generating a new Angular app, you should have been given a file named ‘</a:t>
            </a:r>
            <a:r>
              <a:rPr lang="en-US" dirty="0" err="1"/>
              <a:t>app.routes.ts</a:t>
            </a:r>
            <a:r>
              <a:rPr lang="en-US" dirty="0"/>
              <a:t>’.</a:t>
            </a:r>
          </a:p>
          <a:p>
            <a:pPr lvl="1"/>
            <a:r>
              <a:rPr lang="en-US" dirty="0"/>
              <a:t>Note: if you don’t have this file, you </a:t>
            </a:r>
            <a:r>
              <a:rPr lang="en-US" i="1" dirty="0"/>
              <a:t>can</a:t>
            </a:r>
            <a:r>
              <a:rPr lang="en-US" dirty="0"/>
              <a:t> generate the file yourself. Typically, the router file includes ‘routes’ as a naming convention.</a:t>
            </a:r>
          </a:p>
          <a:p>
            <a:r>
              <a:rPr lang="en-US" dirty="0"/>
              <a:t>If you need to create your own router file, you will need to register your routes in your Application’s bootstrapping (</a:t>
            </a:r>
            <a:r>
              <a:rPr lang="en-US" dirty="0" err="1"/>
              <a:t>main.ts</a:t>
            </a:r>
            <a:r>
              <a:rPr lang="en-US" dirty="0"/>
              <a:t>)</a:t>
            </a:r>
          </a:p>
          <a:p>
            <a:r>
              <a:rPr lang="en-US" dirty="0"/>
              <a:t>Angular automatically provides this bootstrapping in your </a:t>
            </a:r>
            <a:r>
              <a:rPr lang="en-US" dirty="0" err="1"/>
              <a:t>app.config.ts</a:t>
            </a:r>
            <a:endParaRPr lang="en-US" dirty="0"/>
          </a:p>
          <a:p>
            <a:endParaRPr lang="en-US" dirty="0"/>
          </a:p>
        </p:txBody>
      </p:sp>
      <p:sp>
        <p:nvSpPr>
          <p:cNvPr id="8" name="Title 7">
            <a:extLst>
              <a:ext uri="{FF2B5EF4-FFF2-40B4-BE49-F238E27FC236}">
                <a16:creationId xmlns:a16="http://schemas.microsoft.com/office/drawing/2014/main" id="{A1D89D1F-0F11-0C25-5E69-FBEB84A703B3}"/>
              </a:ext>
            </a:extLst>
          </p:cNvPr>
          <p:cNvSpPr>
            <a:spLocks noGrp="1"/>
          </p:cNvSpPr>
          <p:nvPr>
            <p:ph type="title"/>
          </p:nvPr>
        </p:nvSpPr>
        <p:spPr/>
        <p:txBody>
          <a:bodyPr/>
          <a:lstStyle/>
          <a:p>
            <a:r>
              <a:rPr lang="en-US" dirty="0"/>
              <a:t>Routing</a:t>
            </a:r>
          </a:p>
        </p:txBody>
      </p:sp>
      <p:pic>
        <p:nvPicPr>
          <p:cNvPr id="3" name="Picture 2">
            <a:extLst>
              <a:ext uri="{FF2B5EF4-FFF2-40B4-BE49-F238E27FC236}">
                <a16:creationId xmlns:a16="http://schemas.microsoft.com/office/drawing/2014/main" id="{7F782208-5228-3924-9EAC-95CEAB78FF63}"/>
              </a:ext>
            </a:extLst>
          </p:cNvPr>
          <p:cNvPicPr>
            <a:picLocks noChangeAspect="1"/>
          </p:cNvPicPr>
          <p:nvPr/>
        </p:nvPicPr>
        <p:blipFill>
          <a:blip r:embed="rId2"/>
          <a:stretch>
            <a:fillRect/>
          </a:stretch>
        </p:blipFill>
        <p:spPr>
          <a:xfrm>
            <a:off x="2064814" y="4195289"/>
            <a:ext cx="5496692" cy="2362530"/>
          </a:xfrm>
          <a:prstGeom prst="rect">
            <a:avLst/>
          </a:prstGeom>
        </p:spPr>
      </p:pic>
    </p:spTree>
    <p:extLst>
      <p:ext uri="{BB962C8B-B14F-4D97-AF65-F5344CB8AC3E}">
        <p14:creationId xmlns:p14="http://schemas.microsoft.com/office/powerpoint/2010/main" val="41707660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CA161E-AE18-954C-71B2-CE4F4D622701}"/>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1314218-6B81-6BE0-AB55-B83D1DE6DABA}"/>
              </a:ext>
            </a:extLst>
          </p:cNvPr>
          <p:cNvSpPr>
            <a:spLocks noGrp="1"/>
          </p:cNvSpPr>
          <p:nvPr>
            <p:ph type="sldNum" sz="quarter" idx="12"/>
          </p:nvPr>
        </p:nvSpPr>
        <p:spPr/>
        <p:txBody>
          <a:bodyPr/>
          <a:lstStyle/>
          <a:p>
            <a:fld id="{F6728BC2-ACA3-447C-A909-F3F49211C066}" type="slidenum">
              <a:rPr lang="en-US" smtClean="0"/>
              <a:pPr/>
              <a:t>81</a:t>
            </a:fld>
            <a:endParaRPr lang="en-US" dirty="0"/>
          </a:p>
        </p:txBody>
      </p:sp>
      <p:sp>
        <p:nvSpPr>
          <p:cNvPr id="8" name="Title 7">
            <a:extLst>
              <a:ext uri="{FF2B5EF4-FFF2-40B4-BE49-F238E27FC236}">
                <a16:creationId xmlns:a16="http://schemas.microsoft.com/office/drawing/2014/main" id="{8100856B-5DCD-CCB4-2251-CAC90FE97D49}"/>
              </a:ext>
            </a:extLst>
          </p:cNvPr>
          <p:cNvSpPr>
            <a:spLocks noGrp="1"/>
          </p:cNvSpPr>
          <p:nvPr>
            <p:ph type="title"/>
          </p:nvPr>
        </p:nvSpPr>
        <p:spPr/>
        <p:txBody>
          <a:bodyPr/>
          <a:lstStyle/>
          <a:p>
            <a:r>
              <a:rPr lang="en-US" dirty="0"/>
              <a:t>Routing</a:t>
            </a:r>
          </a:p>
        </p:txBody>
      </p:sp>
      <p:pic>
        <p:nvPicPr>
          <p:cNvPr id="7" name="Picture 6">
            <a:extLst>
              <a:ext uri="{FF2B5EF4-FFF2-40B4-BE49-F238E27FC236}">
                <a16:creationId xmlns:a16="http://schemas.microsoft.com/office/drawing/2014/main" id="{12CD3BE0-78A4-B978-D024-81E8D2202433}"/>
              </a:ext>
            </a:extLst>
          </p:cNvPr>
          <p:cNvPicPr>
            <a:picLocks noChangeAspect="1"/>
          </p:cNvPicPr>
          <p:nvPr/>
        </p:nvPicPr>
        <p:blipFill>
          <a:blip r:embed="rId2"/>
          <a:stretch>
            <a:fillRect/>
          </a:stretch>
        </p:blipFill>
        <p:spPr>
          <a:xfrm>
            <a:off x="380010" y="2888040"/>
            <a:ext cx="4010585" cy="1876687"/>
          </a:xfrm>
          <a:prstGeom prst="rect">
            <a:avLst/>
          </a:prstGeom>
        </p:spPr>
      </p:pic>
      <p:pic>
        <p:nvPicPr>
          <p:cNvPr id="10" name="Picture 9">
            <a:extLst>
              <a:ext uri="{FF2B5EF4-FFF2-40B4-BE49-F238E27FC236}">
                <a16:creationId xmlns:a16="http://schemas.microsoft.com/office/drawing/2014/main" id="{500EA94F-E98F-0822-799A-49DA87198CEE}"/>
              </a:ext>
            </a:extLst>
          </p:cNvPr>
          <p:cNvPicPr>
            <a:picLocks noChangeAspect="1"/>
          </p:cNvPicPr>
          <p:nvPr/>
        </p:nvPicPr>
        <p:blipFill>
          <a:blip r:embed="rId3"/>
          <a:stretch>
            <a:fillRect/>
          </a:stretch>
        </p:blipFill>
        <p:spPr>
          <a:xfrm>
            <a:off x="4905827" y="1943495"/>
            <a:ext cx="3858163" cy="4420217"/>
          </a:xfrm>
          <a:prstGeom prst="rect">
            <a:avLst/>
          </a:prstGeom>
        </p:spPr>
      </p:pic>
      <p:sp>
        <p:nvSpPr>
          <p:cNvPr id="11" name="TextBox 10">
            <a:extLst>
              <a:ext uri="{FF2B5EF4-FFF2-40B4-BE49-F238E27FC236}">
                <a16:creationId xmlns:a16="http://schemas.microsoft.com/office/drawing/2014/main" id="{EC1693E1-8238-1360-7E73-09B5AB4FF525}"/>
              </a:ext>
            </a:extLst>
          </p:cNvPr>
          <p:cNvSpPr txBox="1"/>
          <p:nvPr/>
        </p:nvSpPr>
        <p:spPr>
          <a:xfrm>
            <a:off x="1850540" y="2439143"/>
            <a:ext cx="1069524" cy="369332"/>
          </a:xfrm>
          <a:prstGeom prst="rect">
            <a:avLst/>
          </a:prstGeom>
          <a:noFill/>
        </p:spPr>
        <p:txBody>
          <a:bodyPr wrap="none" rtlCol="0">
            <a:spAutoFit/>
          </a:bodyPr>
          <a:lstStyle/>
          <a:p>
            <a:r>
              <a:rPr lang="en-US" dirty="0" err="1"/>
              <a:t>routes.ts</a:t>
            </a:r>
            <a:endParaRPr lang="en-US" dirty="0"/>
          </a:p>
        </p:txBody>
      </p:sp>
      <p:sp>
        <p:nvSpPr>
          <p:cNvPr id="12" name="TextBox 11">
            <a:extLst>
              <a:ext uri="{FF2B5EF4-FFF2-40B4-BE49-F238E27FC236}">
                <a16:creationId xmlns:a16="http://schemas.microsoft.com/office/drawing/2014/main" id="{5395C422-1F88-5081-150D-5F7A4AE67C21}"/>
              </a:ext>
            </a:extLst>
          </p:cNvPr>
          <p:cNvSpPr txBox="1"/>
          <p:nvPr/>
        </p:nvSpPr>
        <p:spPr>
          <a:xfrm>
            <a:off x="6196159" y="1499622"/>
            <a:ext cx="813043" cy="369332"/>
          </a:xfrm>
          <a:prstGeom prst="rect">
            <a:avLst/>
          </a:prstGeom>
          <a:noFill/>
        </p:spPr>
        <p:txBody>
          <a:bodyPr wrap="none" rtlCol="0">
            <a:spAutoFit/>
          </a:bodyPr>
          <a:lstStyle/>
          <a:p>
            <a:r>
              <a:rPr lang="en-US" dirty="0" err="1"/>
              <a:t>app.ts</a:t>
            </a:r>
            <a:endParaRPr lang="en-US" dirty="0"/>
          </a:p>
        </p:txBody>
      </p:sp>
    </p:spTree>
    <p:extLst>
      <p:ext uri="{BB962C8B-B14F-4D97-AF65-F5344CB8AC3E}">
        <p14:creationId xmlns:p14="http://schemas.microsoft.com/office/powerpoint/2010/main" val="1377093765"/>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0847DE-F525-BF13-3EA8-D2C8355D75DF}"/>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9660B276-FC94-ED3D-98FA-A3D01B8C6BFC}"/>
              </a:ext>
            </a:extLst>
          </p:cNvPr>
          <p:cNvSpPr>
            <a:spLocks noGrp="1"/>
          </p:cNvSpPr>
          <p:nvPr>
            <p:ph type="sldNum" sz="quarter" idx="12"/>
          </p:nvPr>
        </p:nvSpPr>
        <p:spPr/>
        <p:txBody>
          <a:bodyPr/>
          <a:lstStyle/>
          <a:p>
            <a:fld id="{F6728BC2-ACA3-447C-A909-F3F49211C066}" type="slidenum">
              <a:rPr lang="en-US" smtClean="0"/>
              <a:pPr/>
              <a:t>82</a:t>
            </a:fld>
            <a:endParaRPr lang="en-US" dirty="0"/>
          </a:p>
        </p:txBody>
      </p:sp>
      <p:sp>
        <p:nvSpPr>
          <p:cNvPr id="6" name="Content Placeholder 5">
            <a:extLst>
              <a:ext uri="{FF2B5EF4-FFF2-40B4-BE49-F238E27FC236}">
                <a16:creationId xmlns:a16="http://schemas.microsoft.com/office/drawing/2014/main" id="{1AE3DF2B-6096-71A4-94EB-BA4E380F641C}"/>
              </a:ext>
            </a:extLst>
          </p:cNvPr>
          <p:cNvSpPr>
            <a:spLocks noGrp="1"/>
          </p:cNvSpPr>
          <p:nvPr>
            <p:ph idx="1"/>
          </p:nvPr>
        </p:nvSpPr>
        <p:spPr/>
        <p:txBody>
          <a:bodyPr>
            <a:normAutofit fontScale="92500" lnSpcReduction="20000"/>
          </a:bodyPr>
          <a:lstStyle/>
          <a:p>
            <a:r>
              <a:rPr lang="en-US" dirty="0"/>
              <a:t>A Route Guard is a function that controls whether a user is allowed to navigate to a route.</a:t>
            </a:r>
          </a:p>
          <a:p>
            <a:pPr lvl="1"/>
            <a:r>
              <a:rPr lang="en-US" dirty="0"/>
              <a:t>Note: In previous version of Angular (before Angular 14) Route Guards were class-based</a:t>
            </a:r>
          </a:p>
          <a:p>
            <a:r>
              <a:rPr lang="en-US" dirty="0"/>
              <a:t>Before Angular renders the target component, it runs the guard function – if the guard returns true, navigation proceeds, if it returns false, navigation is blocked and the user can be redirected elsewhere.</a:t>
            </a:r>
          </a:p>
          <a:p>
            <a:r>
              <a:rPr lang="en-US" dirty="0"/>
              <a:t>These are four types of route guards:</a:t>
            </a:r>
          </a:p>
          <a:p>
            <a:pPr lvl="1"/>
            <a:r>
              <a:rPr lang="en-US" dirty="0" err="1"/>
              <a:t>CanActivate</a:t>
            </a:r>
            <a:r>
              <a:rPr lang="en-US" dirty="0"/>
              <a:t> (</a:t>
            </a:r>
            <a:r>
              <a:rPr lang="en-US" dirty="0" err="1"/>
              <a:t>CanActivateFn</a:t>
            </a:r>
            <a:r>
              <a:rPr lang="en-US" dirty="0"/>
              <a:t>)</a:t>
            </a:r>
          </a:p>
          <a:p>
            <a:pPr lvl="1"/>
            <a:r>
              <a:rPr lang="en-US" dirty="0" err="1"/>
              <a:t>CanActivateChild</a:t>
            </a:r>
            <a:r>
              <a:rPr lang="en-US" dirty="0"/>
              <a:t> (</a:t>
            </a:r>
            <a:r>
              <a:rPr lang="en-US" dirty="0" err="1"/>
              <a:t>CanActivateChildFn</a:t>
            </a:r>
            <a:r>
              <a:rPr lang="en-US" dirty="0"/>
              <a:t>)</a:t>
            </a:r>
          </a:p>
          <a:p>
            <a:pPr lvl="1"/>
            <a:r>
              <a:rPr lang="en-US" dirty="0" err="1"/>
              <a:t>CanDeactivate</a:t>
            </a:r>
            <a:r>
              <a:rPr lang="en-US" dirty="0"/>
              <a:t> (</a:t>
            </a:r>
            <a:r>
              <a:rPr lang="en-US" dirty="0" err="1"/>
              <a:t>CanDeactivateFn</a:t>
            </a:r>
            <a:r>
              <a:rPr lang="en-US" dirty="0"/>
              <a:t>)</a:t>
            </a:r>
          </a:p>
          <a:p>
            <a:pPr lvl="1"/>
            <a:r>
              <a:rPr lang="en-US" dirty="0" err="1"/>
              <a:t>CanMatch</a:t>
            </a:r>
            <a:r>
              <a:rPr lang="en-US" dirty="0"/>
              <a:t> (</a:t>
            </a:r>
            <a:r>
              <a:rPr lang="en-US" dirty="0" err="1"/>
              <a:t>CanMatchFn</a:t>
            </a:r>
            <a:r>
              <a:rPr lang="en-US" dirty="0"/>
              <a:t>)</a:t>
            </a:r>
          </a:p>
          <a:p>
            <a:pPr lvl="1"/>
            <a:endParaRPr lang="en-US" dirty="0"/>
          </a:p>
          <a:p>
            <a:endParaRPr lang="en-US" dirty="0"/>
          </a:p>
        </p:txBody>
      </p:sp>
      <p:sp>
        <p:nvSpPr>
          <p:cNvPr id="8" name="Title 7">
            <a:extLst>
              <a:ext uri="{FF2B5EF4-FFF2-40B4-BE49-F238E27FC236}">
                <a16:creationId xmlns:a16="http://schemas.microsoft.com/office/drawing/2014/main" id="{AA7FA72D-E75A-F87D-FA18-08C3EBDB65CE}"/>
              </a:ext>
            </a:extLst>
          </p:cNvPr>
          <p:cNvSpPr>
            <a:spLocks noGrp="1"/>
          </p:cNvSpPr>
          <p:nvPr>
            <p:ph type="title"/>
          </p:nvPr>
        </p:nvSpPr>
        <p:spPr/>
        <p:txBody>
          <a:bodyPr/>
          <a:lstStyle/>
          <a:p>
            <a:r>
              <a:rPr lang="en-US" dirty="0"/>
              <a:t>Route Guards</a:t>
            </a:r>
          </a:p>
        </p:txBody>
      </p:sp>
    </p:spTree>
    <p:extLst>
      <p:ext uri="{BB962C8B-B14F-4D97-AF65-F5344CB8AC3E}">
        <p14:creationId xmlns:p14="http://schemas.microsoft.com/office/powerpoint/2010/main" val="38967147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6">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6">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6">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6">
                                            <p:txEl>
                                              <p:pRg st="6" end="6"/>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6">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09B1B0-6605-C09E-37CB-63B582CC8AF0}"/>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92AF1FC4-D0FC-8AB9-47DD-94446A9C2E00}"/>
              </a:ext>
            </a:extLst>
          </p:cNvPr>
          <p:cNvSpPr>
            <a:spLocks noGrp="1"/>
          </p:cNvSpPr>
          <p:nvPr>
            <p:ph type="sldNum" sz="quarter" idx="12"/>
          </p:nvPr>
        </p:nvSpPr>
        <p:spPr/>
        <p:txBody>
          <a:bodyPr/>
          <a:lstStyle/>
          <a:p>
            <a:fld id="{F6728BC2-ACA3-447C-A909-F3F49211C066}" type="slidenum">
              <a:rPr lang="en-US" smtClean="0"/>
              <a:pPr/>
              <a:t>83</a:t>
            </a:fld>
            <a:endParaRPr lang="en-US" dirty="0"/>
          </a:p>
        </p:txBody>
      </p:sp>
      <p:sp>
        <p:nvSpPr>
          <p:cNvPr id="6" name="Content Placeholder 5">
            <a:extLst>
              <a:ext uri="{FF2B5EF4-FFF2-40B4-BE49-F238E27FC236}">
                <a16:creationId xmlns:a16="http://schemas.microsoft.com/office/drawing/2014/main" id="{B726BE7D-AC08-9285-7839-9FCC8A24B6B0}"/>
              </a:ext>
            </a:extLst>
          </p:cNvPr>
          <p:cNvSpPr>
            <a:spLocks noGrp="1"/>
          </p:cNvSpPr>
          <p:nvPr>
            <p:ph idx="1"/>
          </p:nvPr>
        </p:nvSpPr>
        <p:spPr/>
        <p:txBody>
          <a:bodyPr>
            <a:normAutofit fontScale="70000" lnSpcReduction="20000"/>
          </a:bodyPr>
          <a:lstStyle/>
          <a:p>
            <a:r>
              <a:rPr lang="en-US" b="1" dirty="0" err="1"/>
              <a:t>CanActivate</a:t>
            </a:r>
            <a:r>
              <a:rPr lang="en-US" b="1" dirty="0"/>
              <a:t> (</a:t>
            </a:r>
            <a:r>
              <a:rPr lang="en-US" b="1" dirty="0" err="1"/>
              <a:t>CanActivateFn</a:t>
            </a:r>
            <a:r>
              <a:rPr lang="en-US" b="1" dirty="0"/>
              <a:t>)</a:t>
            </a:r>
            <a:r>
              <a:rPr lang="en-US" dirty="0"/>
              <a:t> – used to determine whether a use can access a route. This is most commonly used for authentication and authorization.</a:t>
            </a:r>
            <a:endParaRPr lang="en-US" b="1" dirty="0"/>
          </a:p>
          <a:p>
            <a:r>
              <a:rPr lang="en-US" b="1" dirty="0" err="1"/>
              <a:t>CanActivateChild</a:t>
            </a:r>
            <a:r>
              <a:rPr lang="en-US" b="1" dirty="0"/>
              <a:t> (</a:t>
            </a:r>
            <a:r>
              <a:rPr lang="en-US" b="1" dirty="0" err="1"/>
              <a:t>CanActivateChildFn</a:t>
            </a:r>
            <a:r>
              <a:rPr lang="en-US" b="1" dirty="0"/>
              <a:t>)</a:t>
            </a:r>
            <a:r>
              <a:rPr lang="en-US" dirty="0"/>
              <a:t> – used to determine whether a use can access child routes of a particular parent. This is useful when you want to protect an entire section of nested routes. In other words – </a:t>
            </a:r>
            <a:r>
              <a:rPr lang="en-US" dirty="0" err="1"/>
              <a:t>CanActivateChild</a:t>
            </a:r>
            <a:r>
              <a:rPr lang="en-US" dirty="0"/>
              <a:t> runs for </a:t>
            </a:r>
            <a:r>
              <a:rPr lang="en-US" i="1" dirty="0"/>
              <a:t>all</a:t>
            </a:r>
            <a:r>
              <a:rPr lang="en-US" dirty="0"/>
              <a:t> children. This can be used to show basic site features, but hide member-only components.</a:t>
            </a:r>
          </a:p>
          <a:p>
            <a:r>
              <a:rPr lang="en-US" b="1" dirty="0" err="1"/>
              <a:t>CanDeactivate</a:t>
            </a:r>
            <a:r>
              <a:rPr lang="en-US" b="1" dirty="0"/>
              <a:t> (</a:t>
            </a:r>
            <a:r>
              <a:rPr lang="en-US" b="1" dirty="0" err="1"/>
              <a:t>CanDeactivateFn</a:t>
            </a:r>
            <a:r>
              <a:rPr lang="en-US" b="1" dirty="0"/>
              <a:t>)</a:t>
            </a:r>
            <a:r>
              <a:rPr lang="en-US" dirty="0"/>
              <a:t> – determines whether a user can leave a route. A common scenario is preventing navigation away from unsaved forms</a:t>
            </a:r>
          </a:p>
          <a:p>
            <a:r>
              <a:rPr lang="en-US" b="1" dirty="0" err="1"/>
              <a:t>CanMatch</a:t>
            </a:r>
            <a:r>
              <a:rPr lang="en-US" b="1" dirty="0"/>
              <a:t> (</a:t>
            </a:r>
            <a:r>
              <a:rPr lang="en-US" b="1" dirty="0" err="1"/>
              <a:t>CanMatchFn</a:t>
            </a:r>
            <a:r>
              <a:rPr lang="en-US" b="1" dirty="0"/>
              <a:t>)</a:t>
            </a:r>
            <a:r>
              <a:rPr lang="en-US" dirty="0"/>
              <a:t> – determines </a:t>
            </a:r>
            <a:r>
              <a:rPr lang="en-US" dirty="0" err="1"/>
              <a:t>hether</a:t>
            </a:r>
            <a:r>
              <a:rPr lang="en-US" dirty="0"/>
              <a:t> a route can be matched during path matching. Unlike other guards, rejection falls through to try other matching routes, instead of blocking navigation entirely. This can be useful for feature flags, A/B testing, or conditional route loading</a:t>
            </a:r>
          </a:p>
          <a:p>
            <a:pPr lvl="1"/>
            <a:endParaRPr lang="en-US" dirty="0"/>
          </a:p>
          <a:p>
            <a:endParaRPr lang="en-US" dirty="0"/>
          </a:p>
        </p:txBody>
      </p:sp>
      <p:sp>
        <p:nvSpPr>
          <p:cNvPr id="8" name="Title 7">
            <a:extLst>
              <a:ext uri="{FF2B5EF4-FFF2-40B4-BE49-F238E27FC236}">
                <a16:creationId xmlns:a16="http://schemas.microsoft.com/office/drawing/2014/main" id="{9722ECF5-25B9-C530-17AB-C55C5B946BEB}"/>
              </a:ext>
            </a:extLst>
          </p:cNvPr>
          <p:cNvSpPr>
            <a:spLocks noGrp="1"/>
          </p:cNvSpPr>
          <p:nvPr>
            <p:ph type="title"/>
          </p:nvPr>
        </p:nvSpPr>
        <p:spPr/>
        <p:txBody>
          <a:bodyPr/>
          <a:lstStyle/>
          <a:p>
            <a:r>
              <a:rPr lang="en-US" dirty="0"/>
              <a:t>Route Guards</a:t>
            </a:r>
          </a:p>
        </p:txBody>
      </p:sp>
    </p:spTree>
    <p:extLst>
      <p:ext uri="{BB962C8B-B14F-4D97-AF65-F5344CB8AC3E}">
        <p14:creationId xmlns:p14="http://schemas.microsoft.com/office/powerpoint/2010/main" val="22707380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31E47A-DF5E-72E9-D27F-7A08BA72540A}"/>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7AD8D905-D9D5-DD5A-3536-52A6AC800DF4}"/>
              </a:ext>
            </a:extLst>
          </p:cNvPr>
          <p:cNvSpPr>
            <a:spLocks noGrp="1"/>
          </p:cNvSpPr>
          <p:nvPr>
            <p:ph type="sldNum" sz="quarter" idx="12"/>
          </p:nvPr>
        </p:nvSpPr>
        <p:spPr/>
        <p:txBody>
          <a:bodyPr/>
          <a:lstStyle/>
          <a:p>
            <a:fld id="{F6728BC2-ACA3-447C-A909-F3F49211C066}" type="slidenum">
              <a:rPr lang="en-US" smtClean="0"/>
              <a:pPr/>
              <a:t>84</a:t>
            </a:fld>
            <a:endParaRPr lang="en-US" dirty="0"/>
          </a:p>
        </p:txBody>
      </p:sp>
      <p:sp>
        <p:nvSpPr>
          <p:cNvPr id="6" name="Content Placeholder 5">
            <a:extLst>
              <a:ext uri="{FF2B5EF4-FFF2-40B4-BE49-F238E27FC236}">
                <a16:creationId xmlns:a16="http://schemas.microsoft.com/office/drawing/2014/main" id="{398BA291-032D-2AA6-F275-E4D374C9934D}"/>
              </a:ext>
            </a:extLst>
          </p:cNvPr>
          <p:cNvSpPr>
            <a:spLocks noGrp="1"/>
          </p:cNvSpPr>
          <p:nvPr>
            <p:ph idx="1"/>
          </p:nvPr>
        </p:nvSpPr>
        <p:spPr/>
        <p:txBody>
          <a:bodyPr>
            <a:normAutofit/>
          </a:bodyPr>
          <a:lstStyle/>
          <a:p>
            <a:r>
              <a:rPr lang="en-US" dirty="0"/>
              <a:t>You can generate a guard using the command ‘ng generate guard &lt;guard-name&gt;’</a:t>
            </a:r>
          </a:p>
          <a:p>
            <a:r>
              <a:rPr lang="en-US" dirty="0"/>
              <a:t>In the generated ‘</a:t>
            </a:r>
            <a:r>
              <a:rPr lang="en-US" dirty="0" err="1"/>
              <a:t>guard.ts</a:t>
            </a:r>
            <a:r>
              <a:rPr lang="en-US" dirty="0"/>
              <a:t>’ you can specify the functionality used to determine the result of the guard.</a:t>
            </a:r>
          </a:p>
          <a:p>
            <a:r>
              <a:rPr lang="en-US" dirty="0"/>
              <a:t>After creating the route guard, we import the guard to our </a:t>
            </a:r>
            <a:r>
              <a:rPr lang="en-US" dirty="0" err="1"/>
              <a:t>routes.ts</a:t>
            </a:r>
            <a:r>
              <a:rPr lang="en-US" dirty="0"/>
              <a:t> and reference the guard to our route.</a:t>
            </a:r>
          </a:p>
          <a:p>
            <a:pPr lvl="1"/>
            <a:endParaRPr lang="en-US" dirty="0"/>
          </a:p>
          <a:p>
            <a:endParaRPr lang="en-US" dirty="0"/>
          </a:p>
        </p:txBody>
      </p:sp>
      <p:sp>
        <p:nvSpPr>
          <p:cNvPr id="8" name="Title 7">
            <a:extLst>
              <a:ext uri="{FF2B5EF4-FFF2-40B4-BE49-F238E27FC236}">
                <a16:creationId xmlns:a16="http://schemas.microsoft.com/office/drawing/2014/main" id="{A0167B44-3A2C-7070-54C5-E64622943AED}"/>
              </a:ext>
            </a:extLst>
          </p:cNvPr>
          <p:cNvSpPr>
            <a:spLocks noGrp="1"/>
          </p:cNvSpPr>
          <p:nvPr>
            <p:ph type="title"/>
          </p:nvPr>
        </p:nvSpPr>
        <p:spPr/>
        <p:txBody>
          <a:bodyPr/>
          <a:lstStyle/>
          <a:p>
            <a:r>
              <a:rPr lang="en-US" dirty="0"/>
              <a:t>Route Guards</a:t>
            </a:r>
          </a:p>
        </p:txBody>
      </p:sp>
    </p:spTree>
    <p:extLst>
      <p:ext uri="{BB962C8B-B14F-4D97-AF65-F5344CB8AC3E}">
        <p14:creationId xmlns:p14="http://schemas.microsoft.com/office/powerpoint/2010/main" val="255793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7D3DF1-F165-FCE0-E32E-74F11BB87997}"/>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A8439A9D-DAE7-9A49-73EE-FE959E24C5A1}"/>
              </a:ext>
            </a:extLst>
          </p:cNvPr>
          <p:cNvSpPr>
            <a:spLocks noGrp="1"/>
          </p:cNvSpPr>
          <p:nvPr>
            <p:ph type="sldNum" sz="quarter" idx="12"/>
          </p:nvPr>
        </p:nvSpPr>
        <p:spPr/>
        <p:txBody>
          <a:bodyPr/>
          <a:lstStyle/>
          <a:p>
            <a:fld id="{F6728BC2-ACA3-447C-A909-F3F49211C066}" type="slidenum">
              <a:rPr lang="en-US" smtClean="0"/>
              <a:pPr/>
              <a:t>85</a:t>
            </a:fld>
            <a:endParaRPr lang="en-US" dirty="0"/>
          </a:p>
        </p:txBody>
      </p:sp>
      <p:sp>
        <p:nvSpPr>
          <p:cNvPr id="8" name="Title 7">
            <a:extLst>
              <a:ext uri="{FF2B5EF4-FFF2-40B4-BE49-F238E27FC236}">
                <a16:creationId xmlns:a16="http://schemas.microsoft.com/office/drawing/2014/main" id="{15B565AB-221F-39F5-E9E6-E09F00CFBBB0}"/>
              </a:ext>
            </a:extLst>
          </p:cNvPr>
          <p:cNvSpPr>
            <a:spLocks noGrp="1"/>
          </p:cNvSpPr>
          <p:nvPr>
            <p:ph type="title"/>
          </p:nvPr>
        </p:nvSpPr>
        <p:spPr/>
        <p:txBody>
          <a:bodyPr/>
          <a:lstStyle/>
          <a:p>
            <a:r>
              <a:rPr lang="en-US" dirty="0"/>
              <a:t>Routing</a:t>
            </a:r>
          </a:p>
        </p:txBody>
      </p:sp>
      <p:sp>
        <p:nvSpPr>
          <p:cNvPr id="11" name="TextBox 10">
            <a:extLst>
              <a:ext uri="{FF2B5EF4-FFF2-40B4-BE49-F238E27FC236}">
                <a16:creationId xmlns:a16="http://schemas.microsoft.com/office/drawing/2014/main" id="{1F7287A4-2B2F-424B-B428-F8E6F729803F}"/>
              </a:ext>
            </a:extLst>
          </p:cNvPr>
          <p:cNvSpPr txBox="1"/>
          <p:nvPr/>
        </p:nvSpPr>
        <p:spPr>
          <a:xfrm>
            <a:off x="4925335" y="3582442"/>
            <a:ext cx="1069524" cy="369332"/>
          </a:xfrm>
          <a:prstGeom prst="rect">
            <a:avLst/>
          </a:prstGeom>
          <a:noFill/>
        </p:spPr>
        <p:txBody>
          <a:bodyPr wrap="none" rtlCol="0">
            <a:spAutoFit/>
          </a:bodyPr>
          <a:lstStyle/>
          <a:p>
            <a:r>
              <a:rPr lang="en-US" dirty="0" err="1"/>
              <a:t>routes.ts</a:t>
            </a:r>
            <a:endParaRPr lang="en-US" dirty="0"/>
          </a:p>
        </p:txBody>
      </p:sp>
      <p:pic>
        <p:nvPicPr>
          <p:cNvPr id="3" name="Picture 2">
            <a:extLst>
              <a:ext uri="{FF2B5EF4-FFF2-40B4-BE49-F238E27FC236}">
                <a16:creationId xmlns:a16="http://schemas.microsoft.com/office/drawing/2014/main" id="{4ACC10ED-B12C-4785-B535-F233D4A61053}"/>
              </a:ext>
            </a:extLst>
          </p:cNvPr>
          <p:cNvPicPr>
            <a:picLocks noChangeAspect="1"/>
          </p:cNvPicPr>
          <p:nvPr/>
        </p:nvPicPr>
        <p:blipFill>
          <a:blip r:embed="rId2"/>
          <a:stretch>
            <a:fillRect/>
          </a:stretch>
        </p:blipFill>
        <p:spPr>
          <a:xfrm>
            <a:off x="3256039" y="4139453"/>
            <a:ext cx="5477639" cy="2314898"/>
          </a:xfrm>
          <a:prstGeom prst="rect">
            <a:avLst/>
          </a:prstGeom>
        </p:spPr>
      </p:pic>
      <p:pic>
        <p:nvPicPr>
          <p:cNvPr id="6" name="Picture 5">
            <a:extLst>
              <a:ext uri="{FF2B5EF4-FFF2-40B4-BE49-F238E27FC236}">
                <a16:creationId xmlns:a16="http://schemas.microsoft.com/office/drawing/2014/main" id="{FA55529B-5CE4-1815-A21E-906437809EC6}"/>
              </a:ext>
            </a:extLst>
          </p:cNvPr>
          <p:cNvPicPr>
            <a:picLocks noChangeAspect="1"/>
          </p:cNvPicPr>
          <p:nvPr/>
        </p:nvPicPr>
        <p:blipFill>
          <a:blip r:embed="rId3"/>
          <a:stretch>
            <a:fillRect/>
          </a:stretch>
        </p:blipFill>
        <p:spPr>
          <a:xfrm>
            <a:off x="251582" y="1951677"/>
            <a:ext cx="3915321" cy="1533739"/>
          </a:xfrm>
          <a:prstGeom prst="rect">
            <a:avLst/>
          </a:prstGeom>
        </p:spPr>
      </p:pic>
      <p:sp>
        <p:nvSpPr>
          <p:cNvPr id="9" name="TextBox 8">
            <a:extLst>
              <a:ext uri="{FF2B5EF4-FFF2-40B4-BE49-F238E27FC236}">
                <a16:creationId xmlns:a16="http://schemas.microsoft.com/office/drawing/2014/main" id="{2D28EB80-4B80-CC0F-6D96-75287A248BF8}"/>
              </a:ext>
            </a:extLst>
          </p:cNvPr>
          <p:cNvSpPr txBox="1"/>
          <p:nvPr/>
        </p:nvSpPr>
        <p:spPr>
          <a:xfrm>
            <a:off x="1398763" y="1400772"/>
            <a:ext cx="1620957" cy="369332"/>
          </a:xfrm>
          <a:prstGeom prst="rect">
            <a:avLst/>
          </a:prstGeom>
          <a:noFill/>
        </p:spPr>
        <p:txBody>
          <a:bodyPr wrap="none" rtlCol="0">
            <a:spAutoFit/>
          </a:bodyPr>
          <a:lstStyle/>
          <a:p>
            <a:r>
              <a:rPr lang="en-US" dirty="0"/>
              <a:t>route-</a:t>
            </a:r>
            <a:r>
              <a:rPr lang="en-US" dirty="0" err="1"/>
              <a:t>guard.ts</a:t>
            </a:r>
            <a:endParaRPr lang="en-US" dirty="0"/>
          </a:p>
        </p:txBody>
      </p:sp>
    </p:spTree>
    <p:extLst>
      <p:ext uri="{BB962C8B-B14F-4D97-AF65-F5344CB8AC3E}">
        <p14:creationId xmlns:p14="http://schemas.microsoft.com/office/powerpoint/2010/main" val="3365584449"/>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2F3E94-98E6-A480-F3F8-73C18AA64593}"/>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CB5DEAF-43D6-06A1-1DBE-C801884E09A4}"/>
              </a:ext>
            </a:extLst>
          </p:cNvPr>
          <p:cNvSpPr>
            <a:spLocks noGrp="1"/>
          </p:cNvSpPr>
          <p:nvPr>
            <p:ph type="sldNum" idx="12"/>
          </p:nvPr>
        </p:nvSpPr>
        <p:spPr>
          <a:xfrm>
            <a:off x="8122757" y="6363712"/>
            <a:ext cx="861671" cy="365125"/>
          </a:xfrm>
        </p:spPr>
        <p:txBody>
          <a:bodyPr spcFirstLastPara="1" wrap="square" lIns="91425" tIns="45700" rIns="91425" bIns="45700" anchor="ctr" anchorCtr="0">
            <a:normAutofit/>
          </a:bodyPr>
          <a:lstStyle/>
          <a:p>
            <a:pPr>
              <a:spcAft>
                <a:spcPts val="600"/>
              </a:spcAft>
            </a:pPr>
            <a:fld id="{00000000-1234-1234-1234-123412341234}" type="slidenum">
              <a:rPr lang="en-US" smtClean="0"/>
              <a:pPr>
                <a:spcAft>
                  <a:spcPts val="600"/>
                </a:spcAft>
              </a:pPr>
              <a:t>86</a:t>
            </a:fld>
            <a:endParaRPr lang="en-US"/>
          </a:p>
        </p:txBody>
      </p:sp>
      <p:sp>
        <p:nvSpPr>
          <p:cNvPr id="4" name="Google Shape;212;p15">
            <a:extLst>
              <a:ext uri="{FF2B5EF4-FFF2-40B4-BE49-F238E27FC236}">
                <a16:creationId xmlns:a16="http://schemas.microsoft.com/office/drawing/2014/main" id="{943C7568-7585-9E86-B033-0F4C6F82ABEB}"/>
              </a:ext>
            </a:extLst>
          </p:cNvPr>
          <p:cNvSpPr txBox="1">
            <a:spLocks/>
          </p:cNvSpPr>
          <p:nvPr/>
        </p:nvSpPr>
        <p:spPr>
          <a:xfrm>
            <a:off x="157163" y="2493034"/>
            <a:ext cx="8826500" cy="3591854"/>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7200" indent="-228600" algn="ctr">
              <a:spcBef>
                <a:spcPts val="560"/>
              </a:spcBef>
              <a:buClr>
                <a:schemeClr val="accent1"/>
              </a:buClr>
              <a:buSzPts val="2800"/>
            </a:pPr>
            <a:r>
              <a:rPr lang="en-US" sz="4000" b="0" i="0" u="none" strike="noStrike" cap="none" dirty="0" err="1">
                <a:solidFill>
                  <a:schemeClr val="dk2"/>
                </a:solidFill>
                <a:latin typeface="Arial"/>
                <a:ea typeface="Arial"/>
                <a:cs typeface="Arial"/>
                <a:sym typeface="Arial"/>
              </a:rPr>
              <a:t>RxJS</a:t>
            </a:r>
            <a:r>
              <a:rPr lang="en-US" sz="4000" b="0" i="0" u="none" strike="noStrike" cap="none" dirty="0">
                <a:solidFill>
                  <a:schemeClr val="dk2"/>
                </a:solidFill>
                <a:latin typeface="Arial"/>
                <a:ea typeface="Arial"/>
                <a:cs typeface="Arial"/>
                <a:sym typeface="Arial"/>
              </a:rPr>
              <a:t> – Promises, Observables &amp; Subjects</a:t>
            </a:r>
          </a:p>
        </p:txBody>
      </p:sp>
      <p:pic>
        <p:nvPicPr>
          <p:cNvPr id="6" name="Picture 5">
            <a:extLst>
              <a:ext uri="{FF2B5EF4-FFF2-40B4-BE49-F238E27FC236}">
                <a16:creationId xmlns:a16="http://schemas.microsoft.com/office/drawing/2014/main" id="{4878AC60-BC5F-350B-8150-1AD3353E3DA3}"/>
              </a:ext>
            </a:extLst>
          </p:cNvPr>
          <p:cNvPicPr>
            <a:picLocks noChangeAspect="1"/>
          </p:cNvPicPr>
          <p:nvPr/>
        </p:nvPicPr>
        <p:blipFill>
          <a:blip r:embed="rId2"/>
          <a:stretch>
            <a:fillRect/>
          </a:stretch>
        </p:blipFill>
        <p:spPr>
          <a:xfrm>
            <a:off x="6788472" y="0"/>
            <a:ext cx="2355528" cy="864158"/>
          </a:xfrm>
          <a:prstGeom prst="rect">
            <a:avLst/>
          </a:prstGeom>
        </p:spPr>
      </p:pic>
    </p:spTree>
    <p:extLst>
      <p:ext uri="{BB962C8B-B14F-4D97-AF65-F5344CB8AC3E}">
        <p14:creationId xmlns:p14="http://schemas.microsoft.com/office/powerpoint/2010/main" val="1165142689"/>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A6DF5C-A895-A156-4A06-B9FA2765891D}"/>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6BB3FF51-3789-3549-4B20-242BC597438A}"/>
              </a:ext>
            </a:extLst>
          </p:cNvPr>
          <p:cNvSpPr>
            <a:spLocks noGrp="1"/>
          </p:cNvSpPr>
          <p:nvPr>
            <p:ph type="sldNum" sz="quarter" idx="12"/>
          </p:nvPr>
        </p:nvSpPr>
        <p:spPr/>
        <p:txBody>
          <a:bodyPr/>
          <a:lstStyle/>
          <a:p>
            <a:fld id="{F6728BC2-ACA3-447C-A909-F3F49211C066}" type="slidenum">
              <a:rPr lang="en-US" smtClean="0"/>
              <a:pPr/>
              <a:t>87</a:t>
            </a:fld>
            <a:endParaRPr lang="en-US" dirty="0"/>
          </a:p>
        </p:txBody>
      </p:sp>
      <p:sp>
        <p:nvSpPr>
          <p:cNvPr id="6" name="Content Placeholder 5">
            <a:extLst>
              <a:ext uri="{FF2B5EF4-FFF2-40B4-BE49-F238E27FC236}">
                <a16:creationId xmlns:a16="http://schemas.microsoft.com/office/drawing/2014/main" id="{3923FFF1-DC41-15C7-0EE3-5A97EAF36D57}"/>
              </a:ext>
            </a:extLst>
          </p:cNvPr>
          <p:cNvSpPr>
            <a:spLocks noGrp="1"/>
          </p:cNvSpPr>
          <p:nvPr>
            <p:ph idx="1"/>
          </p:nvPr>
        </p:nvSpPr>
        <p:spPr/>
        <p:txBody>
          <a:bodyPr>
            <a:normAutofit fontScale="92500" lnSpcReduction="20000"/>
          </a:bodyPr>
          <a:lstStyle/>
          <a:p>
            <a:r>
              <a:rPr lang="en-US" dirty="0"/>
              <a:t>Promises are a JavaScript object which represents a single, eventual future value</a:t>
            </a:r>
          </a:p>
          <a:p>
            <a:r>
              <a:rPr lang="en-US" dirty="0"/>
              <a:t>In other words, it allows JavaScript to say “I don’t have this value yet, but I promise to give it to you when I do.”</a:t>
            </a:r>
          </a:p>
          <a:p>
            <a:r>
              <a:rPr lang="en-US" dirty="0"/>
              <a:t>A promise represents the eventual result of an asynchronous operation.</a:t>
            </a:r>
          </a:p>
          <a:p>
            <a:r>
              <a:rPr lang="en-US" dirty="0"/>
              <a:t>It can be one of these three states:</a:t>
            </a:r>
          </a:p>
          <a:p>
            <a:pPr lvl="1"/>
            <a:r>
              <a:rPr lang="en-US" b="1" dirty="0"/>
              <a:t>Pending</a:t>
            </a:r>
            <a:r>
              <a:rPr lang="en-US" dirty="0"/>
              <a:t>: The initial state, neither fulfilled nor rejected</a:t>
            </a:r>
          </a:p>
          <a:p>
            <a:pPr lvl="1"/>
            <a:r>
              <a:rPr lang="en-US" b="1" dirty="0"/>
              <a:t>Fulfilled</a:t>
            </a:r>
            <a:r>
              <a:rPr lang="en-US" dirty="0"/>
              <a:t>: The operation completed successfully, and the promise has a value.</a:t>
            </a:r>
          </a:p>
          <a:p>
            <a:pPr lvl="1"/>
            <a:r>
              <a:rPr lang="en-US" b="1" dirty="0"/>
              <a:t>Rejected</a:t>
            </a:r>
            <a:r>
              <a:rPr lang="en-US" dirty="0"/>
              <a:t>: The operation failed, and the promise has a reason for the failure (an error)</a:t>
            </a:r>
          </a:p>
        </p:txBody>
      </p:sp>
      <p:sp>
        <p:nvSpPr>
          <p:cNvPr id="8" name="Title 7">
            <a:extLst>
              <a:ext uri="{FF2B5EF4-FFF2-40B4-BE49-F238E27FC236}">
                <a16:creationId xmlns:a16="http://schemas.microsoft.com/office/drawing/2014/main" id="{D8FF9A50-32EF-4263-5EE6-FAE0E46EA536}"/>
              </a:ext>
            </a:extLst>
          </p:cNvPr>
          <p:cNvSpPr>
            <a:spLocks noGrp="1"/>
          </p:cNvSpPr>
          <p:nvPr>
            <p:ph type="title"/>
          </p:nvPr>
        </p:nvSpPr>
        <p:spPr/>
        <p:txBody>
          <a:bodyPr/>
          <a:lstStyle/>
          <a:p>
            <a:r>
              <a:rPr lang="en-US" dirty="0"/>
              <a:t>Promises </a:t>
            </a:r>
          </a:p>
        </p:txBody>
      </p:sp>
    </p:spTree>
    <p:extLst>
      <p:ext uri="{BB962C8B-B14F-4D97-AF65-F5344CB8AC3E}">
        <p14:creationId xmlns:p14="http://schemas.microsoft.com/office/powerpoint/2010/main" val="37457428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6">
                                            <p:txEl>
                                              <p:pRg st="4" end="4"/>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6">
                                            <p:txEl>
                                              <p:pRg st="5" end="5"/>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17C307-6696-E2E9-9997-F182A421527B}"/>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A9FD74B-E020-EAA2-5CBC-A456A4787478}"/>
              </a:ext>
            </a:extLst>
          </p:cNvPr>
          <p:cNvSpPr>
            <a:spLocks noGrp="1"/>
          </p:cNvSpPr>
          <p:nvPr>
            <p:ph type="sldNum" sz="quarter" idx="12"/>
          </p:nvPr>
        </p:nvSpPr>
        <p:spPr/>
        <p:txBody>
          <a:bodyPr/>
          <a:lstStyle/>
          <a:p>
            <a:fld id="{F6728BC2-ACA3-447C-A909-F3F49211C066}" type="slidenum">
              <a:rPr lang="en-US" smtClean="0"/>
              <a:pPr/>
              <a:t>88</a:t>
            </a:fld>
            <a:endParaRPr lang="en-US" dirty="0"/>
          </a:p>
        </p:txBody>
      </p:sp>
      <p:sp>
        <p:nvSpPr>
          <p:cNvPr id="6" name="Content Placeholder 5">
            <a:extLst>
              <a:ext uri="{FF2B5EF4-FFF2-40B4-BE49-F238E27FC236}">
                <a16:creationId xmlns:a16="http://schemas.microsoft.com/office/drawing/2014/main" id="{34B2D72A-331D-B5C3-F695-DD14FA142E85}"/>
              </a:ext>
            </a:extLst>
          </p:cNvPr>
          <p:cNvSpPr>
            <a:spLocks noGrp="1"/>
          </p:cNvSpPr>
          <p:nvPr>
            <p:ph idx="1"/>
          </p:nvPr>
        </p:nvSpPr>
        <p:spPr>
          <a:xfrm>
            <a:off x="297335" y="1497319"/>
            <a:ext cx="3488605" cy="5048955"/>
          </a:xfrm>
        </p:spPr>
        <p:txBody>
          <a:bodyPr>
            <a:normAutofit/>
          </a:bodyPr>
          <a:lstStyle/>
          <a:p>
            <a:r>
              <a:rPr lang="en-US" dirty="0"/>
              <a:t>Promises are best suited for operations that can happen once and complete, such as fetching data from an API, reading a file, or submitting a form.</a:t>
            </a:r>
          </a:p>
        </p:txBody>
      </p:sp>
      <p:sp>
        <p:nvSpPr>
          <p:cNvPr id="8" name="Title 7">
            <a:extLst>
              <a:ext uri="{FF2B5EF4-FFF2-40B4-BE49-F238E27FC236}">
                <a16:creationId xmlns:a16="http://schemas.microsoft.com/office/drawing/2014/main" id="{CFA83F5C-CB10-059D-E37F-E8B4347DFB97}"/>
              </a:ext>
            </a:extLst>
          </p:cNvPr>
          <p:cNvSpPr>
            <a:spLocks noGrp="1"/>
          </p:cNvSpPr>
          <p:nvPr>
            <p:ph type="title"/>
          </p:nvPr>
        </p:nvSpPr>
        <p:spPr/>
        <p:txBody>
          <a:bodyPr/>
          <a:lstStyle/>
          <a:p>
            <a:r>
              <a:rPr lang="en-US" dirty="0"/>
              <a:t>Promises </a:t>
            </a:r>
          </a:p>
        </p:txBody>
      </p:sp>
      <p:pic>
        <p:nvPicPr>
          <p:cNvPr id="3" name="Picture 2">
            <a:extLst>
              <a:ext uri="{FF2B5EF4-FFF2-40B4-BE49-F238E27FC236}">
                <a16:creationId xmlns:a16="http://schemas.microsoft.com/office/drawing/2014/main" id="{966876C8-E8E2-B638-822B-43190ACE1DAE}"/>
              </a:ext>
            </a:extLst>
          </p:cNvPr>
          <p:cNvPicPr>
            <a:picLocks noChangeAspect="1"/>
          </p:cNvPicPr>
          <p:nvPr/>
        </p:nvPicPr>
        <p:blipFill>
          <a:blip r:embed="rId2"/>
          <a:stretch>
            <a:fillRect/>
          </a:stretch>
        </p:blipFill>
        <p:spPr>
          <a:xfrm>
            <a:off x="4068677" y="1575503"/>
            <a:ext cx="5068007" cy="5048955"/>
          </a:xfrm>
          <a:prstGeom prst="rect">
            <a:avLst/>
          </a:prstGeom>
        </p:spPr>
      </p:pic>
    </p:spTree>
    <p:extLst>
      <p:ext uri="{BB962C8B-B14F-4D97-AF65-F5344CB8AC3E}">
        <p14:creationId xmlns:p14="http://schemas.microsoft.com/office/powerpoint/2010/main" val="1490004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357D00-7E10-5F3C-2BFA-F6CCCF8FF63C}"/>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F8886FA6-F118-4276-B685-CB14C328B037}"/>
              </a:ext>
            </a:extLst>
          </p:cNvPr>
          <p:cNvSpPr>
            <a:spLocks noGrp="1"/>
          </p:cNvSpPr>
          <p:nvPr>
            <p:ph type="sldNum" sz="quarter" idx="12"/>
          </p:nvPr>
        </p:nvSpPr>
        <p:spPr/>
        <p:txBody>
          <a:bodyPr/>
          <a:lstStyle/>
          <a:p>
            <a:fld id="{F6728BC2-ACA3-447C-A909-F3F49211C066}" type="slidenum">
              <a:rPr lang="en-US" smtClean="0"/>
              <a:pPr/>
              <a:t>89</a:t>
            </a:fld>
            <a:endParaRPr lang="en-US" dirty="0"/>
          </a:p>
        </p:txBody>
      </p:sp>
      <p:sp>
        <p:nvSpPr>
          <p:cNvPr id="6" name="Content Placeholder 5">
            <a:extLst>
              <a:ext uri="{FF2B5EF4-FFF2-40B4-BE49-F238E27FC236}">
                <a16:creationId xmlns:a16="http://schemas.microsoft.com/office/drawing/2014/main" id="{51F751DA-8B0B-F9C7-E912-DA8C3E28BEAA}"/>
              </a:ext>
            </a:extLst>
          </p:cNvPr>
          <p:cNvSpPr>
            <a:spLocks noGrp="1"/>
          </p:cNvSpPr>
          <p:nvPr>
            <p:ph idx="1"/>
          </p:nvPr>
        </p:nvSpPr>
        <p:spPr/>
        <p:txBody>
          <a:bodyPr>
            <a:normAutofit fontScale="92500" lnSpcReduction="20000"/>
          </a:bodyPr>
          <a:lstStyle/>
          <a:p>
            <a:r>
              <a:rPr lang="en-US" dirty="0"/>
              <a:t>Observables provide support for passing messages between parts of your application</a:t>
            </a:r>
          </a:p>
          <a:p>
            <a:r>
              <a:rPr lang="en-US" dirty="0"/>
              <a:t>We can use observables for event handling, asynchronous programming, and handling multiple values.</a:t>
            </a:r>
          </a:p>
          <a:p>
            <a:pPr lvl="1"/>
            <a:r>
              <a:rPr lang="en-US" dirty="0"/>
              <a:t>The observer pattern is similar to the publisher/subscriber design pattern</a:t>
            </a:r>
          </a:p>
          <a:p>
            <a:r>
              <a:rPr lang="en-US" dirty="0"/>
              <a:t>Observables define a function for publishing values, but it is not executed until a consumer subscribes to it.</a:t>
            </a:r>
          </a:p>
          <a:p>
            <a:r>
              <a:rPr lang="en-US" dirty="0"/>
              <a:t>The subscribed consumer then receives notifications until the function completes, or until they unsubscribe.</a:t>
            </a:r>
          </a:p>
          <a:p>
            <a:endParaRPr lang="en-US" dirty="0"/>
          </a:p>
        </p:txBody>
      </p:sp>
      <p:sp>
        <p:nvSpPr>
          <p:cNvPr id="8" name="Title 7">
            <a:extLst>
              <a:ext uri="{FF2B5EF4-FFF2-40B4-BE49-F238E27FC236}">
                <a16:creationId xmlns:a16="http://schemas.microsoft.com/office/drawing/2014/main" id="{0C03C573-F243-BF2B-30D0-4B3249A1B6E7}"/>
              </a:ext>
            </a:extLst>
          </p:cNvPr>
          <p:cNvSpPr>
            <a:spLocks noGrp="1"/>
          </p:cNvSpPr>
          <p:nvPr>
            <p:ph type="title"/>
          </p:nvPr>
        </p:nvSpPr>
        <p:spPr/>
        <p:txBody>
          <a:bodyPr/>
          <a:lstStyle/>
          <a:p>
            <a:r>
              <a:rPr lang="en-US" dirty="0"/>
              <a:t>Observables</a:t>
            </a:r>
          </a:p>
        </p:txBody>
      </p:sp>
    </p:spTree>
    <p:extLst>
      <p:ext uri="{BB962C8B-B14F-4D97-AF65-F5344CB8AC3E}">
        <p14:creationId xmlns:p14="http://schemas.microsoft.com/office/powerpoint/2010/main" val="21855139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1CC0EC-4796-42AE-E48E-2E3D184E97FE}"/>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31E2199-E637-89DE-2B24-475D4A0786A1}"/>
              </a:ext>
            </a:extLst>
          </p:cNvPr>
          <p:cNvSpPr>
            <a:spLocks noGrp="1"/>
          </p:cNvSpPr>
          <p:nvPr>
            <p:ph type="sldNum" sz="quarter" idx="12"/>
          </p:nvPr>
        </p:nvSpPr>
        <p:spPr/>
        <p:txBody>
          <a:bodyPr/>
          <a:lstStyle/>
          <a:p>
            <a:fld id="{F6728BC2-ACA3-447C-A909-F3F49211C066}" type="slidenum">
              <a:rPr lang="en-US" smtClean="0"/>
              <a:pPr/>
              <a:t>90</a:t>
            </a:fld>
            <a:endParaRPr lang="en-US" dirty="0"/>
          </a:p>
        </p:txBody>
      </p:sp>
      <p:sp>
        <p:nvSpPr>
          <p:cNvPr id="6" name="Content Placeholder 5">
            <a:extLst>
              <a:ext uri="{FF2B5EF4-FFF2-40B4-BE49-F238E27FC236}">
                <a16:creationId xmlns:a16="http://schemas.microsoft.com/office/drawing/2014/main" id="{40AAD1AD-9DEA-93A8-64D5-2E1CE1BB4972}"/>
              </a:ext>
            </a:extLst>
          </p:cNvPr>
          <p:cNvSpPr>
            <a:spLocks noGrp="1"/>
          </p:cNvSpPr>
          <p:nvPr>
            <p:ph idx="1"/>
          </p:nvPr>
        </p:nvSpPr>
        <p:spPr/>
        <p:txBody>
          <a:bodyPr>
            <a:normAutofit fontScale="92500" lnSpcReduction="20000"/>
          </a:bodyPr>
          <a:lstStyle/>
          <a:p>
            <a:r>
              <a:rPr lang="en-US" dirty="0"/>
              <a:t>An observable can deliver multiple values of any type (literals, messages, or events)</a:t>
            </a:r>
          </a:p>
          <a:p>
            <a:r>
              <a:rPr lang="en-US" dirty="0"/>
              <a:t>The API for receiving values in the same whether the values are delivered synchronously or asynchronously, and the setup and the logic are both handled by the observable.</a:t>
            </a:r>
          </a:p>
          <a:p>
            <a:pPr lvl="1"/>
            <a:r>
              <a:rPr lang="en-US" dirty="0"/>
              <a:t>Note: We’ll only concentrate on subscribing to consume values, and when done, unsubscribing</a:t>
            </a:r>
          </a:p>
          <a:p>
            <a:r>
              <a:rPr lang="en-US" dirty="0"/>
              <a:t>The observer subscribes to the observable to receive the value</a:t>
            </a:r>
          </a:p>
          <a:p>
            <a:r>
              <a:rPr lang="en-US" dirty="0"/>
              <a:t>The unsubscribe() method is called to stop receiving notifications.</a:t>
            </a:r>
          </a:p>
          <a:p>
            <a:endParaRPr lang="en-US" dirty="0"/>
          </a:p>
        </p:txBody>
      </p:sp>
      <p:sp>
        <p:nvSpPr>
          <p:cNvPr id="8" name="Title 7">
            <a:extLst>
              <a:ext uri="{FF2B5EF4-FFF2-40B4-BE49-F238E27FC236}">
                <a16:creationId xmlns:a16="http://schemas.microsoft.com/office/drawing/2014/main" id="{61592FC7-B0A1-9D45-6EF3-B4031BB8D371}"/>
              </a:ext>
            </a:extLst>
          </p:cNvPr>
          <p:cNvSpPr>
            <a:spLocks noGrp="1"/>
          </p:cNvSpPr>
          <p:nvPr>
            <p:ph type="title"/>
          </p:nvPr>
        </p:nvSpPr>
        <p:spPr/>
        <p:txBody>
          <a:bodyPr/>
          <a:lstStyle/>
          <a:p>
            <a:r>
              <a:rPr lang="en-US" dirty="0"/>
              <a:t>Observables</a:t>
            </a:r>
          </a:p>
        </p:txBody>
      </p:sp>
    </p:spTree>
    <p:extLst>
      <p:ext uri="{BB962C8B-B14F-4D97-AF65-F5344CB8AC3E}">
        <p14:creationId xmlns:p14="http://schemas.microsoft.com/office/powerpoint/2010/main" val="15837328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A00D0D-4A2E-619F-3329-8241B701CE1A}"/>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9929BD60-808E-2333-013A-49219451BC50}"/>
              </a:ext>
            </a:extLst>
          </p:cNvPr>
          <p:cNvSpPr>
            <a:spLocks noGrp="1"/>
          </p:cNvSpPr>
          <p:nvPr>
            <p:ph type="sldNum" sz="quarter" idx="12"/>
          </p:nvPr>
        </p:nvSpPr>
        <p:spPr/>
        <p:txBody>
          <a:bodyPr/>
          <a:lstStyle/>
          <a:p>
            <a:fld id="{F6728BC2-ACA3-447C-A909-F3F49211C066}" type="slidenum">
              <a:rPr lang="en-US" smtClean="0"/>
              <a:pPr/>
              <a:t>91</a:t>
            </a:fld>
            <a:endParaRPr lang="en-US" dirty="0"/>
          </a:p>
        </p:txBody>
      </p:sp>
      <p:sp>
        <p:nvSpPr>
          <p:cNvPr id="8" name="Title 7">
            <a:extLst>
              <a:ext uri="{FF2B5EF4-FFF2-40B4-BE49-F238E27FC236}">
                <a16:creationId xmlns:a16="http://schemas.microsoft.com/office/drawing/2014/main" id="{4D1EF622-A4B3-AD02-450B-61B2963952FE}"/>
              </a:ext>
            </a:extLst>
          </p:cNvPr>
          <p:cNvSpPr>
            <a:spLocks noGrp="1"/>
          </p:cNvSpPr>
          <p:nvPr>
            <p:ph type="title"/>
          </p:nvPr>
        </p:nvSpPr>
        <p:spPr/>
        <p:txBody>
          <a:bodyPr/>
          <a:lstStyle/>
          <a:p>
            <a:r>
              <a:rPr lang="en-US" dirty="0"/>
              <a:t>Observables</a:t>
            </a:r>
          </a:p>
        </p:txBody>
      </p:sp>
      <p:pic>
        <p:nvPicPr>
          <p:cNvPr id="3" name="Picture 2">
            <a:extLst>
              <a:ext uri="{FF2B5EF4-FFF2-40B4-BE49-F238E27FC236}">
                <a16:creationId xmlns:a16="http://schemas.microsoft.com/office/drawing/2014/main" id="{0E7F2F5C-6C1B-A21C-692F-C28BDA54DAAC}"/>
              </a:ext>
            </a:extLst>
          </p:cNvPr>
          <p:cNvPicPr>
            <a:picLocks noChangeAspect="1"/>
          </p:cNvPicPr>
          <p:nvPr/>
        </p:nvPicPr>
        <p:blipFill>
          <a:blip r:embed="rId2"/>
          <a:stretch>
            <a:fillRect/>
          </a:stretch>
        </p:blipFill>
        <p:spPr>
          <a:xfrm>
            <a:off x="1923680" y="1457011"/>
            <a:ext cx="4774165" cy="5400989"/>
          </a:xfrm>
          <a:prstGeom prst="rect">
            <a:avLst/>
          </a:prstGeom>
        </p:spPr>
      </p:pic>
    </p:spTree>
    <p:extLst>
      <p:ext uri="{BB962C8B-B14F-4D97-AF65-F5344CB8AC3E}">
        <p14:creationId xmlns:p14="http://schemas.microsoft.com/office/powerpoint/2010/main" val="3251579552"/>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138E38-FED6-F988-88ED-4558E24734BE}"/>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C383C890-68CF-5AB5-C509-CEFF3F34CA12}"/>
              </a:ext>
            </a:extLst>
          </p:cNvPr>
          <p:cNvSpPr>
            <a:spLocks noGrp="1"/>
          </p:cNvSpPr>
          <p:nvPr>
            <p:ph type="sldNum" sz="quarter" idx="12"/>
          </p:nvPr>
        </p:nvSpPr>
        <p:spPr/>
        <p:txBody>
          <a:bodyPr/>
          <a:lstStyle/>
          <a:p>
            <a:fld id="{F6728BC2-ACA3-447C-A909-F3F49211C066}" type="slidenum">
              <a:rPr lang="en-US" smtClean="0"/>
              <a:pPr/>
              <a:t>92</a:t>
            </a:fld>
            <a:endParaRPr lang="en-US" dirty="0"/>
          </a:p>
        </p:txBody>
      </p:sp>
      <p:sp>
        <p:nvSpPr>
          <p:cNvPr id="8" name="Title 7">
            <a:extLst>
              <a:ext uri="{FF2B5EF4-FFF2-40B4-BE49-F238E27FC236}">
                <a16:creationId xmlns:a16="http://schemas.microsoft.com/office/drawing/2014/main" id="{C0C6E3B9-0FB1-F9C5-4B51-79AEAD0091B3}"/>
              </a:ext>
            </a:extLst>
          </p:cNvPr>
          <p:cNvSpPr>
            <a:spLocks noGrp="1"/>
          </p:cNvSpPr>
          <p:nvPr>
            <p:ph type="title"/>
          </p:nvPr>
        </p:nvSpPr>
        <p:spPr/>
        <p:txBody>
          <a:bodyPr/>
          <a:lstStyle/>
          <a:p>
            <a:r>
              <a:rPr lang="en-US" dirty="0"/>
              <a:t>Observables</a:t>
            </a:r>
          </a:p>
        </p:txBody>
      </p:sp>
      <p:pic>
        <p:nvPicPr>
          <p:cNvPr id="2" name="Content Placeholder 4">
            <a:extLst>
              <a:ext uri="{FF2B5EF4-FFF2-40B4-BE49-F238E27FC236}">
                <a16:creationId xmlns:a16="http://schemas.microsoft.com/office/drawing/2014/main" id="{D9A81996-36D6-3907-7161-2F18CF51DDE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471444" y="1747051"/>
            <a:ext cx="4201111" cy="4220164"/>
          </a:xfrm>
        </p:spPr>
      </p:pic>
    </p:spTree>
    <p:extLst>
      <p:ext uri="{BB962C8B-B14F-4D97-AF65-F5344CB8AC3E}">
        <p14:creationId xmlns:p14="http://schemas.microsoft.com/office/powerpoint/2010/main" val="1409183885"/>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C836AA-E1D6-8F70-54D4-9FE98219E4A1}"/>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CC7E41D-8E09-994C-3814-D3BC1329808D}"/>
              </a:ext>
            </a:extLst>
          </p:cNvPr>
          <p:cNvSpPr>
            <a:spLocks noGrp="1"/>
          </p:cNvSpPr>
          <p:nvPr>
            <p:ph type="sldNum" sz="quarter" idx="12"/>
          </p:nvPr>
        </p:nvSpPr>
        <p:spPr/>
        <p:txBody>
          <a:bodyPr/>
          <a:lstStyle/>
          <a:p>
            <a:fld id="{F6728BC2-ACA3-447C-A909-F3F49211C066}" type="slidenum">
              <a:rPr lang="en-US" smtClean="0"/>
              <a:pPr/>
              <a:t>93</a:t>
            </a:fld>
            <a:endParaRPr lang="en-US" dirty="0"/>
          </a:p>
        </p:txBody>
      </p:sp>
      <p:sp>
        <p:nvSpPr>
          <p:cNvPr id="8" name="Title 7">
            <a:extLst>
              <a:ext uri="{FF2B5EF4-FFF2-40B4-BE49-F238E27FC236}">
                <a16:creationId xmlns:a16="http://schemas.microsoft.com/office/drawing/2014/main" id="{7095CA65-145F-06AA-BB3F-0180757CC1C2}"/>
              </a:ext>
            </a:extLst>
          </p:cNvPr>
          <p:cNvSpPr>
            <a:spLocks noGrp="1"/>
          </p:cNvSpPr>
          <p:nvPr>
            <p:ph type="title"/>
          </p:nvPr>
        </p:nvSpPr>
        <p:spPr/>
        <p:txBody>
          <a:bodyPr/>
          <a:lstStyle/>
          <a:p>
            <a:r>
              <a:rPr lang="en-US" dirty="0"/>
              <a:t>Observables</a:t>
            </a:r>
          </a:p>
        </p:txBody>
      </p:sp>
      <p:sp>
        <p:nvSpPr>
          <p:cNvPr id="5" name="Content Placeholder 5">
            <a:extLst>
              <a:ext uri="{FF2B5EF4-FFF2-40B4-BE49-F238E27FC236}">
                <a16:creationId xmlns:a16="http://schemas.microsoft.com/office/drawing/2014/main" id="{15010943-F62E-E8DC-A76A-E5BC1785EBEB}"/>
              </a:ext>
            </a:extLst>
          </p:cNvPr>
          <p:cNvSpPr txBox="1">
            <a:spLocks/>
          </p:cNvSpPr>
          <p:nvPr/>
        </p:nvSpPr>
        <p:spPr>
          <a:xfrm>
            <a:off x="462842" y="1374865"/>
            <a:ext cx="8090750" cy="2218248"/>
          </a:xfrm>
          <a:prstGeom prst="rect">
            <a:avLst/>
          </a:prstGeom>
        </p:spPr>
        <p:txBody>
          <a:bodyPr vert="horz" lIns="91440" tIns="45720" rIns="91440" bIns="45720" rtlCol="0">
            <a:normAutofit fontScale="70000" lnSpcReduction="20000"/>
          </a:bodyPr>
          <a:lstStyle>
            <a:lvl1pPr marL="342900" indent="-342900" algn="l" defTabSz="914400" rtl="0" eaLnBrk="1" latinLnBrk="0" hangingPunct="1">
              <a:spcBef>
                <a:spcPct val="20000"/>
              </a:spcBef>
              <a:buClr>
                <a:schemeClr val="accent1"/>
              </a:buClr>
              <a:buFont typeface="Arial" panose="020B0604020202020204" pitchFamily="34" charset="0"/>
              <a:buChar char="•"/>
              <a:defRPr sz="2800" kern="1200" baseline="0">
                <a:solidFill>
                  <a:schemeClr val="tx2"/>
                </a:solidFill>
                <a:latin typeface="Arial" panose="020B0604020202020204" pitchFamily="34" charset="0"/>
                <a:ea typeface="+mn-ea"/>
                <a:cs typeface="Arial" panose="020B0604020202020204" pitchFamily="34" charset="0"/>
              </a:defRPr>
            </a:lvl1pPr>
            <a:lvl2pPr marL="742950" indent="-285750" algn="l" defTabSz="914400" rtl="0" eaLnBrk="1" latinLnBrk="0" hangingPunct="1">
              <a:spcBef>
                <a:spcPct val="20000"/>
              </a:spcBef>
              <a:buClr>
                <a:schemeClr val="accent1"/>
              </a:buClr>
              <a:buFont typeface="Arial" panose="020B0604020202020204" pitchFamily="34" charset="0"/>
              <a:buChar char="–"/>
              <a:defRPr sz="2400" kern="1200" baseline="0">
                <a:solidFill>
                  <a:schemeClr val="tx2"/>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spcBef>
                <a:spcPct val="20000"/>
              </a:spcBef>
              <a:buClr>
                <a:schemeClr val="accent1"/>
              </a:buClr>
              <a:buFont typeface="Arial" panose="020B0604020202020204" pitchFamily="34" charset="0"/>
              <a:buChar char="•"/>
              <a:defRPr sz="2000" kern="1200" baseline="0">
                <a:solidFill>
                  <a:schemeClr val="tx2"/>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spcBef>
                <a:spcPct val="20000"/>
              </a:spcBef>
              <a:buClr>
                <a:schemeClr val="accent1"/>
              </a:buClr>
              <a:buFont typeface="Arial" panose="020B0604020202020204" pitchFamily="34" charset="0"/>
              <a:buChar char="–"/>
              <a:defRPr sz="1800" kern="1200" baseline="0">
                <a:solidFill>
                  <a:schemeClr val="tx2"/>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spcBef>
                <a:spcPct val="20000"/>
              </a:spcBef>
              <a:buClr>
                <a:schemeClr val="accent1"/>
              </a:buClr>
              <a:buFont typeface="Arial" panose="020B0604020202020204" pitchFamily="34" charset="0"/>
              <a:buChar char="»"/>
              <a:defRPr sz="1800" kern="1200" baseline="0">
                <a:solidFill>
                  <a:schemeClr val="tx2"/>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r>
              <a:rPr lang="en-US" dirty="0"/>
              <a:t>The observer defines three callback methods – next(), error(), and complete()</a:t>
            </a:r>
          </a:p>
          <a:p>
            <a:r>
              <a:rPr lang="en-US" dirty="0"/>
              <a:t>The observables invokes the next() callback whenever the values arrives in the stream.</a:t>
            </a:r>
          </a:p>
          <a:p>
            <a:r>
              <a:rPr lang="en-US" dirty="0"/>
              <a:t>It passes the value as the argument to the next callback</a:t>
            </a:r>
          </a:p>
          <a:p>
            <a:r>
              <a:rPr lang="en-US" dirty="0"/>
              <a:t>If an error occurs, then the error callback is invoked.</a:t>
            </a:r>
          </a:p>
          <a:p>
            <a:r>
              <a:rPr lang="en-US" dirty="0"/>
              <a:t>It invokes the complete() callback when the stream completes. </a:t>
            </a:r>
          </a:p>
          <a:p>
            <a:endParaRPr lang="en-US" dirty="0"/>
          </a:p>
        </p:txBody>
      </p:sp>
      <p:pic>
        <p:nvPicPr>
          <p:cNvPr id="7" name="Content Placeholder 4">
            <a:extLst>
              <a:ext uri="{FF2B5EF4-FFF2-40B4-BE49-F238E27FC236}">
                <a16:creationId xmlns:a16="http://schemas.microsoft.com/office/drawing/2014/main" id="{77FA0F53-8CB3-067B-58EF-5FAA342E063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69515" y="3593113"/>
            <a:ext cx="8011643" cy="2953162"/>
          </a:xfrm>
        </p:spPr>
      </p:pic>
    </p:spTree>
    <p:extLst>
      <p:ext uri="{BB962C8B-B14F-4D97-AF65-F5344CB8AC3E}">
        <p14:creationId xmlns:p14="http://schemas.microsoft.com/office/powerpoint/2010/main" val="16222120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B3E83D-C70D-C262-510C-DF4BE5BC77EB}"/>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A36ECC90-9E16-73B5-FB51-C1B628335538}"/>
              </a:ext>
            </a:extLst>
          </p:cNvPr>
          <p:cNvSpPr>
            <a:spLocks noGrp="1"/>
          </p:cNvSpPr>
          <p:nvPr>
            <p:ph type="sldNum" sz="quarter" idx="12"/>
          </p:nvPr>
        </p:nvSpPr>
        <p:spPr/>
        <p:txBody>
          <a:bodyPr/>
          <a:lstStyle/>
          <a:p>
            <a:fld id="{F6728BC2-ACA3-447C-A909-F3F49211C066}" type="slidenum">
              <a:rPr lang="en-US" smtClean="0"/>
              <a:pPr/>
              <a:t>94</a:t>
            </a:fld>
            <a:endParaRPr lang="en-US" dirty="0"/>
          </a:p>
        </p:txBody>
      </p:sp>
      <p:sp>
        <p:nvSpPr>
          <p:cNvPr id="8" name="Title 7">
            <a:extLst>
              <a:ext uri="{FF2B5EF4-FFF2-40B4-BE49-F238E27FC236}">
                <a16:creationId xmlns:a16="http://schemas.microsoft.com/office/drawing/2014/main" id="{C6B4E4AE-6CDD-38B8-FB41-32FF342DC464}"/>
              </a:ext>
            </a:extLst>
          </p:cNvPr>
          <p:cNvSpPr>
            <a:spLocks noGrp="1"/>
          </p:cNvSpPr>
          <p:nvPr>
            <p:ph type="title"/>
          </p:nvPr>
        </p:nvSpPr>
        <p:spPr/>
        <p:txBody>
          <a:bodyPr/>
          <a:lstStyle/>
          <a:p>
            <a:r>
              <a:rPr lang="en-US" dirty="0"/>
              <a:t>Observables</a:t>
            </a:r>
          </a:p>
        </p:txBody>
      </p:sp>
      <p:pic>
        <p:nvPicPr>
          <p:cNvPr id="6" name="Picture 5">
            <a:extLst>
              <a:ext uri="{FF2B5EF4-FFF2-40B4-BE49-F238E27FC236}">
                <a16:creationId xmlns:a16="http://schemas.microsoft.com/office/drawing/2014/main" id="{0AC58091-4A61-E9F1-23C6-3564BF5D01E7}"/>
              </a:ext>
            </a:extLst>
          </p:cNvPr>
          <p:cNvPicPr>
            <a:picLocks noChangeAspect="1"/>
          </p:cNvPicPr>
          <p:nvPr/>
        </p:nvPicPr>
        <p:blipFill>
          <a:blip r:embed="rId2"/>
          <a:stretch>
            <a:fillRect/>
          </a:stretch>
        </p:blipFill>
        <p:spPr>
          <a:xfrm>
            <a:off x="0" y="1219200"/>
            <a:ext cx="3938954" cy="5008891"/>
          </a:xfrm>
          <a:prstGeom prst="rect">
            <a:avLst/>
          </a:prstGeom>
        </p:spPr>
      </p:pic>
      <p:pic>
        <p:nvPicPr>
          <p:cNvPr id="9" name="Picture 8">
            <a:extLst>
              <a:ext uri="{FF2B5EF4-FFF2-40B4-BE49-F238E27FC236}">
                <a16:creationId xmlns:a16="http://schemas.microsoft.com/office/drawing/2014/main" id="{5C910F60-F31E-2B65-B1F4-48A28C30DEC6}"/>
              </a:ext>
            </a:extLst>
          </p:cNvPr>
          <p:cNvPicPr>
            <a:picLocks noChangeAspect="1"/>
          </p:cNvPicPr>
          <p:nvPr/>
        </p:nvPicPr>
        <p:blipFill>
          <a:blip r:embed="rId3"/>
          <a:stretch>
            <a:fillRect/>
          </a:stretch>
        </p:blipFill>
        <p:spPr>
          <a:xfrm>
            <a:off x="3938954" y="2984359"/>
            <a:ext cx="5448291" cy="3873640"/>
          </a:xfrm>
          <a:prstGeom prst="rect">
            <a:avLst/>
          </a:prstGeom>
        </p:spPr>
      </p:pic>
    </p:spTree>
    <p:extLst>
      <p:ext uri="{BB962C8B-B14F-4D97-AF65-F5344CB8AC3E}">
        <p14:creationId xmlns:p14="http://schemas.microsoft.com/office/powerpoint/2010/main" val="3651011990"/>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AC9B40-09AA-805F-3267-1227EC9C4BD1}"/>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65506AF7-5583-2DF0-E5AE-82C6698D8897}"/>
              </a:ext>
            </a:extLst>
          </p:cNvPr>
          <p:cNvSpPr>
            <a:spLocks noGrp="1"/>
          </p:cNvSpPr>
          <p:nvPr>
            <p:ph type="sldNum" sz="quarter" idx="12"/>
          </p:nvPr>
        </p:nvSpPr>
        <p:spPr/>
        <p:txBody>
          <a:bodyPr/>
          <a:lstStyle/>
          <a:p>
            <a:fld id="{F6728BC2-ACA3-447C-A909-F3F49211C066}" type="slidenum">
              <a:rPr lang="en-US" smtClean="0"/>
              <a:pPr/>
              <a:t>95</a:t>
            </a:fld>
            <a:endParaRPr lang="en-US" dirty="0"/>
          </a:p>
        </p:txBody>
      </p:sp>
      <p:sp>
        <p:nvSpPr>
          <p:cNvPr id="6" name="Content Placeholder 5">
            <a:extLst>
              <a:ext uri="{FF2B5EF4-FFF2-40B4-BE49-F238E27FC236}">
                <a16:creationId xmlns:a16="http://schemas.microsoft.com/office/drawing/2014/main" id="{D67A8678-F18A-C057-DA74-686AFF85DFDC}"/>
              </a:ext>
            </a:extLst>
          </p:cNvPr>
          <p:cNvSpPr>
            <a:spLocks noGrp="1"/>
          </p:cNvSpPr>
          <p:nvPr>
            <p:ph idx="1"/>
          </p:nvPr>
        </p:nvSpPr>
        <p:spPr/>
        <p:txBody>
          <a:bodyPr>
            <a:normAutofit fontScale="92500" lnSpcReduction="20000"/>
          </a:bodyPr>
          <a:lstStyle/>
          <a:p>
            <a:r>
              <a:rPr lang="en-US" dirty="0"/>
              <a:t>An Observable is like a promise, but far more powerful. While a Promises emits a single value and completes, an Observable can emit multiple values over time</a:t>
            </a:r>
          </a:p>
          <a:p>
            <a:r>
              <a:rPr lang="en-US" dirty="0"/>
              <a:t>This means, when handling an HTTP request, we can use a Promise to manage a single response for the same request, but if we expect multiple responses to the same request, ten we must use an Observable. </a:t>
            </a:r>
          </a:p>
          <a:p>
            <a:r>
              <a:rPr lang="en-US" dirty="0"/>
              <a:t>Observables are provided by </a:t>
            </a:r>
            <a:r>
              <a:rPr lang="en-US" dirty="0" err="1"/>
              <a:t>RxJS</a:t>
            </a:r>
            <a:r>
              <a:rPr lang="en-US" dirty="0"/>
              <a:t> and are the foundation of how Angular handles Asynchronous data</a:t>
            </a:r>
          </a:p>
          <a:p>
            <a:endParaRPr lang="en-US" dirty="0"/>
          </a:p>
        </p:txBody>
      </p:sp>
      <p:sp>
        <p:nvSpPr>
          <p:cNvPr id="8" name="Title 7">
            <a:extLst>
              <a:ext uri="{FF2B5EF4-FFF2-40B4-BE49-F238E27FC236}">
                <a16:creationId xmlns:a16="http://schemas.microsoft.com/office/drawing/2014/main" id="{1A5FEA81-E4A9-B358-BDE0-986043C3103D}"/>
              </a:ext>
            </a:extLst>
          </p:cNvPr>
          <p:cNvSpPr>
            <a:spLocks noGrp="1"/>
          </p:cNvSpPr>
          <p:nvPr>
            <p:ph type="title"/>
          </p:nvPr>
        </p:nvSpPr>
        <p:spPr/>
        <p:txBody>
          <a:bodyPr/>
          <a:lstStyle/>
          <a:p>
            <a:r>
              <a:rPr lang="en-US" dirty="0"/>
              <a:t>Observables</a:t>
            </a:r>
          </a:p>
        </p:txBody>
      </p:sp>
    </p:spTree>
    <p:extLst>
      <p:ext uri="{BB962C8B-B14F-4D97-AF65-F5344CB8AC3E}">
        <p14:creationId xmlns:p14="http://schemas.microsoft.com/office/powerpoint/2010/main" val="2230001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1A3273-E229-DE24-6F89-1C2FBF15BC69}"/>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AF56C917-BADC-930A-3682-0C6BB027296E}"/>
              </a:ext>
            </a:extLst>
          </p:cNvPr>
          <p:cNvSpPr>
            <a:spLocks noGrp="1"/>
          </p:cNvSpPr>
          <p:nvPr>
            <p:ph type="sldNum" sz="quarter" idx="12"/>
          </p:nvPr>
        </p:nvSpPr>
        <p:spPr/>
        <p:txBody>
          <a:bodyPr/>
          <a:lstStyle/>
          <a:p>
            <a:fld id="{F6728BC2-ACA3-447C-A909-F3F49211C066}" type="slidenum">
              <a:rPr lang="en-US" smtClean="0"/>
              <a:pPr/>
              <a:t>96</a:t>
            </a:fld>
            <a:endParaRPr lang="en-US" dirty="0"/>
          </a:p>
        </p:txBody>
      </p:sp>
      <p:sp>
        <p:nvSpPr>
          <p:cNvPr id="6" name="Content Placeholder 5">
            <a:extLst>
              <a:ext uri="{FF2B5EF4-FFF2-40B4-BE49-F238E27FC236}">
                <a16:creationId xmlns:a16="http://schemas.microsoft.com/office/drawing/2014/main" id="{4E8F8B0C-0EDA-A659-12A8-B2B1337D538B}"/>
              </a:ext>
            </a:extLst>
          </p:cNvPr>
          <p:cNvSpPr>
            <a:spLocks noGrp="1"/>
          </p:cNvSpPr>
          <p:nvPr>
            <p:ph idx="1"/>
          </p:nvPr>
        </p:nvSpPr>
        <p:spPr/>
        <p:txBody>
          <a:bodyPr>
            <a:normAutofit fontScale="92500" lnSpcReduction="10000"/>
          </a:bodyPr>
          <a:lstStyle/>
          <a:p>
            <a:r>
              <a:rPr lang="en-US" b="1" u="sng" dirty="0"/>
              <a:t>R</a:t>
            </a:r>
            <a:r>
              <a:rPr lang="en-US" dirty="0"/>
              <a:t>eactive E</a:t>
            </a:r>
            <a:r>
              <a:rPr lang="en-US" b="1" u="sng" dirty="0"/>
              <a:t>x</a:t>
            </a:r>
            <a:r>
              <a:rPr lang="en-US" dirty="0"/>
              <a:t>tensions for </a:t>
            </a:r>
            <a:r>
              <a:rPr lang="en-US" b="1" u="sng" dirty="0"/>
              <a:t>J</a:t>
            </a:r>
            <a:r>
              <a:rPr lang="en-US" dirty="0"/>
              <a:t>ava</a:t>
            </a:r>
            <a:r>
              <a:rPr lang="en-US" b="1" u="sng" dirty="0"/>
              <a:t>S</a:t>
            </a:r>
            <a:r>
              <a:rPr lang="en-US" dirty="0"/>
              <a:t>cript (</a:t>
            </a:r>
            <a:r>
              <a:rPr lang="en-US" dirty="0" err="1"/>
              <a:t>RxJS</a:t>
            </a:r>
            <a:r>
              <a:rPr lang="en-US" dirty="0"/>
              <a:t>) is a framework for reactive programming using observables that makes it easier to write asynchronous code.</a:t>
            </a:r>
          </a:p>
          <a:p>
            <a:r>
              <a:rPr lang="en-US" dirty="0"/>
              <a:t>An </a:t>
            </a:r>
            <a:r>
              <a:rPr lang="en-US" dirty="0" err="1"/>
              <a:t>RxJS</a:t>
            </a:r>
            <a:r>
              <a:rPr lang="en-US" dirty="0"/>
              <a:t> subject is a special type of Observable that allows values to be multi-casted to many Observers.</a:t>
            </a:r>
          </a:p>
          <a:p>
            <a:r>
              <a:rPr lang="en-US" dirty="0"/>
              <a:t>By default, an </a:t>
            </a:r>
            <a:r>
              <a:rPr lang="en-US" dirty="0" err="1"/>
              <a:t>RxJS</a:t>
            </a:r>
            <a:r>
              <a:rPr lang="en-US" dirty="0"/>
              <a:t> Observable is unicast, i.e. each subscribed observer has an independency execution of the Observable, whereas multi-cast means that the Observable execution is shared my multiple Observers.</a:t>
            </a:r>
          </a:p>
          <a:p>
            <a:endParaRPr lang="en-US" dirty="0"/>
          </a:p>
        </p:txBody>
      </p:sp>
      <p:sp>
        <p:nvSpPr>
          <p:cNvPr id="8" name="Title 7">
            <a:extLst>
              <a:ext uri="{FF2B5EF4-FFF2-40B4-BE49-F238E27FC236}">
                <a16:creationId xmlns:a16="http://schemas.microsoft.com/office/drawing/2014/main" id="{F4E97F72-91BB-E8E3-9DCA-B87101471780}"/>
              </a:ext>
            </a:extLst>
          </p:cNvPr>
          <p:cNvSpPr>
            <a:spLocks noGrp="1"/>
          </p:cNvSpPr>
          <p:nvPr>
            <p:ph type="title"/>
          </p:nvPr>
        </p:nvSpPr>
        <p:spPr/>
        <p:txBody>
          <a:bodyPr/>
          <a:lstStyle/>
          <a:p>
            <a:r>
              <a:rPr lang="en-US" dirty="0" err="1"/>
              <a:t>RxJS</a:t>
            </a:r>
            <a:r>
              <a:rPr lang="en-US" dirty="0"/>
              <a:t> - Subjects</a:t>
            </a:r>
          </a:p>
        </p:txBody>
      </p:sp>
    </p:spTree>
    <p:extLst>
      <p:ext uri="{BB962C8B-B14F-4D97-AF65-F5344CB8AC3E}">
        <p14:creationId xmlns:p14="http://schemas.microsoft.com/office/powerpoint/2010/main" val="34216125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8A9CDD-FD3F-30F5-7991-2C197C313CF3}"/>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0D8DF0B-DA6D-11BE-BB84-6DE2F83B069C}"/>
              </a:ext>
            </a:extLst>
          </p:cNvPr>
          <p:cNvSpPr>
            <a:spLocks noGrp="1"/>
          </p:cNvSpPr>
          <p:nvPr>
            <p:ph type="sldNum" sz="quarter" idx="12"/>
          </p:nvPr>
        </p:nvSpPr>
        <p:spPr/>
        <p:txBody>
          <a:bodyPr/>
          <a:lstStyle/>
          <a:p>
            <a:fld id="{F6728BC2-ACA3-447C-A909-F3F49211C066}" type="slidenum">
              <a:rPr lang="en-US" smtClean="0"/>
              <a:pPr/>
              <a:t>97</a:t>
            </a:fld>
            <a:endParaRPr lang="en-US" dirty="0"/>
          </a:p>
        </p:txBody>
      </p:sp>
      <p:sp>
        <p:nvSpPr>
          <p:cNvPr id="8" name="Title 7">
            <a:extLst>
              <a:ext uri="{FF2B5EF4-FFF2-40B4-BE49-F238E27FC236}">
                <a16:creationId xmlns:a16="http://schemas.microsoft.com/office/drawing/2014/main" id="{B6986768-B40F-4521-369F-D977564BB5CF}"/>
              </a:ext>
            </a:extLst>
          </p:cNvPr>
          <p:cNvSpPr>
            <a:spLocks noGrp="1"/>
          </p:cNvSpPr>
          <p:nvPr>
            <p:ph type="title"/>
          </p:nvPr>
        </p:nvSpPr>
        <p:spPr/>
        <p:txBody>
          <a:bodyPr/>
          <a:lstStyle/>
          <a:p>
            <a:r>
              <a:rPr lang="en-US" dirty="0" err="1"/>
              <a:t>RxJS</a:t>
            </a:r>
            <a:r>
              <a:rPr lang="en-US" dirty="0"/>
              <a:t> - Subjects</a:t>
            </a:r>
          </a:p>
        </p:txBody>
      </p:sp>
      <p:pic>
        <p:nvPicPr>
          <p:cNvPr id="2" name="Content Placeholder 4">
            <a:extLst>
              <a:ext uri="{FF2B5EF4-FFF2-40B4-BE49-F238E27FC236}">
                <a16:creationId xmlns:a16="http://schemas.microsoft.com/office/drawing/2014/main" id="{857AB4D7-011C-01C7-6973-57EA0850674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9057" y="2337503"/>
            <a:ext cx="8229600" cy="3054601"/>
          </a:xfrm>
          <a:prstGeom prst="rect">
            <a:avLst/>
          </a:prstGeom>
        </p:spPr>
      </p:pic>
    </p:spTree>
    <p:extLst>
      <p:ext uri="{BB962C8B-B14F-4D97-AF65-F5344CB8AC3E}">
        <p14:creationId xmlns:p14="http://schemas.microsoft.com/office/powerpoint/2010/main" val="2553295350"/>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465E56-7664-5612-6E7E-08C591CCC1BD}"/>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26DDB918-491F-7D5A-66A5-B5FA1BD553C1}"/>
              </a:ext>
            </a:extLst>
          </p:cNvPr>
          <p:cNvSpPr>
            <a:spLocks noGrp="1"/>
          </p:cNvSpPr>
          <p:nvPr>
            <p:ph type="sldNum" sz="quarter" idx="12"/>
          </p:nvPr>
        </p:nvSpPr>
        <p:spPr/>
        <p:txBody>
          <a:bodyPr/>
          <a:lstStyle/>
          <a:p>
            <a:fld id="{F6728BC2-ACA3-447C-A909-F3F49211C066}" type="slidenum">
              <a:rPr lang="en-US" smtClean="0"/>
              <a:pPr/>
              <a:t>98</a:t>
            </a:fld>
            <a:endParaRPr lang="en-US" dirty="0"/>
          </a:p>
        </p:txBody>
      </p:sp>
      <p:sp>
        <p:nvSpPr>
          <p:cNvPr id="6" name="Content Placeholder 5">
            <a:extLst>
              <a:ext uri="{FF2B5EF4-FFF2-40B4-BE49-F238E27FC236}">
                <a16:creationId xmlns:a16="http://schemas.microsoft.com/office/drawing/2014/main" id="{BD519917-30B8-E41A-D851-02361C9F2763}"/>
              </a:ext>
            </a:extLst>
          </p:cNvPr>
          <p:cNvSpPr>
            <a:spLocks noGrp="1"/>
          </p:cNvSpPr>
          <p:nvPr>
            <p:ph idx="1"/>
          </p:nvPr>
        </p:nvSpPr>
        <p:spPr/>
        <p:txBody>
          <a:bodyPr>
            <a:normAutofit fontScale="92500"/>
          </a:bodyPr>
          <a:lstStyle/>
          <a:p>
            <a:r>
              <a:rPr lang="en-US" dirty="0"/>
              <a:t>If you subscribe to the Subject after a value has been emitted, you will not receive that previous value.</a:t>
            </a:r>
          </a:p>
          <a:p>
            <a:r>
              <a:rPr lang="en-US" dirty="0"/>
              <a:t>Note that you can always use a basic subject; however, basic subjects have “no memory”. </a:t>
            </a:r>
          </a:p>
          <a:p>
            <a:r>
              <a:rPr lang="en-US" dirty="0"/>
              <a:t>There are three variants of Subjects, which have mechanisms that allow you to obtain previous values:</a:t>
            </a:r>
          </a:p>
          <a:p>
            <a:pPr lvl="1"/>
            <a:r>
              <a:rPr lang="en-US" dirty="0"/>
              <a:t>Behavior Subject</a:t>
            </a:r>
          </a:p>
          <a:p>
            <a:pPr lvl="1"/>
            <a:r>
              <a:rPr lang="en-US" dirty="0"/>
              <a:t>Replay Subject</a:t>
            </a:r>
          </a:p>
          <a:p>
            <a:pPr lvl="1"/>
            <a:r>
              <a:rPr lang="en-US" dirty="0"/>
              <a:t>Async Subject</a:t>
            </a:r>
          </a:p>
        </p:txBody>
      </p:sp>
      <p:sp>
        <p:nvSpPr>
          <p:cNvPr id="8" name="Title 7">
            <a:extLst>
              <a:ext uri="{FF2B5EF4-FFF2-40B4-BE49-F238E27FC236}">
                <a16:creationId xmlns:a16="http://schemas.microsoft.com/office/drawing/2014/main" id="{E0FE3E82-C48B-8DD6-0C1B-8883F356F958}"/>
              </a:ext>
            </a:extLst>
          </p:cNvPr>
          <p:cNvSpPr>
            <a:spLocks noGrp="1"/>
          </p:cNvSpPr>
          <p:nvPr>
            <p:ph type="title"/>
          </p:nvPr>
        </p:nvSpPr>
        <p:spPr/>
        <p:txBody>
          <a:bodyPr/>
          <a:lstStyle/>
          <a:p>
            <a:r>
              <a:rPr lang="en-US" dirty="0" err="1"/>
              <a:t>RxJS</a:t>
            </a:r>
            <a:r>
              <a:rPr lang="en-US" dirty="0"/>
              <a:t> – Subject Variants</a:t>
            </a:r>
          </a:p>
        </p:txBody>
      </p:sp>
    </p:spTree>
    <p:extLst>
      <p:ext uri="{BB962C8B-B14F-4D97-AF65-F5344CB8AC3E}">
        <p14:creationId xmlns:p14="http://schemas.microsoft.com/office/powerpoint/2010/main" val="1153608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6">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7B2174-D71D-B94B-9DE4-38E8D88FE8DF}"/>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2C18A860-E6F0-C4EA-9CF3-95F10DA64861}"/>
              </a:ext>
            </a:extLst>
          </p:cNvPr>
          <p:cNvSpPr>
            <a:spLocks noGrp="1"/>
          </p:cNvSpPr>
          <p:nvPr>
            <p:ph type="sldNum" sz="quarter" idx="12"/>
          </p:nvPr>
        </p:nvSpPr>
        <p:spPr/>
        <p:txBody>
          <a:bodyPr/>
          <a:lstStyle/>
          <a:p>
            <a:fld id="{F6728BC2-ACA3-447C-A909-F3F49211C066}" type="slidenum">
              <a:rPr lang="en-US" smtClean="0"/>
              <a:pPr/>
              <a:t>99</a:t>
            </a:fld>
            <a:endParaRPr lang="en-US" dirty="0"/>
          </a:p>
        </p:txBody>
      </p:sp>
      <p:sp>
        <p:nvSpPr>
          <p:cNvPr id="6" name="Content Placeholder 5">
            <a:extLst>
              <a:ext uri="{FF2B5EF4-FFF2-40B4-BE49-F238E27FC236}">
                <a16:creationId xmlns:a16="http://schemas.microsoft.com/office/drawing/2014/main" id="{91CD73A1-7A56-1328-610D-2C764E658282}"/>
              </a:ext>
            </a:extLst>
          </p:cNvPr>
          <p:cNvSpPr>
            <a:spLocks noGrp="1"/>
          </p:cNvSpPr>
          <p:nvPr>
            <p:ph idx="1"/>
          </p:nvPr>
        </p:nvSpPr>
        <p:spPr/>
        <p:txBody>
          <a:bodyPr>
            <a:normAutofit/>
          </a:bodyPr>
          <a:lstStyle/>
          <a:p>
            <a:r>
              <a:rPr lang="en-US" b="1" dirty="0"/>
              <a:t>Behavior Subject</a:t>
            </a:r>
          </a:p>
          <a:p>
            <a:pPr lvl="1"/>
            <a:r>
              <a:rPr lang="en-US" dirty="0"/>
              <a:t>Used to temporarily store the current data value of any observer declared before it</a:t>
            </a:r>
          </a:p>
          <a:p>
            <a:pPr lvl="1"/>
            <a:r>
              <a:rPr lang="en-US" dirty="0" err="1"/>
              <a:t>BehaviorSubject</a:t>
            </a:r>
            <a:r>
              <a:rPr lang="en-US" dirty="0"/>
              <a:t> requires an initial values and always holds the most recent value. </a:t>
            </a:r>
          </a:p>
          <a:p>
            <a:pPr lvl="1"/>
            <a:r>
              <a:rPr lang="en-US" dirty="0"/>
              <a:t>Any new subscribers immediately receives the current value upon subscribing</a:t>
            </a:r>
          </a:p>
          <a:p>
            <a:pPr lvl="1"/>
            <a:r>
              <a:rPr lang="en-US" dirty="0"/>
              <a:t>These are best used for tracking current state, such as login status, cart count, selected theme, or user profile – anything where a new subscriber needs to know the current state immediately</a:t>
            </a:r>
          </a:p>
        </p:txBody>
      </p:sp>
      <p:sp>
        <p:nvSpPr>
          <p:cNvPr id="8" name="Title 7">
            <a:extLst>
              <a:ext uri="{FF2B5EF4-FFF2-40B4-BE49-F238E27FC236}">
                <a16:creationId xmlns:a16="http://schemas.microsoft.com/office/drawing/2014/main" id="{36CD3C43-AA5C-6F7C-1935-D7E1DD7ACA30}"/>
              </a:ext>
            </a:extLst>
          </p:cNvPr>
          <p:cNvSpPr>
            <a:spLocks noGrp="1"/>
          </p:cNvSpPr>
          <p:nvPr>
            <p:ph type="title"/>
          </p:nvPr>
        </p:nvSpPr>
        <p:spPr/>
        <p:txBody>
          <a:bodyPr/>
          <a:lstStyle/>
          <a:p>
            <a:r>
              <a:rPr lang="en-US" dirty="0" err="1"/>
              <a:t>RxJS</a:t>
            </a:r>
            <a:r>
              <a:rPr lang="en-US" dirty="0"/>
              <a:t> – Subject Variants</a:t>
            </a:r>
          </a:p>
        </p:txBody>
      </p:sp>
    </p:spTree>
    <p:extLst>
      <p:ext uri="{BB962C8B-B14F-4D97-AF65-F5344CB8AC3E}">
        <p14:creationId xmlns:p14="http://schemas.microsoft.com/office/powerpoint/2010/main" val="27018239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774226-9218-9DFC-09C4-C5869809185E}"/>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5EAD91B7-3264-DE91-2B52-19ECD0974B16}"/>
              </a:ext>
            </a:extLst>
          </p:cNvPr>
          <p:cNvSpPr>
            <a:spLocks noGrp="1"/>
          </p:cNvSpPr>
          <p:nvPr>
            <p:ph type="sldNum" sz="quarter" idx="12"/>
          </p:nvPr>
        </p:nvSpPr>
        <p:spPr/>
        <p:txBody>
          <a:bodyPr/>
          <a:lstStyle/>
          <a:p>
            <a:fld id="{F6728BC2-ACA3-447C-A909-F3F49211C066}" type="slidenum">
              <a:rPr lang="en-US" smtClean="0"/>
              <a:pPr/>
              <a:t>100</a:t>
            </a:fld>
            <a:endParaRPr lang="en-US" dirty="0"/>
          </a:p>
        </p:txBody>
      </p:sp>
      <p:sp>
        <p:nvSpPr>
          <p:cNvPr id="6" name="Content Placeholder 5">
            <a:extLst>
              <a:ext uri="{FF2B5EF4-FFF2-40B4-BE49-F238E27FC236}">
                <a16:creationId xmlns:a16="http://schemas.microsoft.com/office/drawing/2014/main" id="{475279AD-CA98-63BC-1966-1892EC247AE4}"/>
              </a:ext>
            </a:extLst>
          </p:cNvPr>
          <p:cNvSpPr>
            <a:spLocks noGrp="1"/>
          </p:cNvSpPr>
          <p:nvPr>
            <p:ph idx="1"/>
          </p:nvPr>
        </p:nvSpPr>
        <p:spPr/>
        <p:txBody>
          <a:bodyPr>
            <a:normAutofit/>
          </a:bodyPr>
          <a:lstStyle/>
          <a:p>
            <a:r>
              <a:rPr lang="en-US" b="1" dirty="0"/>
              <a:t>Replay Subject</a:t>
            </a:r>
          </a:p>
          <a:p>
            <a:pPr lvl="1"/>
            <a:r>
              <a:rPr lang="en-US" dirty="0"/>
              <a:t>Provides an option to choose how many values we want to emit from the last observer.</a:t>
            </a:r>
          </a:p>
          <a:p>
            <a:pPr lvl="1"/>
            <a:r>
              <a:rPr lang="en-US" dirty="0"/>
              <a:t>This subject stores, and then passes the last specified option values to the new observer.</a:t>
            </a:r>
          </a:p>
          <a:p>
            <a:pPr lvl="1"/>
            <a:r>
              <a:rPr lang="en-US" dirty="0"/>
              <a:t>Replay subjects are useful for chat message history, activity logs, or any scenario where a late subscriber needs context from recent past events</a:t>
            </a:r>
          </a:p>
        </p:txBody>
      </p:sp>
      <p:sp>
        <p:nvSpPr>
          <p:cNvPr id="8" name="Title 7">
            <a:extLst>
              <a:ext uri="{FF2B5EF4-FFF2-40B4-BE49-F238E27FC236}">
                <a16:creationId xmlns:a16="http://schemas.microsoft.com/office/drawing/2014/main" id="{5FFDFBDF-E8B1-E52F-F596-7EF8E6219E37}"/>
              </a:ext>
            </a:extLst>
          </p:cNvPr>
          <p:cNvSpPr>
            <a:spLocks noGrp="1"/>
          </p:cNvSpPr>
          <p:nvPr>
            <p:ph type="title"/>
          </p:nvPr>
        </p:nvSpPr>
        <p:spPr/>
        <p:txBody>
          <a:bodyPr/>
          <a:lstStyle/>
          <a:p>
            <a:r>
              <a:rPr lang="en-US" dirty="0" err="1"/>
              <a:t>RxJS</a:t>
            </a:r>
            <a:r>
              <a:rPr lang="en-US" dirty="0"/>
              <a:t> – Subject Variants</a:t>
            </a:r>
          </a:p>
        </p:txBody>
      </p:sp>
    </p:spTree>
    <p:extLst>
      <p:ext uri="{BB962C8B-B14F-4D97-AF65-F5344CB8AC3E}">
        <p14:creationId xmlns:p14="http://schemas.microsoft.com/office/powerpoint/2010/main" val="16082934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5054C1-587B-5ECC-4E9A-429672B9D359}"/>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388B5022-EC51-FD68-42E3-9811AF1C635D}"/>
              </a:ext>
            </a:extLst>
          </p:cNvPr>
          <p:cNvSpPr>
            <a:spLocks noGrp="1"/>
          </p:cNvSpPr>
          <p:nvPr>
            <p:ph type="sldNum" sz="quarter" idx="12"/>
          </p:nvPr>
        </p:nvSpPr>
        <p:spPr/>
        <p:txBody>
          <a:bodyPr/>
          <a:lstStyle/>
          <a:p>
            <a:fld id="{F6728BC2-ACA3-447C-A909-F3F49211C066}" type="slidenum">
              <a:rPr lang="en-US" smtClean="0"/>
              <a:pPr/>
              <a:t>101</a:t>
            </a:fld>
            <a:endParaRPr lang="en-US" dirty="0"/>
          </a:p>
        </p:txBody>
      </p:sp>
      <p:sp>
        <p:nvSpPr>
          <p:cNvPr id="6" name="Content Placeholder 5">
            <a:extLst>
              <a:ext uri="{FF2B5EF4-FFF2-40B4-BE49-F238E27FC236}">
                <a16:creationId xmlns:a16="http://schemas.microsoft.com/office/drawing/2014/main" id="{5DD43CAD-BD44-94A5-966B-1A8950DFE9C3}"/>
              </a:ext>
            </a:extLst>
          </p:cNvPr>
          <p:cNvSpPr>
            <a:spLocks noGrp="1"/>
          </p:cNvSpPr>
          <p:nvPr>
            <p:ph idx="1"/>
          </p:nvPr>
        </p:nvSpPr>
        <p:spPr/>
        <p:txBody>
          <a:bodyPr>
            <a:normAutofit/>
          </a:bodyPr>
          <a:lstStyle/>
          <a:p>
            <a:r>
              <a:rPr lang="en-US" b="1" dirty="0"/>
              <a:t>Async Subject</a:t>
            </a:r>
          </a:p>
          <a:p>
            <a:pPr lvl="1"/>
            <a:r>
              <a:rPr lang="en-US" dirty="0"/>
              <a:t>Async Subjects emit the last value to observers when the sequence is completed</a:t>
            </a:r>
          </a:p>
          <a:p>
            <a:pPr lvl="1"/>
            <a:r>
              <a:rPr lang="en-US" dirty="0"/>
              <a:t>This means that an </a:t>
            </a:r>
            <a:r>
              <a:rPr lang="en-US" dirty="0" err="1"/>
              <a:t>AsyncSubject</a:t>
            </a:r>
            <a:r>
              <a:rPr lang="en-US" dirty="0"/>
              <a:t> only emits the very last value, and only does so when the subject completes. Any values emitted before completion are ignored by subscribers.</a:t>
            </a:r>
          </a:p>
          <a:p>
            <a:pPr lvl="1"/>
            <a:r>
              <a:rPr lang="en-US" dirty="0"/>
              <a:t>Async Subjects are best used for long-running calculations, file uploads, or any operation where intermediate values are irrelevant and only the final result matters.</a:t>
            </a:r>
          </a:p>
        </p:txBody>
      </p:sp>
      <p:sp>
        <p:nvSpPr>
          <p:cNvPr id="8" name="Title 7">
            <a:extLst>
              <a:ext uri="{FF2B5EF4-FFF2-40B4-BE49-F238E27FC236}">
                <a16:creationId xmlns:a16="http://schemas.microsoft.com/office/drawing/2014/main" id="{03A07534-D441-7B30-89E3-BEA5F4A4A305}"/>
              </a:ext>
            </a:extLst>
          </p:cNvPr>
          <p:cNvSpPr>
            <a:spLocks noGrp="1"/>
          </p:cNvSpPr>
          <p:nvPr>
            <p:ph type="title"/>
          </p:nvPr>
        </p:nvSpPr>
        <p:spPr/>
        <p:txBody>
          <a:bodyPr/>
          <a:lstStyle/>
          <a:p>
            <a:r>
              <a:rPr lang="en-US" dirty="0" err="1"/>
              <a:t>RxJS</a:t>
            </a:r>
            <a:r>
              <a:rPr lang="en-US" dirty="0"/>
              <a:t> – Subject Variants</a:t>
            </a:r>
          </a:p>
        </p:txBody>
      </p:sp>
    </p:spTree>
    <p:extLst>
      <p:ext uri="{BB962C8B-B14F-4D97-AF65-F5344CB8AC3E}">
        <p14:creationId xmlns:p14="http://schemas.microsoft.com/office/powerpoint/2010/main" val="63848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1C6A17-7CD4-24B0-0085-AA00E631EC61}"/>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E098B1B-5228-E4E7-1322-C8C2F683062E}"/>
              </a:ext>
            </a:extLst>
          </p:cNvPr>
          <p:cNvSpPr>
            <a:spLocks noGrp="1"/>
          </p:cNvSpPr>
          <p:nvPr>
            <p:ph type="sldNum" idx="12"/>
          </p:nvPr>
        </p:nvSpPr>
        <p:spPr>
          <a:xfrm>
            <a:off x="8122757" y="6363712"/>
            <a:ext cx="861671" cy="365125"/>
          </a:xfrm>
        </p:spPr>
        <p:txBody>
          <a:bodyPr spcFirstLastPara="1" wrap="square" lIns="91425" tIns="45700" rIns="91425" bIns="45700" anchor="ctr" anchorCtr="0">
            <a:normAutofit/>
          </a:bodyPr>
          <a:lstStyle/>
          <a:p>
            <a:pPr>
              <a:spcAft>
                <a:spcPts val="600"/>
              </a:spcAft>
            </a:pPr>
            <a:fld id="{00000000-1234-1234-1234-123412341234}" type="slidenum">
              <a:rPr lang="en-US" smtClean="0"/>
              <a:pPr>
                <a:spcAft>
                  <a:spcPts val="600"/>
                </a:spcAft>
              </a:pPr>
              <a:t>102</a:t>
            </a:fld>
            <a:endParaRPr lang="en-US"/>
          </a:p>
        </p:txBody>
      </p:sp>
      <p:sp>
        <p:nvSpPr>
          <p:cNvPr id="4" name="Google Shape;212;p15">
            <a:extLst>
              <a:ext uri="{FF2B5EF4-FFF2-40B4-BE49-F238E27FC236}">
                <a16:creationId xmlns:a16="http://schemas.microsoft.com/office/drawing/2014/main" id="{3B3EC6C6-ECA2-D5A9-DF6A-432F51103487}"/>
              </a:ext>
            </a:extLst>
          </p:cNvPr>
          <p:cNvSpPr txBox="1">
            <a:spLocks/>
          </p:cNvSpPr>
          <p:nvPr/>
        </p:nvSpPr>
        <p:spPr>
          <a:xfrm>
            <a:off x="157163" y="2493034"/>
            <a:ext cx="8826500" cy="3591854"/>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7200" indent="-228600" algn="ctr">
              <a:spcBef>
                <a:spcPts val="560"/>
              </a:spcBef>
              <a:buClr>
                <a:schemeClr val="accent1"/>
              </a:buClr>
              <a:buSzPts val="2800"/>
            </a:pPr>
            <a:r>
              <a:rPr lang="en-US" sz="4000" b="0" i="0" u="none" strike="noStrike" cap="none" dirty="0">
                <a:solidFill>
                  <a:schemeClr val="dk2"/>
                </a:solidFill>
                <a:latin typeface="Arial"/>
                <a:ea typeface="Arial"/>
                <a:cs typeface="Arial"/>
                <a:sym typeface="Arial"/>
              </a:rPr>
              <a:t>Pub-sub design patterns</a:t>
            </a:r>
          </a:p>
        </p:txBody>
      </p:sp>
      <p:pic>
        <p:nvPicPr>
          <p:cNvPr id="6" name="Picture 5">
            <a:extLst>
              <a:ext uri="{FF2B5EF4-FFF2-40B4-BE49-F238E27FC236}">
                <a16:creationId xmlns:a16="http://schemas.microsoft.com/office/drawing/2014/main" id="{A230CB4C-0AC6-3AC4-ADB0-AB34F2614C8B}"/>
              </a:ext>
            </a:extLst>
          </p:cNvPr>
          <p:cNvPicPr>
            <a:picLocks noChangeAspect="1"/>
          </p:cNvPicPr>
          <p:nvPr/>
        </p:nvPicPr>
        <p:blipFill>
          <a:blip r:embed="rId2"/>
          <a:stretch>
            <a:fillRect/>
          </a:stretch>
        </p:blipFill>
        <p:spPr>
          <a:xfrm>
            <a:off x="6788472" y="0"/>
            <a:ext cx="2355528" cy="864158"/>
          </a:xfrm>
          <a:prstGeom prst="rect">
            <a:avLst/>
          </a:prstGeom>
        </p:spPr>
      </p:pic>
    </p:spTree>
    <p:extLst>
      <p:ext uri="{BB962C8B-B14F-4D97-AF65-F5344CB8AC3E}">
        <p14:creationId xmlns:p14="http://schemas.microsoft.com/office/powerpoint/2010/main" val="3590609775"/>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294502-5BF6-EACC-9287-236039696B08}"/>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03777E02-CC8A-E386-6688-680E7222C092}"/>
              </a:ext>
            </a:extLst>
          </p:cNvPr>
          <p:cNvSpPr>
            <a:spLocks noGrp="1"/>
          </p:cNvSpPr>
          <p:nvPr>
            <p:ph type="sldNum" sz="quarter" idx="12"/>
          </p:nvPr>
        </p:nvSpPr>
        <p:spPr/>
        <p:txBody>
          <a:bodyPr/>
          <a:lstStyle/>
          <a:p>
            <a:fld id="{F6728BC2-ACA3-447C-A909-F3F49211C066}" type="slidenum">
              <a:rPr lang="en-US" smtClean="0"/>
              <a:pPr/>
              <a:t>103</a:t>
            </a:fld>
            <a:endParaRPr lang="en-US" dirty="0"/>
          </a:p>
        </p:txBody>
      </p:sp>
      <p:sp>
        <p:nvSpPr>
          <p:cNvPr id="6" name="Content Placeholder 5">
            <a:extLst>
              <a:ext uri="{FF2B5EF4-FFF2-40B4-BE49-F238E27FC236}">
                <a16:creationId xmlns:a16="http://schemas.microsoft.com/office/drawing/2014/main" id="{D6B23EDC-C1F4-F855-E157-E7C4F8767E87}"/>
              </a:ext>
            </a:extLst>
          </p:cNvPr>
          <p:cNvSpPr>
            <a:spLocks noGrp="1"/>
          </p:cNvSpPr>
          <p:nvPr>
            <p:ph idx="1"/>
          </p:nvPr>
        </p:nvSpPr>
        <p:spPr/>
        <p:txBody>
          <a:bodyPr>
            <a:normAutofit fontScale="92500" lnSpcReduction="20000"/>
          </a:bodyPr>
          <a:lstStyle/>
          <a:p>
            <a:r>
              <a:rPr lang="en-US" dirty="0"/>
              <a:t>The Publisher/Subscriber design pattern describes the flow of messages between applications, devices, or services</a:t>
            </a:r>
          </a:p>
          <a:p>
            <a:r>
              <a:rPr lang="en-US" dirty="0"/>
              <a:t>A message is published by </a:t>
            </a:r>
            <a:r>
              <a:rPr lang="en-US" b="1" dirty="0"/>
              <a:t>Publishers</a:t>
            </a:r>
            <a:r>
              <a:rPr lang="en-US" dirty="0"/>
              <a:t> to a </a:t>
            </a:r>
            <a:r>
              <a:rPr lang="en-US" b="1" dirty="0"/>
              <a:t>Channel</a:t>
            </a:r>
            <a:r>
              <a:rPr lang="en-US" dirty="0"/>
              <a:t> that will be consumed by all </a:t>
            </a:r>
            <a:r>
              <a:rPr lang="en-US" b="1" dirty="0"/>
              <a:t>Subscribers</a:t>
            </a:r>
            <a:r>
              <a:rPr lang="en-US" dirty="0"/>
              <a:t> monitoring that channel.</a:t>
            </a:r>
          </a:p>
          <a:p>
            <a:r>
              <a:rPr lang="en-US" dirty="0"/>
              <a:t>When the Publisher pushes messages to a channel (live-feed data streams), the subscribers who subscribed to this channel are immediately notified.</a:t>
            </a:r>
          </a:p>
          <a:p>
            <a:r>
              <a:rPr lang="en-US" dirty="0"/>
              <a:t>Any publisher may also be a subscriber.</a:t>
            </a:r>
          </a:p>
          <a:p>
            <a:r>
              <a:rPr lang="en-US" dirty="0"/>
              <a:t>Messages can be text, sensor data, audio, video, or other digital content.</a:t>
            </a:r>
          </a:p>
        </p:txBody>
      </p:sp>
      <p:sp>
        <p:nvSpPr>
          <p:cNvPr id="8" name="Title 7">
            <a:extLst>
              <a:ext uri="{FF2B5EF4-FFF2-40B4-BE49-F238E27FC236}">
                <a16:creationId xmlns:a16="http://schemas.microsoft.com/office/drawing/2014/main" id="{CE9B4B45-08D9-DCAD-DADF-71CF69B98C7C}"/>
              </a:ext>
            </a:extLst>
          </p:cNvPr>
          <p:cNvSpPr>
            <a:spLocks noGrp="1"/>
          </p:cNvSpPr>
          <p:nvPr>
            <p:ph type="title"/>
          </p:nvPr>
        </p:nvSpPr>
        <p:spPr/>
        <p:txBody>
          <a:bodyPr/>
          <a:lstStyle/>
          <a:p>
            <a:r>
              <a:rPr lang="en-US" dirty="0"/>
              <a:t>Publisher/Subscriber Design Pattern</a:t>
            </a:r>
          </a:p>
        </p:txBody>
      </p:sp>
    </p:spTree>
    <p:extLst>
      <p:ext uri="{BB962C8B-B14F-4D97-AF65-F5344CB8AC3E}">
        <p14:creationId xmlns:p14="http://schemas.microsoft.com/office/powerpoint/2010/main" val="30844312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559E97-0684-6B2D-F325-87E1F373ABBC}"/>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A5D0D94-A0AB-0030-15CA-3B71B04EBBD0}"/>
              </a:ext>
            </a:extLst>
          </p:cNvPr>
          <p:cNvSpPr>
            <a:spLocks noGrp="1"/>
          </p:cNvSpPr>
          <p:nvPr>
            <p:ph type="sldNum" sz="quarter" idx="12"/>
          </p:nvPr>
        </p:nvSpPr>
        <p:spPr/>
        <p:txBody>
          <a:bodyPr/>
          <a:lstStyle/>
          <a:p>
            <a:fld id="{F6728BC2-ACA3-447C-A909-F3F49211C066}" type="slidenum">
              <a:rPr lang="en-US" smtClean="0"/>
              <a:pPr/>
              <a:t>104</a:t>
            </a:fld>
            <a:endParaRPr lang="en-US" dirty="0"/>
          </a:p>
        </p:txBody>
      </p:sp>
      <p:sp>
        <p:nvSpPr>
          <p:cNvPr id="6" name="Content Placeholder 5">
            <a:extLst>
              <a:ext uri="{FF2B5EF4-FFF2-40B4-BE49-F238E27FC236}">
                <a16:creationId xmlns:a16="http://schemas.microsoft.com/office/drawing/2014/main" id="{F14479ED-7087-9701-4FDF-A5ADD412D64F}"/>
              </a:ext>
            </a:extLst>
          </p:cNvPr>
          <p:cNvSpPr>
            <a:spLocks noGrp="1"/>
          </p:cNvSpPr>
          <p:nvPr>
            <p:ph idx="1"/>
          </p:nvPr>
        </p:nvSpPr>
        <p:spPr>
          <a:xfrm>
            <a:off x="380009" y="1481446"/>
            <a:ext cx="5769581" cy="4999741"/>
          </a:xfrm>
        </p:spPr>
        <p:txBody>
          <a:bodyPr>
            <a:normAutofit/>
          </a:bodyPr>
          <a:lstStyle/>
          <a:p>
            <a:r>
              <a:rPr lang="en-US" dirty="0"/>
              <a:t>The Sub-Sub pattern is usually implemented in an asynchronous way.</a:t>
            </a:r>
          </a:p>
          <a:p>
            <a:r>
              <a:rPr lang="en-US" dirty="0"/>
              <a:t>In the Observer pattern, the observers are aware of the observable, but in Pub-Sub pattern, publishers and subscribers don’t need to know each other.</a:t>
            </a:r>
          </a:p>
          <a:p>
            <a:r>
              <a:rPr lang="en-US" dirty="0"/>
              <a:t>They simply communicate with the help of message queues.</a:t>
            </a:r>
          </a:p>
        </p:txBody>
      </p:sp>
      <p:sp>
        <p:nvSpPr>
          <p:cNvPr id="8" name="Title 7">
            <a:extLst>
              <a:ext uri="{FF2B5EF4-FFF2-40B4-BE49-F238E27FC236}">
                <a16:creationId xmlns:a16="http://schemas.microsoft.com/office/drawing/2014/main" id="{27A91B5F-1646-7901-D44C-A5F5F4643315}"/>
              </a:ext>
            </a:extLst>
          </p:cNvPr>
          <p:cNvSpPr>
            <a:spLocks noGrp="1"/>
          </p:cNvSpPr>
          <p:nvPr>
            <p:ph type="title"/>
          </p:nvPr>
        </p:nvSpPr>
        <p:spPr/>
        <p:txBody>
          <a:bodyPr/>
          <a:lstStyle/>
          <a:p>
            <a:r>
              <a:rPr lang="en-US" dirty="0"/>
              <a:t>Publisher/Subscriber Design Pattern</a:t>
            </a:r>
          </a:p>
        </p:txBody>
      </p:sp>
      <p:pic>
        <p:nvPicPr>
          <p:cNvPr id="2" name="Picture 1">
            <a:extLst>
              <a:ext uri="{FF2B5EF4-FFF2-40B4-BE49-F238E27FC236}">
                <a16:creationId xmlns:a16="http://schemas.microsoft.com/office/drawing/2014/main" id="{DB8BA225-BB43-C869-0CE2-9D539882EAB3}"/>
              </a:ext>
            </a:extLst>
          </p:cNvPr>
          <p:cNvPicPr>
            <a:picLocks noChangeAspect="1"/>
          </p:cNvPicPr>
          <p:nvPr/>
        </p:nvPicPr>
        <p:blipFill rotWithShape="1">
          <a:blip r:embed="rId2">
            <a:extLst>
              <a:ext uri="{28A0092B-C50C-407E-A947-70E740481C1C}">
                <a14:useLocalDpi xmlns:a14="http://schemas.microsoft.com/office/drawing/2010/main" val="0"/>
              </a:ext>
            </a:extLst>
          </a:blip>
          <a:srcRect l="11012" t="7415" r="13572" b="8179"/>
          <a:stretch/>
        </p:blipFill>
        <p:spPr>
          <a:xfrm>
            <a:off x="6331229" y="2240783"/>
            <a:ext cx="2476643" cy="3243744"/>
          </a:xfrm>
          <a:prstGeom prst="rect">
            <a:avLst/>
          </a:prstGeom>
        </p:spPr>
      </p:pic>
    </p:spTree>
    <p:extLst>
      <p:ext uri="{BB962C8B-B14F-4D97-AF65-F5344CB8AC3E}">
        <p14:creationId xmlns:p14="http://schemas.microsoft.com/office/powerpoint/2010/main" val="17564359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390C43-C668-872B-3ACE-F936AE7750A8}"/>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554B819-6376-DC44-56AE-E762267799D7}"/>
              </a:ext>
            </a:extLst>
          </p:cNvPr>
          <p:cNvSpPr>
            <a:spLocks noGrp="1"/>
          </p:cNvSpPr>
          <p:nvPr>
            <p:ph type="sldNum" sz="quarter" idx="12"/>
          </p:nvPr>
        </p:nvSpPr>
        <p:spPr/>
        <p:txBody>
          <a:bodyPr/>
          <a:lstStyle/>
          <a:p>
            <a:fld id="{F6728BC2-ACA3-447C-A909-F3F49211C066}" type="slidenum">
              <a:rPr lang="en-US" smtClean="0"/>
              <a:pPr/>
              <a:t>105</a:t>
            </a:fld>
            <a:endParaRPr lang="en-US" dirty="0"/>
          </a:p>
        </p:txBody>
      </p:sp>
      <p:sp>
        <p:nvSpPr>
          <p:cNvPr id="8" name="Title 7">
            <a:extLst>
              <a:ext uri="{FF2B5EF4-FFF2-40B4-BE49-F238E27FC236}">
                <a16:creationId xmlns:a16="http://schemas.microsoft.com/office/drawing/2014/main" id="{0E96F0E3-F19F-8AC9-2142-134F76D466D9}"/>
              </a:ext>
            </a:extLst>
          </p:cNvPr>
          <p:cNvSpPr>
            <a:spLocks noGrp="1"/>
          </p:cNvSpPr>
          <p:nvPr>
            <p:ph type="title"/>
          </p:nvPr>
        </p:nvSpPr>
        <p:spPr/>
        <p:txBody>
          <a:bodyPr/>
          <a:lstStyle/>
          <a:p>
            <a:r>
              <a:rPr lang="en-US" dirty="0"/>
              <a:t>Pub-Sub | Example</a:t>
            </a:r>
          </a:p>
        </p:txBody>
      </p:sp>
      <p:pic>
        <p:nvPicPr>
          <p:cNvPr id="5" name="Picture 4">
            <a:extLst>
              <a:ext uri="{FF2B5EF4-FFF2-40B4-BE49-F238E27FC236}">
                <a16:creationId xmlns:a16="http://schemas.microsoft.com/office/drawing/2014/main" id="{18A749EC-E200-A20D-9B80-31708CBF4590}"/>
              </a:ext>
            </a:extLst>
          </p:cNvPr>
          <p:cNvPicPr>
            <a:picLocks noChangeAspect="1"/>
          </p:cNvPicPr>
          <p:nvPr/>
        </p:nvPicPr>
        <p:blipFill>
          <a:blip r:embed="rId2"/>
          <a:stretch>
            <a:fillRect/>
          </a:stretch>
        </p:blipFill>
        <p:spPr>
          <a:xfrm>
            <a:off x="5495416" y="2157432"/>
            <a:ext cx="3648584" cy="3467584"/>
          </a:xfrm>
          <a:prstGeom prst="rect">
            <a:avLst/>
          </a:prstGeom>
        </p:spPr>
      </p:pic>
      <p:sp>
        <p:nvSpPr>
          <p:cNvPr id="7" name="Content Placeholder 5">
            <a:extLst>
              <a:ext uri="{FF2B5EF4-FFF2-40B4-BE49-F238E27FC236}">
                <a16:creationId xmlns:a16="http://schemas.microsoft.com/office/drawing/2014/main" id="{E527DE51-C965-23D3-82E9-D1BC2FBF7C47}"/>
              </a:ext>
            </a:extLst>
          </p:cNvPr>
          <p:cNvSpPr>
            <a:spLocks noGrp="1"/>
          </p:cNvSpPr>
          <p:nvPr>
            <p:ph idx="1"/>
          </p:nvPr>
        </p:nvSpPr>
        <p:spPr>
          <a:xfrm>
            <a:off x="380009" y="1481446"/>
            <a:ext cx="4925521" cy="4999741"/>
          </a:xfrm>
        </p:spPr>
        <p:txBody>
          <a:bodyPr>
            <a:normAutofit fontScale="92500"/>
          </a:bodyPr>
          <a:lstStyle/>
          <a:p>
            <a:r>
              <a:rPr lang="en-US" dirty="0"/>
              <a:t>First, create a Service which acts as a </a:t>
            </a:r>
            <a:r>
              <a:rPr lang="en-US" i="1" dirty="0"/>
              <a:t>message broker</a:t>
            </a:r>
            <a:r>
              <a:rPr lang="en-US" b="1" i="1" dirty="0"/>
              <a:t>.</a:t>
            </a:r>
          </a:p>
          <a:p>
            <a:r>
              <a:rPr lang="en-US" dirty="0"/>
              <a:t>It sits between the publishers and subscribers</a:t>
            </a:r>
          </a:p>
          <a:p>
            <a:r>
              <a:rPr lang="en-US" dirty="0"/>
              <a:t>The ‘</a:t>
            </a:r>
            <a:r>
              <a:rPr lang="en-US" dirty="0" err="1"/>
              <a:t>BehaviorSubject</a:t>
            </a:r>
            <a:r>
              <a:rPr lang="en-US" dirty="0"/>
              <a:t>’ from </a:t>
            </a:r>
            <a:r>
              <a:rPr lang="en-US" dirty="0" err="1"/>
              <a:t>rxjs</a:t>
            </a:r>
            <a:r>
              <a:rPr lang="en-US" dirty="0"/>
              <a:t> holds the current value AND emits the value to new subscribers.</a:t>
            </a:r>
          </a:p>
          <a:p>
            <a:pPr lvl="1"/>
            <a:r>
              <a:rPr lang="en-US" dirty="0"/>
              <a:t>Note: </a:t>
            </a:r>
            <a:r>
              <a:rPr lang="en-US" dirty="0" err="1"/>
              <a:t>BehaviorSubject</a:t>
            </a:r>
            <a:r>
              <a:rPr lang="en-US" dirty="0"/>
              <a:t> emits the last value to new subscribers, which means it initialize the cart count (seen later) immediately.</a:t>
            </a:r>
          </a:p>
        </p:txBody>
      </p:sp>
    </p:spTree>
    <p:extLst>
      <p:ext uri="{BB962C8B-B14F-4D97-AF65-F5344CB8AC3E}">
        <p14:creationId xmlns:p14="http://schemas.microsoft.com/office/powerpoint/2010/main" val="5520427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BAE705-AAF8-2920-4EA1-8A578DF93FF6}"/>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F94DFA48-C152-08EC-03D9-463053B301BA}"/>
              </a:ext>
            </a:extLst>
          </p:cNvPr>
          <p:cNvSpPr>
            <a:spLocks noGrp="1"/>
          </p:cNvSpPr>
          <p:nvPr>
            <p:ph type="sldNum" sz="quarter" idx="12"/>
          </p:nvPr>
        </p:nvSpPr>
        <p:spPr/>
        <p:txBody>
          <a:bodyPr/>
          <a:lstStyle/>
          <a:p>
            <a:fld id="{F6728BC2-ACA3-447C-A909-F3F49211C066}" type="slidenum">
              <a:rPr lang="en-US" smtClean="0"/>
              <a:pPr/>
              <a:t>106</a:t>
            </a:fld>
            <a:endParaRPr lang="en-US" dirty="0"/>
          </a:p>
        </p:txBody>
      </p:sp>
      <p:sp>
        <p:nvSpPr>
          <p:cNvPr id="8" name="Title 7">
            <a:extLst>
              <a:ext uri="{FF2B5EF4-FFF2-40B4-BE49-F238E27FC236}">
                <a16:creationId xmlns:a16="http://schemas.microsoft.com/office/drawing/2014/main" id="{7A01E477-B804-075A-A637-CADD1F4C6CCC}"/>
              </a:ext>
            </a:extLst>
          </p:cNvPr>
          <p:cNvSpPr>
            <a:spLocks noGrp="1"/>
          </p:cNvSpPr>
          <p:nvPr>
            <p:ph type="title"/>
          </p:nvPr>
        </p:nvSpPr>
        <p:spPr/>
        <p:txBody>
          <a:bodyPr/>
          <a:lstStyle/>
          <a:p>
            <a:r>
              <a:rPr lang="en-US" dirty="0"/>
              <a:t>Pub-Sub | Example</a:t>
            </a:r>
          </a:p>
        </p:txBody>
      </p:sp>
      <p:sp>
        <p:nvSpPr>
          <p:cNvPr id="7" name="Content Placeholder 5">
            <a:extLst>
              <a:ext uri="{FF2B5EF4-FFF2-40B4-BE49-F238E27FC236}">
                <a16:creationId xmlns:a16="http://schemas.microsoft.com/office/drawing/2014/main" id="{711E6B6B-F37A-D8FA-1504-BC135359A032}"/>
              </a:ext>
            </a:extLst>
          </p:cNvPr>
          <p:cNvSpPr>
            <a:spLocks noGrp="1"/>
          </p:cNvSpPr>
          <p:nvPr>
            <p:ph idx="1"/>
          </p:nvPr>
        </p:nvSpPr>
        <p:spPr>
          <a:xfrm>
            <a:off x="380010" y="1481446"/>
            <a:ext cx="4624070" cy="4999741"/>
          </a:xfrm>
        </p:spPr>
        <p:txBody>
          <a:bodyPr>
            <a:normAutofit lnSpcReduction="10000"/>
          </a:bodyPr>
          <a:lstStyle/>
          <a:p>
            <a:r>
              <a:rPr lang="en-US" dirty="0"/>
              <a:t>Next, create the publisher. This component will publish events by calling the service.</a:t>
            </a:r>
          </a:p>
          <a:p>
            <a:r>
              <a:rPr lang="en-US" dirty="0"/>
              <a:t>Note: this component has knowledge of who is listening.</a:t>
            </a:r>
          </a:p>
          <a:p>
            <a:r>
              <a:rPr lang="en-US" dirty="0"/>
              <a:t>You can see the broadcasted event in the ‘</a:t>
            </a:r>
            <a:r>
              <a:rPr lang="en-US" dirty="0" err="1"/>
              <a:t>addProductToCart</a:t>
            </a:r>
            <a:r>
              <a:rPr lang="en-US" dirty="0"/>
              <a:t>()’ function.</a:t>
            </a:r>
          </a:p>
        </p:txBody>
      </p:sp>
      <p:pic>
        <p:nvPicPr>
          <p:cNvPr id="3" name="Picture 2">
            <a:extLst>
              <a:ext uri="{FF2B5EF4-FFF2-40B4-BE49-F238E27FC236}">
                <a16:creationId xmlns:a16="http://schemas.microsoft.com/office/drawing/2014/main" id="{57E3DF04-5900-3339-BD18-7945F11D4452}"/>
              </a:ext>
            </a:extLst>
          </p:cNvPr>
          <p:cNvPicPr>
            <a:picLocks noChangeAspect="1"/>
          </p:cNvPicPr>
          <p:nvPr/>
        </p:nvPicPr>
        <p:blipFill>
          <a:blip r:embed="rId2"/>
          <a:stretch>
            <a:fillRect/>
          </a:stretch>
        </p:blipFill>
        <p:spPr>
          <a:xfrm>
            <a:off x="5200100" y="2291323"/>
            <a:ext cx="3943900" cy="3219899"/>
          </a:xfrm>
          <a:prstGeom prst="rect">
            <a:avLst/>
          </a:prstGeom>
        </p:spPr>
      </p:pic>
    </p:spTree>
    <p:extLst>
      <p:ext uri="{BB962C8B-B14F-4D97-AF65-F5344CB8AC3E}">
        <p14:creationId xmlns:p14="http://schemas.microsoft.com/office/powerpoint/2010/main" val="15519121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D68D2C-ED24-401A-4979-BB902DA41D8F}"/>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4D71FE6C-8CCB-3271-96B7-F9B63DA5AE34}"/>
              </a:ext>
            </a:extLst>
          </p:cNvPr>
          <p:cNvSpPr>
            <a:spLocks noGrp="1"/>
          </p:cNvSpPr>
          <p:nvPr>
            <p:ph type="sldNum" sz="quarter" idx="12"/>
          </p:nvPr>
        </p:nvSpPr>
        <p:spPr/>
        <p:txBody>
          <a:bodyPr/>
          <a:lstStyle/>
          <a:p>
            <a:fld id="{F6728BC2-ACA3-447C-A909-F3F49211C066}" type="slidenum">
              <a:rPr lang="en-US" smtClean="0"/>
              <a:pPr/>
              <a:t>107</a:t>
            </a:fld>
            <a:endParaRPr lang="en-US" dirty="0"/>
          </a:p>
        </p:txBody>
      </p:sp>
      <p:sp>
        <p:nvSpPr>
          <p:cNvPr id="8" name="Title 7">
            <a:extLst>
              <a:ext uri="{FF2B5EF4-FFF2-40B4-BE49-F238E27FC236}">
                <a16:creationId xmlns:a16="http://schemas.microsoft.com/office/drawing/2014/main" id="{7721EFE1-BE52-72A6-97E9-5DADCE912569}"/>
              </a:ext>
            </a:extLst>
          </p:cNvPr>
          <p:cNvSpPr>
            <a:spLocks noGrp="1"/>
          </p:cNvSpPr>
          <p:nvPr>
            <p:ph type="title"/>
          </p:nvPr>
        </p:nvSpPr>
        <p:spPr/>
        <p:txBody>
          <a:bodyPr/>
          <a:lstStyle/>
          <a:p>
            <a:r>
              <a:rPr lang="en-US" dirty="0"/>
              <a:t>Pub-Sub | Example</a:t>
            </a:r>
          </a:p>
        </p:txBody>
      </p:sp>
      <p:sp>
        <p:nvSpPr>
          <p:cNvPr id="7" name="Content Placeholder 5">
            <a:extLst>
              <a:ext uri="{FF2B5EF4-FFF2-40B4-BE49-F238E27FC236}">
                <a16:creationId xmlns:a16="http://schemas.microsoft.com/office/drawing/2014/main" id="{653B7474-05EE-FC90-BD57-36C658A67B4C}"/>
              </a:ext>
            </a:extLst>
          </p:cNvPr>
          <p:cNvSpPr>
            <a:spLocks noGrp="1"/>
          </p:cNvSpPr>
          <p:nvPr>
            <p:ph idx="1"/>
          </p:nvPr>
        </p:nvSpPr>
        <p:spPr>
          <a:xfrm>
            <a:off x="380010" y="1481446"/>
            <a:ext cx="4624070" cy="4999741"/>
          </a:xfrm>
        </p:spPr>
        <p:txBody>
          <a:bodyPr>
            <a:normAutofit fontScale="85000" lnSpcReduction="20000"/>
          </a:bodyPr>
          <a:lstStyle/>
          <a:p>
            <a:r>
              <a:rPr lang="en-US" dirty="0"/>
              <a:t>Finally, create the subscriber.</a:t>
            </a:r>
          </a:p>
          <a:p>
            <a:r>
              <a:rPr lang="en-US" dirty="0"/>
              <a:t>In this case, the nav bar subscribes to the cart updates (see ‘</a:t>
            </a:r>
            <a:r>
              <a:rPr lang="en-US" dirty="0" err="1"/>
              <a:t>cartCount</a:t>
            </a:r>
            <a:r>
              <a:rPr lang="en-US" dirty="0"/>
              <a:t>$’).</a:t>
            </a:r>
          </a:p>
          <a:p>
            <a:r>
              <a:rPr lang="en-US" dirty="0"/>
              <a:t>In response, the nav-bar component updates it’s </a:t>
            </a:r>
            <a:r>
              <a:rPr lang="en-US" dirty="0" err="1"/>
              <a:t>cartCount</a:t>
            </a:r>
            <a:r>
              <a:rPr lang="en-US" dirty="0"/>
              <a:t> field to match the updated value</a:t>
            </a:r>
          </a:p>
          <a:p>
            <a:r>
              <a:rPr lang="en-US" dirty="0" err="1"/>
              <a:t>ngOnInit</a:t>
            </a:r>
            <a:r>
              <a:rPr lang="en-US" dirty="0"/>
              <a:t>() is used to subscribe the to event before the component is made visible</a:t>
            </a:r>
          </a:p>
          <a:p>
            <a:r>
              <a:rPr lang="en-US" dirty="0" err="1"/>
              <a:t>ngOnDestroy</a:t>
            </a:r>
            <a:r>
              <a:rPr lang="en-US" dirty="0"/>
              <a:t> is used to unsubscribe from the event to prevent memory leaks.</a:t>
            </a:r>
          </a:p>
        </p:txBody>
      </p:sp>
      <p:pic>
        <p:nvPicPr>
          <p:cNvPr id="5" name="Picture 4">
            <a:extLst>
              <a:ext uri="{FF2B5EF4-FFF2-40B4-BE49-F238E27FC236}">
                <a16:creationId xmlns:a16="http://schemas.microsoft.com/office/drawing/2014/main" id="{5BDB6FEA-4CCE-E675-C0F4-23249A71343E}"/>
              </a:ext>
            </a:extLst>
          </p:cNvPr>
          <p:cNvPicPr>
            <a:picLocks noChangeAspect="1"/>
          </p:cNvPicPr>
          <p:nvPr/>
        </p:nvPicPr>
        <p:blipFill>
          <a:blip r:embed="rId2"/>
          <a:stretch>
            <a:fillRect/>
          </a:stretch>
        </p:blipFill>
        <p:spPr>
          <a:xfrm>
            <a:off x="5409679" y="1710217"/>
            <a:ext cx="3734321" cy="4382112"/>
          </a:xfrm>
          <a:prstGeom prst="rect">
            <a:avLst/>
          </a:prstGeom>
        </p:spPr>
      </p:pic>
    </p:spTree>
    <p:extLst>
      <p:ext uri="{BB962C8B-B14F-4D97-AF65-F5344CB8AC3E}">
        <p14:creationId xmlns:p14="http://schemas.microsoft.com/office/powerpoint/2010/main" val="2556337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F64B51-809D-5660-68C9-A53138006240}"/>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48A0E59-785E-AA04-057C-40F5B4420CFD}"/>
              </a:ext>
            </a:extLst>
          </p:cNvPr>
          <p:cNvSpPr>
            <a:spLocks noGrp="1"/>
          </p:cNvSpPr>
          <p:nvPr>
            <p:ph type="sldNum" idx="12"/>
          </p:nvPr>
        </p:nvSpPr>
        <p:spPr>
          <a:xfrm>
            <a:off x="8122757" y="6363712"/>
            <a:ext cx="861671" cy="365125"/>
          </a:xfrm>
        </p:spPr>
        <p:txBody>
          <a:bodyPr spcFirstLastPara="1" wrap="square" lIns="91425" tIns="45700" rIns="91425" bIns="45700" anchor="ctr" anchorCtr="0">
            <a:normAutofit/>
          </a:bodyPr>
          <a:lstStyle/>
          <a:p>
            <a:pPr>
              <a:spcAft>
                <a:spcPts val="600"/>
              </a:spcAft>
            </a:pPr>
            <a:fld id="{00000000-1234-1234-1234-123412341234}" type="slidenum">
              <a:rPr lang="en-US" smtClean="0"/>
              <a:pPr>
                <a:spcAft>
                  <a:spcPts val="600"/>
                </a:spcAft>
              </a:pPr>
              <a:t>108</a:t>
            </a:fld>
            <a:endParaRPr lang="en-US"/>
          </a:p>
        </p:txBody>
      </p:sp>
      <p:sp>
        <p:nvSpPr>
          <p:cNvPr id="4" name="Google Shape;212;p15">
            <a:extLst>
              <a:ext uri="{FF2B5EF4-FFF2-40B4-BE49-F238E27FC236}">
                <a16:creationId xmlns:a16="http://schemas.microsoft.com/office/drawing/2014/main" id="{E8DC9BF6-869C-CBD9-2BD9-F7FEAFEC5908}"/>
              </a:ext>
            </a:extLst>
          </p:cNvPr>
          <p:cNvSpPr txBox="1">
            <a:spLocks/>
          </p:cNvSpPr>
          <p:nvPr/>
        </p:nvSpPr>
        <p:spPr>
          <a:xfrm>
            <a:off x="157163" y="2493034"/>
            <a:ext cx="8826500" cy="3591854"/>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7200" indent="-228600" algn="ctr">
              <a:spcBef>
                <a:spcPts val="560"/>
              </a:spcBef>
              <a:buClr>
                <a:schemeClr val="accent1"/>
              </a:buClr>
              <a:buSzPts val="2800"/>
            </a:pPr>
            <a:r>
              <a:rPr lang="en-US" sz="4000" b="0" i="0" u="none" strike="noStrike" cap="none" dirty="0" err="1">
                <a:solidFill>
                  <a:schemeClr val="dk2"/>
                </a:solidFill>
                <a:latin typeface="Arial"/>
                <a:ea typeface="Arial"/>
                <a:cs typeface="Arial"/>
                <a:sym typeface="Arial"/>
              </a:rPr>
              <a:t>httpclient</a:t>
            </a:r>
            <a:endParaRPr lang="en-US" sz="4000" b="0" i="0" u="none" strike="noStrike" cap="none" dirty="0">
              <a:solidFill>
                <a:schemeClr val="dk2"/>
              </a:solidFill>
              <a:latin typeface="Arial"/>
              <a:ea typeface="Arial"/>
              <a:cs typeface="Arial"/>
              <a:sym typeface="Arial"/>
            </a:endParaRPr>
          </a:p>
        </p:txBody>
      </p:sp>
      <p:pic>
        <p:nvPicPr>
          <p:cNvPr id="6" name="Picture 5">
            <a:extLst>
              <a:ext uri="{FF2B5EF4-FFF2-40B4-BE49-F238E27FC236}">
                <a16:creationId xmlns:a16="http://schemas.microsoft.com/office/drawing/2014/main" id="{4576B64C-9D2C-D3BC-ABC5-D518CBD0F372}"/>
              </a:ext>
            </a:extLst>
          </p:cNvPr>
          <p:cNvPicPr>
            <a:picLocks noChangeAspect="1"/>
          </p:cNvPicPr>
          <p:nvPr/>
        </p:nvPicPr>
        <p:blipFill>
          <a:blip r:embed="rId2"/>
          <a:stretch>
            <a:fillRect/>
          </a:stretch>
        </p:blipFill>
        <p:spPr>
          <a:xfrm>
            <a:off x="6788472" y="0"/>
            <a:ext cx="2355528" cy="864158"/>
          </a:xfrm>
          <a:prstGeom prst="rect">
            <a:avLst/>
          </a:prstGeom>
        </p:spPr>
      </p:pic>
    </p:spTree>
    <p:extLst>
      <p:ext uri="{BB962C8B-B14F-4D97-AF65-F5344CB8AC3E}">
        <p14:creationId xmlns:p14="http://schemas.microsoft.com/office/powerpoint/2010/main" val="1933843902"/>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025697-5E8D-DF19-CAE6-EF82C2E5BEEE}"/>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5A1E5017-0BA1-9EDC-91C6-DABDD5136E98}"/>
              </a:ext>
            </a:extLst>
          </p:cNvPr>
          <p:cNvSpPr>
            <a:spLocks noGrp="1"/>
          </p:cNvSpPr>
          <p:nvPr>
            <p:ph type="sldNum" sz="quarter" idx="12"/>
          </p:nvPr>
        </p:nvSpPr>
        <p:spPr/>
        <p:txBody>
          <a:bodyPr/>
          <a:lstStyle/>
          <a:p>
            <a:fld id="{F6728BC2-ACA3-447C-A909-F3F49211C066}" type="slidenum">
              <a:rPr lang="en-US" smtClean="0"/>
              <a:pPr/>
              <a:t>109</a:t>
            </a:fld>
            <a:endParaRPr lang="en-US" dirty="0"/>
          </a:p>
        </p:txBody>
      </p:sp>
      <p:sp>
        <p:nvSpPr>
          <p:cNvPr id="6" name="Content Placeholder 5">
            <a:extLst>
              <a:ext uri="{FF2B5EF4-FFF2-40B4-BE49-F238E27FC236}">
                <a16:creationId xmlns:a16="http://schemas.microsoft.com/office/drawing/2014/main" id="{BEF77F25-BC77-FF13-CE0F-5920AE500BD3}"/>
              </a:ext>
            </a:extLst>
          </p:cNvPr>
          <p:cNvSpPr>
            <a:spLocks noGrp="1"/>
          </p:cNvSpPr>
          <p:nvPr>
            <p:ph idx="1"/>
          </p:nvPr>
        </p:nvSpPr>
        <p:spPr/>
        <p:txBody>
          <a:bodyPr>
            <a:normAutofit lnSpcReduction="10000"/>
          </a:bodyPr>
          <a:lstStyle/>
          <a:p>
            <a:r>
              <a:rPr lang="en-US" dirty="0"/>
              <a:t>Most Front-End applications need to communicate with a server over the HTTP protocol to enable the ability to download or upload data and access other back-end services.</a:t>
            </a:r>
          </a:p>
          <a:p>
            <a:r>
              <a:rPr lang="en-US" dirty="0"/>
              <a:t>Angular provides a simplified client HTTP API for Angular applications, the </a:t>
            </a:r>
            <a:r>
              <a:rPr lang="en-US" i="1" dirty="0" err="1"/>
              <a:t>HttpClient</a:t>
            </a:r>
            <a:r>
              <a:rPr lang="en-US" dirty="0"/>
              <a:t> service class in ‘@angular/common/http’</a:t>
            </a:r>
            <a:endParaRPr lang="en-US" i="1" dirty="0"/>
          </a:p>
          <a:p>
            <a:r>
              <a:rPr lang="en-US" dirty="0"/>
              <a:t>The Angular </a:t>
            </a:r>
            <a:r>
              <a:rPr lang="en-US" i="1" dirty="0" err="1"/>
              <a:t>HttpClient</a:t>
            </a:r>
            <a:r>
              <a:rPr lang="en-US" dirty="0"/>
              <a:t> offers testability features, typed request and response objects, request and response interception, Observable APIs, and streamlined error handling</a:t>
            </a:r>
          </a:p>
        </p:txBody>
      </p:sp>
      <p:sp>
        <p:nvSpPr>
          <p:cNvPr id="8" name="Title 7">
            <a:extLst>
              <a:ext uri="{FF2B5EF4-FFF2-40B4-BE49-F238E27FC236}">
                <a16:creationId xmlns:a16="http://schemas.microsoft.com/office/drawing/2014/main" id="{CC12BD8A-3BD3-72DD-4B91-8362D6C852CA}"/>
              </a:ext>
            </a:extLst>
          </p:cNvPr>
          <p:cNvSpPr>
            <a:spLocks noGrp="1"/>
          </p:cNvSpPr>
          <p:nvPr>
            <p:ph type="title"/>
          </p:nvPr>
        </p:nvSpPr>
        <p:spPr/>
        <p:txBody>
          <a:bodyPr/>
          <a:lstStyle/>
          <a:p>
            <a:r>
              <a:rPr lang="en-US" dirty="0"/>
              <a:t>HTTP Client</a:t>
            </a:r>
          </a:p>
        </p:txBody>
      </p:sp>
    </p:spTree>
    <p:extLst>
      <p:ext uri="{BB962C8B-B14F-4D97-AF65-F5344CB8AC3E}">
        <p14:creationId xmlns:p14="http://schemas.microsoft.com/office/powerpoint/2010/main" val="35171283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B11C54-0A5C-7E7A-5603-05932FA17E53}"/>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08B569C1-849F-F474-177A-5E29D35E98F8}"/>
              </a:ext>
            </a:extLst>
          </p:cNvPr>
          <p:cNvSpPr>
            <a:spLocks noGrp="1"/>
          </p:cNvSpPr>
          <p:nvPr>
            <p:ph type="sldNum" sz="quarter" idx="12"/>
          </p:nvPr>
        </p:nvSpPr>
        <p:spPr/>
        <p:txBody>
          <a:bodyPr/>
          <a:lstStyle/>
          <a:p>
            <a:fld id="{F6728BC2-ACA3-447C-A909-F3F49211C066}" type="slidenum">
              <a:rPr lang="en-US" smtClean="0"/>
              <a:pPr/>
              <a:t>110</a:t>
            </a:fld>
            <a:endParaRPr lang="en-US" dirty="0"/>
          </a:p>
        </p:txBody>
      </p:sp>
      <p:sp>
        <p:nvSpPr>
          <p:cNvPr id="6" name="Content Placeholder 5">
            <a:extLst>
              <a:ext uri="{FF2B5EF4-FFF2-40B4-BE49-F238E27FC236}">
                <a16:creationId xmlns:a16="http://schemas.microsoft.com/office/drawing/2014/main" id="{AA7E47D3-8ABF-2A46-301D-1CC08A040781}"/>
              </a:ext>
            </a:extLst>
          </p:cNvPr>
          <p:cNvSpPr>
            <a:spLocks noGrp="1"/>
          </p:cNvSpPr>
          <p:nvPr>
            <p:ph idx="1"/>
          </p:nvPr>
        </p:nvSpPr>
        <p:spPr/>
        <p:txBody>
          <a:bodyPr>
            <a:normAutofit/>
          </a:bodyPr>
          <a:lstStyle/>
          <a:p>
            <a:r>
              <a:rPr lang="en-US" i="1" dirty="0" err="1"/>
              <a:t>HttpClient</a:t>
            </a:r>
            <a:r>
              <a:rPr lang="en-US" dirty="0"/>
              <a:t> supposed all standard Http methods – Get, Post, Put, Delete, and returns </a:t>
            </a:r>
            <a:r>
              <a:rPr lang="en-US" dirty="0" err="1"/>
              <a:t>RxJS</a:t>
            </a:r>
            <a:r>
              <a:rPr lang="en-US" dirty="0"/>
              <a:t> Observables, meaning the data arrives asynchronously and your component can react to it when it is ready.</a:t>
            </a:r>
          </a:p>
          <a:p>
            <a:r>
              <a:rPr lang="en-US" dirty="0"/>
              <a:t>The recommended pattern is to never call </a:t>
            </a:r>
            <a:r>
              <a:rPr lang="en-US" dirty="0" err="1"/>
              <a:t>HttpClient</a:t>
            </a:r>
            <a:r>
              <a:rPr lang="en-US" dirty="0"/>
              <a:t> directly from a component. Instead, calls should live inside a dedicated service, keeping your components lean and your API logic reusable and easier to test.</a:t>
            </a:r>
          </a:p>
        </p:txBody>
      </p:sp>
      <p:sp>
        <p:nvSpPr>
          <p:cNvPr id="8" name="Title 7">
            <a:extLst>
              <a:ext uri="{FF2B5EF4-FFF2-40B4-BE49-F238E27FC236}">
                <a16:creationId xmlns:a16="http://schemas.microsoft.com/office/drawing/2014/main" id="{C8EEECCC-8B8E-6CEE-5623-87AEEF4F9280}"/>
              </a:ext>
            </a:extLst>
          </p:cNvPr>
          <p:cNvSpPr>
            <a:spLocks noGrp="1"/>
          </p:cNvSpPr>
          <p:nvPr>
            <p:ph type="title"/>
          </p:nvPr>
        </p:nvSpPr>
        <p:spPr/>
        <p:txBody>
          <a:bodyPr/>
          <a:lstStyle/>
          <a:p>
            <a:r>
              <a:rPr lang="en-US" dirty="0"/>
              <a:t>HTTP Client</a:t>
            </a:r>
          </a:p>
        </p:txBody>
      </p:sp>
    </p:spTree>
    <p:extLst>
      <p:ext uri="{BB962C8B-B14F-4D97-AF65-F5344CB8AC3E}">
        <p14:creationId xmlns:p14="http://schemas.microsoft.com/office/powerpoint/2010/main" val="41816102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FB8051-5A06-0B49-A259-39AFECC38C5E}"/>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6D3A726-F943-13BC-2406-B5CBAF16BADF}"/>
              </a:ext>
            </a:extLst>
          </p:cNvPr>
          <p:cNvSpPr>
            <a:spLocks noGrp="1"/>
          </p:cNvSpPr>
          <p:nvPr>
            <p:ph type="sldNum" sz="quarter" idx="12"/>
          </p:nvPr>
        </p:nvSpPr>
        <p:spPr/>
        <p:txBody>
          <a:bodyPr/>
          <a:lstStyle/>
          <a:p>
            <a:fld id="{F6728BC2-ACA3-447C-A909-F3F49211C066}" type="slidenum">
              <a:rPr lang="en-US" smtClean="0"/>
              <a:pPr/>
              <a:t>111</a:t>
            </a:fld>
            <a:endParaRPr lang="en-US" dirty="0"/>
          </a:p>
        </p:txBody>
      </p:sp>
      <p:sp>
        <p:nvSpPr>
          <p:cNvPr id="6" name="Content Placeholder 5">
            <a:extLst>
              <a:ext uri="{FF2B5EF4-FFF2-40B4-BE49-F238E27FC236}">
                <a16:creationId xmlns:a16="http://schemas.microsoft.com/office/drawing/2014/main" id="{567DBCDC-ABEC-701F-B56F-77CA598B8933}"/>
              </a:ext>
            </a:extLst>
          </p:cNvPr>
          <p:cNvSpPr>
            <a:spLocks noGrp="1"/>
          </p:cNvSpPr>
          <p:nvPr>
            <p:ph idx="1"/>
          </p:nvPr>
        </p:nvSpPr>
        <p:spPr/>
        <p:txBody>
          <a:bodyPr>
            <a:normAutofit fontScale="92500" lnSpcReduction="20000"/>
          </a:bodyPr>
          <a:lstStyle/>
          <a:p>
            <a:r>
              <a:rPr lang="en-US" i="1" dirty="0"/>
              <a:t>Backend Simulator:</a:t>
            </a:r>
          </a:p>
          <a:p>
            <a:pPr lvl="1"/>
            <a:r>
              <a:rPr lang="en-US" i="1" dirty="0"/>
              <a:t>Install &amp; Run Json-Server</a:t>
            </a:r>
          </a:p>
          <a:p>
            <a:pPr lvl="1"/>
            <a:r>
              <a:rPr lang="en-US" i="1" dirty="0" err="1"/>
              <a:t>npm</a:t>
            </a:r>
            <a:r>
              <a:rPr lang="en-US" i="1" dirty="0"/>
              <a:t> install –g </a:t>
            </a:r>
            <a:r>
              <a:rPr lang="en-US" i="1" dirty="0" err="1"/>
              <a:t>json</a:t>
            </a:r>
            <a:r>
              <a:rPr lang="en-US" i="1" dirty="0"/>
              <a:t>-server</a:t>
            </a:r>
          </a:p>
          <a:p>
            <a:pPr lvl="1"/>
            <a:r>
              <a:rPr lang="en-US" i="1" dirty="0" err="1"/>
              <a:t>json</a:t>
            </a:r>
            <a:r>
              <a:rPr lang="en-US" i="1" dirty="0"/>
              <a:t>-server –watch ./backend/</a:t>
            </a:r>
            <a:r>
              <a:rPr lang="en-US" i="1" dirty="0" err="1"/>
              <a:t>database.json</a:t>
            </a:r>
            <a:r>
              <a:rPr lang="en-US" i="1" dirty="0"/>
              <a:t> </a:t>
            </a:r>
          </a:p>
          <a:p>
            <a:pPr lvl="2"/>
            <a:r>
              <a:rPr lang="en-US" i="1" dirty="0"/>
              <a:t>This will be (port 3000)</a:t>
            </a:r>
          </a:p>
          <a:p>
            <a:r>
              <a:rPr lang="en-US" i="1" dirty="0"/>
              <a:t>App Data:</a:t>
            </a:r>
          </a:p>
          <a:p>
            <a:pPr lvl="1"/>
            <a:r>
              <a:rPr lang="en-US" i="1" dirty="0"/>
              <a:t>employee-</a:t>
            </a:r>
            <a:r>
              <a:rPr lang="en-US" i="1" dirty="0" err="1"/>
              <a:t>model.ts</a:t>
            </a:r>
            <a:endParaRPr lang="en-US" i="1" dirty="0"/>
          </a:p>
          <a:p>
            <a:pPr lvl="1"/>
            <a:r>
              <a:rPr lang="en-US" i="1" dirty="0"/>
              <a:t>employee-</a:t>
            </a:r>
            <a:r>
              <a:rPr lang="en-US" i="1" dirty="0" err="1"/>
              <a:t>service.ts</a:t>
            </a:r>
            <a:endParaRPr lang="en-US" i="1" dirty="0"/>
          </a:p>
          <a:p>
            <a:pPr lvl="1"/>
            <a:r>
              <a:rPr lang="en-US" dirty="0"/>
              <a:t>employee-</a:t>
            </a:r>
            <a:r>
              <a:rPr lang="en-US" dirty="0" err="1"/>
              <a:t>portal.ts</a:t>
            </a:r>
            <a:endParaRPr lang="en-US" dirty="0"/>
          </a:p>
          <a:p>
            <a:r>
              <a:rPr lang="en-US" dirty="0" err="1"/>
              <a:t>BootStrapping</a:t>
            </a:r>
            <a:r>
              <a:rPr lang="en-US" dirty="0"/>
              <a:t> Update:</a:t>
            </a:r>
          </a:p>
          <a:p>
            <a:pPr lvl="1"/>
            <a:r>
              <a:rPr lang="en-US" dirty="0" err="1"/>
              <a:t>main.ts</a:t>
            </a:r>
            <a:r>
              <a:rPr lang="en-US" dirty="0"/>
              <a:t> (register ‘</a:t>
            </a:r>
            <a:r>
              <a:rPr lang="en-US" dirty="0" err="1"/>
              <a:t>provideHttpClient</a:t>
            </a:r>
            <a:r>
              <a:rPr lang="en-US" dirty="0"/>
              <a:t>()’to application bootstrap, and include ‘</a:t>
            </a:r>
            <a:r>
              <a:rPr lang="en-US" dirty="0" err="1"/>
              <a:t>withFetchAPI</a:t>
            </a:r>
            <a:r>
              <a:rPr lang="en-US" dirty="0"/>
              <a:t>()’)</a:t>
            </a:r>
          </a:p>
          <a:p>
            <a:pPr lvl="1"/>
            <a:r>
              <a:rPr lang="en-US" dirty="0"/>
              <a:t>add employee-portal component to root app component</a:t>
            </a:r>
          </a:p>
        </p:txBody>
      </p:sp>
      <p:sp>
        <p:nvSpPr>
          <p:cNvPr id="8" name="Title 7">
            <a:extLst>
              <a:ext uri="{FF2B5EF4-FFF2-40B4-BE49-F238E27FC236}">
                <a16:creationId xmlns:a16="http://schemas.microsoft.com/office/drawing/2014/main" id="{8CC22FDC-9D57-FD03-269B-0E3FF868D7EE}"/>
              </a:ext>
            </a:extLst>
          </p:cNvPr>
          <p:cNvSpPr>
            <a:spLocks noGrp="1"/>
          </p:cNvSpPr>
          <p:nvPr>
            <p:ph type="title"/>
          </p:nvPr>
        </p:nvSpPr>
        <p:spPr/>
        <p:txBody>
          <a:bodyPr/>
          <a:lstStyle/>
          <a:p>
            <a:r>
              <a:rPr lang="en-US" dirty="0"/>
              <a:t>HTTP Client | Example</a:t>
            </a:r>
          </a:p>
        </p:txBody>
      </p:sp>
    </p:spTree>
    <p:extLst>
      <p:ext uri="{BB962C8B-B14F-4D97-AF65-F5344CB8AC3E}">
        <p14:creationId xmlns:p14="http://schemas.microsoft.com/office/powerpoint/2010/main" val="41365303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6">
                                            <p:txEl>
                                              <p:pRg st="6" end="6"/>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6">
                                            <p:txEl>
                                              <p:pRg st="7" end="7"/>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6">
                                            <p:txEl>
                                              <p:pRg st="8" end="8"/>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6">
                                            <p:txEl>
                                              <p:pRg st="9" end="9"/>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6">
                                            <p:txEl>
                                              <p:pRg st="10" end="10"/>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6">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3A6E8C-EDBC-FD2D-0CE7-9B7BF73D1135}"/>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A1689A38-F448-4623-104B-71286C52AE9B}"/>
              </a:ext>
            </a:extLst>
          </p:cNvPr>
          <p:cNvSpPr>
            <a:spLocks noGrp="1"/>
          </p:cNvSpPr>
          <p:nvPr>
            <p:ph type="sldNum" sz="quarter" idx="12"/>
          </p:nvPr>
        </p:nvSpPr>
        <p:spPr/>
        <p:txBody>
          <a:bodyPr/>
          <a:lstStyle/>
          <a:p>
            <a:fld id="{F6728BC2-ACA3-447C-A909-F3F49211C066}" type="slidenum">
              <a:rPr lang="en-US" smtClean="0"/>
              <a:pPr/>
              <a:t>112</a:t>
            </a:fld>
            <a:endParaRPr lang="en-US" dirty="0"/>
          </a:p>
        </p:txBody>
      </p:sp>
      <p:sp>
        <p:nvSpPr>
          <p:cNvPr id="6" name="Content Placeholder 5">
            <a:extLst>
              <a:ext uri="{FF2B5EF4-FFF2-40B4-BE49-F238E27FC236}">
                <a16:creationId xmlns:a16="http://schemas.microsoft.com/office/drawing/2014/main" id="{7DAAC2F0-0063-DA6D-966D-C13507878814}"/>
              </a:ext>
            </a:extLst>
          </p:cNvPr>
          <p:cNvSpPr>
            <a:spLocks noGrp="1"/>
          </p:cNvSpPr>
          <p:nvPr>
            <p:ph idx="1"/>
          </p:nvPr>
        </p:nvSpPr>
        <p:spPr/>
        <p:txBody>
          <a:bodyPr>
            <a:normAutofit/>
          </a:bodyPr>
          <a:lstStyle/>
          <a:p>
            <a:r>
              <a:rPr lang="en-US" dirty="0"/>
              <a:t>We’re going to leverage JSON-Server to simulate our backend. </a:t>
            </a:r>
          </a:p>
          <a:p>
            <a:r>
              <a:rPr lang="en-US" dirty="0"/>
              <a:t>The backend data will be represented by a </a:t>
            </a:r>
            <a:r>
              <a:rPr lang="en-US" dirty="0" err="1"/>
              <a:t>json</a:t>
            </a:r>
            <a:r>
              <a:rPr lang="en-US" dirty="0"/>
              <a:t> file that contains information</a:t>
            </a:r>
          </a:p>
          <a:p>
            <a:r>
              <a:rPr lang="en-US" dirty="0"/>
              <a:t>Create a new file in your project named ‘</a:t>
            </a:r>
            <a:r>
              <a:rPr lang="en-US" dirty="0" err="1"/>
              <a:t>database.json</a:t>
            </a:r>
            <a:r>
              <a:rPr lang="en-US" dirty="0"/>
              <a:t>’ and populate it with your data:</a:t>
            </a:r>
          </a:p>
        </p:txBody>
      </p:sp>
      <p:sp>
        <p:nvSpPr>
          <p:cNvPr id="8" name="Title 7">
            <a:extLst>
              <a:ext uri="{FF2B5EF4-FFF2-40B4-BE49-F238E27FC236}">
                <a16:creationId xmlns:a16="http://schemas.microsoft.com/office/drawing/2014/main" id="{C55B69FC-5B3E-5979-93AF-BC8296785A7E}"/>
              </a:ext>
            </a:extLst>
          </p:cNvPr>
          <p:cNvSpPr>
            <a:spLocks noGrp="1"/>
          </p:cNvSpPr>
          <p:nvPr>
            <p:ph type="title"/>
          </p:nvPr>
        </p:nvSpPr>
        <p:spPr/>
        <p:txBody>
          <a:bodyPr/>
          <a:lstStyle/>
          <a:p>
            <a:r>
              <a:rPr lang="en-US" dirty="0"/>
              <a:t>HTTP Client | Example</a:t>
            </a:r>
          </a:p>
        </p:txBody>
      </p:sp>
      <p:pic>
        <p:nvPicPr>
          <p:cNvPr id="3" name="Picture 2">
            <a:extLst>
              <a:ext uri="{FF2B5EF4-FFF2-40B4-BE49-F238E27FC236}">
                <a16:creationId xmlns:a16="http://schemas.microsoft.com/office/drawing/2014/main" id="{D7EB407E-8700-524B-6CC6-5490BC5F2B18}"/>
              </a:ext>
            </a:extLst>
          </p:cNvPr>
          <p:cNvPicPr>
            <a:picLocks noChangeAspect="1"/>
          </p:cNvPicPr>
          <p:nvPr/>
        </p:nvPicPr>
        <p:blipFill>
          <a:blip r:embed="rId2"/>
          <a:stretch>
            <a:fillRect/>
          </a:stretch>
        </p:blipFill>
        <p:spPr>
          <a:xfrm>
            <a:off x="2685787" y="4593021"/>
            <a:ext cx="3772426" cy="1676634"/>
          </a:xfrm>
          <a:prstGeom prst="rect">
            <a:avLst/>
          </a:prstGeom>
        </p:spPr>
      </p:pic>
    </p:spTree>
    <p:extLst>
      <p:ext uri="{BB962C8B-B14F-4D97-AF65-F5344CB8AC3E}">
        <p14:creationId xmlns:p14="http://schemas.microsoft.com/office/powerpoint/2010/main" val="6953815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A96991-AAB2-7B89-81E5-F9F99E6BA32F}"/>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BA7807B-B701-4AA0-1D84-4982E84E80E0}"/>
              </a:ext>
            </a:extLst>
          </p:cNvPr>
          <p:cNvSpPr>
            <a:spLocks noGrp="1"/>
          </p:cNvSpPr>
          <p:nvPr>
            <p:ph type="sldNum" sz="quarter" idx="12"/>
          </p:nvPr>
        </p:nvSpPr>
        <p:spPr/>
        <p:txBody>
          <a:bodyPr/>
          <a:lstStyle/>
          <a:p>
            <a:fld id="{F6728BC2-ACA3-447C-A909-F3F49211C066}" type="slidenum">
              <a:rPr lang="en-US" smtClean="0"/>
              <a:pPr/>
              <a:t>113</a:t>
            </a:fld>
            <a:endParaRPr lang="en-US" dirty="0"/>
          </a:p>
        </p:txBody>
      </p:sp>
      <p:sp>
        <p:nvSpPr>
          <p:cNvPr id="6" name="Content Placeholder 5">
            <a:extLst>
              <a:ext uri="{FF2B5EF4-FFF2-40B4-BE49-F238E27FC236}">
                <a16:creationId xmlns:a16="http://schemas.microsoft.com/office/drawing/2014/main" id="{F9CE3F80-A752-3826-9623-A000B4BCBF18}"/>
              </a:ext>
            </a:extLst>
          </p:cNvPr>
          <p:cNvSpPr>
            <a:spLocks noGrp="1"/>
          </p:cNvSpPr>
          <p:nvPr>
            <p:ph idx="1"/>
          </p:nvPr>
        </p:nvSpPr>
        <p:spPr>
          <a:xfrm>
            <a:off x="380010" y="1481447"/>
            <a:ext cx="8383980" cy="3687646"/>
          </a:xfrm>
        </p:spPr>
        <p:txBody>
          <a:bodyPr>
            <a:normAutofit lnSpcReduction="10000"/>
          </a:bodyPr>
          <a:lstStyle/>
          <a:p>
            <a:r>
              <a:rPr lang="en-US" dirty="0"/>
              <a:t>[NOTE: YOU ARE NOT REQUIRED TO DO THIS FOR YOUR PROJECTS – This is to simulate a backend]</a:t>
            </a:r>
          </a:p>
          <a:p>
            <a:r>
              <a:rPr lang="en-US" dirty="0"/>
              <a:t>Install &amp; Run Json-Server by running the following commands:</a:t>
            </a:r>
          </a:p>
          <a:p>
            <a:pPr lvl="1"/>
            <a:r>
              <a:rPr lang="en-US" dirty="0" err="1"/>
              <a:t>npm</a:t>
            </a:r>
            <a:r>
              <a:rPr lang="en-US" dirty="0"/>
              <a:t> install –g </a:t>
            </a:r>
            <a:r>
              <a:rPr lang="en-US" dirty="0" err="1"/>
              <a:t>json</a:t>
            </a:r>
            <a:r>
              <a:rPr lang="en-US" dirty="0"/>
              <a:t>-server</a:t>
            </a:r>
          </a:p>
          <a:p>
            <a:pPr lvl="1"/>
            <a:r>
              <a:rPr lang="en-US" dirty="0" err="1"/>
              <a:t>npx</a:t>
            </a:r>
            <a:r>
              <a:rPr lang="en-US" dirty="0"/>
              <a:t> </a:t>
            </a:r>
            <a:r>
              <a:rPr lang="en-US" dirty="0" err="1"/>
              <a:t>json</a:t>
            </a:r>
            <a:r>
              <a:rPr lang="en-US" dirty="0"/>
              <a:t>-server &lt;path-to-</a:t>
            </a:r>
            <a:r>
              <a:rPr lang="en-US" dirty="0" err="1"/>
              <a:t>json</a:t>
            </a:r>
            <a:r>
              <a:rPr lang="en-US" dirty="0"/>
              <a:t>-file&gt;</a:t>
            </a:r>
          </a:p>
          <a:p>
            <a:pPr lvl="2"/>
            <a:r>
              <a:rPr lang="en-US" dirty="0"/>
              <a:t>Ex: </a:t>
            </a:r>
            <a:r>
              <a:rPr lang="en-US" dirty="0" err="1"/>
              <a:t>json</a:t>
            </a:r>
            <a:r>
              <a:rPr lang="en-US" dirty="0"/>
              <a:t>-server ./backend/</a:t>
            </a:r>
            <a:r>
              <a:rPr lang="en-US" dirty="0" err="1"/>
              <a:t>database.json</a:t>
            </a:r>
            <a:r>
              <a:rPr lang="en-US" dirty="0"/>
              <a:t> </a:t>
            </a:r>
          </a:p>
          <a:p>
            <a:pPr lvl="1"/>
            <a:r>
              <a:rPr lang="en-US" dirty="0"/>
              <a:t>This will be (port 3000)</a:t>
            </a:r>
          </a:p>
        </p:txBody>
      </p:sp>
      <p:sp>
        <p:nvSpPr>
          <p:cNvPr id="8" name="Title 7">
            <a:extLst>
              <a:ext uri="{FF2B5EF4-FFF2-40B4-BE49-F238E27FC236}">
                <a16:creationId xmlns:a16="http://schemas.microsoft.com/office/drawing/2014/main" id="{FD670CE8-67A3-81B8-30D5-469080BADF9E}"/>
              </a:ext>
            </a:extLst>
          </p:cNvPr>
          <p:cNvSpPr>
            <a:spLocks noGrp="1"/>
          </p:cNvSpPr>
          <p:nvPr>
            <p:ph type="title"/>
          </p:nvPr>
        </p:nvSpPr>
        <p:spPr/>
        <p:txBody>
          <a:bodyPr/>
          <a:lstStyle/>
          <a:p>
            <a:r>
              <a:rPr lang="en-US" dirty="0"/>
              <a:t>HTTP Client | Example</a:t>
            </a:r>
          </a:p>
        </p:txBody>
      </p:sp>
      <p:pic>
        <p:nvPicPr>
          <p:cNvPr id="3" name="Picture 2">
            <a:extLst>
              <a:ext uri="{FF2B5EF4-FFF2-40B4-BE49-F238E27FC236}">
                <a16:creationId xmlns:a16="http://schemas.microsoft.com/office/drawing/2014/main" id="{7D8BD5CF-4BB0-4C0B-A6C3-FCC462C1D5C3}"/>
              </a:ext>
            </a:extLst>
          </p:cNvPr>
          <p:cNvPicPr>
            <a:picLocks noChangeAspect="1"/>
          </p:cNvPicPr>
          <p:nvPr/>
        </p:nvPicPr>
        <p:blipFill>
          <a:blip r:embed="rId2"/>
          <a:stretch>
            <a:fillRect/>
          </a:stretch>
        </p:blipFill>
        <p:spPr>
          <a:xfrm>
            <a:off x="2685787" y="5181366"/>
            <a:ext cx="3772426" cy="1676634"/>
          </a:xfrm>
          <a:prstGeom prst="rect">
            <a:avLst/>
          </a:prstGeom>
        </p:spPr>
      </p:pic>
    </p:spTree>
    <p:extLst>
      <p:ext uri="{BB962C8B-B14F-4D97-AF65-F5344CB8AC3E}">
        <p14:creationId xmlns:p14="http://schemas.microsoft.com/office/powerpoint/2010/main" val="32181099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6">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34751F-6462-E9D3-8427-6CF95A28C411}"/>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0802D2EA-E213-B98D-C553-F8400A8F55E5}"/>
              </a:ext>
            </a:extLst>
          </p:cNvPr>
          <p:cNvSpPr>
            <a:spLocks noGrp="1"/>
          </p:cNvSpPr>
          <p:nvPr>
            <p:ph type="sldNum" sz="quarter" idx="12"/>
          </p:nvPr>
        </p:nvSpPr>
        <p:spPr/>
        <p:txBody>
          <a:bodyPr/>
          <a:lstStyle/>
          <a:p>
            <a:fld id="{F6728BC2-ACA3-447C-A909-F3F49211C066}" type="slidenum">
              <a:rPr lang="en-US" smtClean="0"/>
              <a:pPr/>
              <a:t>114</a:t>
            </a:fld>
            <a:endParaRPr lang="en-US" dirty="0"/>
          </a:p>
        </p:txBody>
      </p:sp>
      <p:sp>
        <p:nvSpPr>
          <p:cNvPr id="6" name="Content Placeholder 5">
            <a:extLst>
              <a:ext uri="{FF2B5EF4-FFF2-40B4-BE49-F238E27FC236}">
                <a16:creationId xmlns:a16="http://schemas.microsoft.com/office/drawing/2014/main" id="{4C2C1818-CDEB-1F77-348E-DD31546D0B05}"/>
              </a:ext>
            </a:extLst>
          </p:cNvPr>
          <p:cNvSpPr>
            <a:spLocks noGrp="1"/>
          </p:cNvSpPr>
          <p:nvPr>
            <p:ph idx="1"/>
          </p:nvPr>
        </p:nvSpPr>
        <p:spPr/>
        <p:txBody>
          <a:bodyPr>
            <a:normAutofit/>
          </a:bodyPr>
          <a:lstStyle/>
          <a:p>
            <a:r>
              <a:rPr lang="en-US" dirty="0"/>
              <a:t>Next, we’ll create the following three files to represent our application:</a:t>
            </a:r>
          </a:p>
          <a:p>
            <a:pPr lvl="1"/>
            <a:r>
              <a:rPr lang="en-US" i="1" dirty="0"/>
              <a:t>employee-</a:t>
            </a:r>
            <a:r>
              <a:rPr lang="en-US" i="1" dirty="0" err="1"/>
              <a:t>model.ts</a:t>
            </a:r>
            <a:r>
              <a:rPr lang="en-US" i="1" dirty="0"/>
              <a:t> – a simple model to represent our data to render to screen</a:t>
            </a:r>
          </a:p>
          <a:p>
            <a:pPr lvl="1"/>
            <a:r>
              <a:rPr lang="en-US" i="1" dirty="0"/>
              <a:t>employee-</a:t>
            </a:r>
            <a:r>
              <a:rPr lang="en-US" i="1" dirty="0" err="1"/>
              <a:t>service.ts</a:t>
            </a:r>
            <a:r>
              <a:rPr lang="en-US" i="1" dirty="0"/>
              <a:t> – a simple service to ping our ‘backend’</a:t>
            </a:r>
          </a:p>
          <a:p>
            <a:pPr lvl="1"/>
            <a:r>
              <a:rPr lang="en-US" dirty="0"/>
              <a:t>employee-</a:t>
            </a:r>
            <a:r>
              <a:rPr lang="en-US" dirty="0" err="1"/>
              <a:t>portal.ts</a:t>
            </a:r>
            <a:r>
              <a:rPr lang="en-US" dirty="0"/>
              <a:t> – a component used to view our data</a:t>
            </a:r>
          </a:p>
        </p:txBody>
      </p:sp>
      <p:sp>
        <p:nvSpPr>
          <p:cNvPr id="8" name="Title 7">
            <a:extLst>
              <a:ext uri="{FF2B5EF4-FFF2-40B4-BE49-F238E27FC236}">
                <a16:creationId xmlns:a16="http://schemas.microsoft.com/office/drawing/2014/main" id="{F92339BA-0CB8-655E-D3B0-34F93CFA7444}"/>
              </a:ext>
            </a:extLst>
          </p:cNvPr>
          <p:cNvSpPr>
            <a:spLocks noGrp="1"/>
          </p:cNvSpPr>
          <p:nvPr>
            <p:ph type="title"/>
          </p:nvPr>
        </p:nvSpPr>
        <p:spPr/>
        <p:txBody>
          <a:bodyPr/>
          <a:lstStyle/>
          <a:p>
            <a:r>
              <a:rPr lang="en-US" dirty="0"/>
              <a:t>HTTP Client | Example</a:t>
            </a:r>
          </a:p>
        </p:txBody>
      </p:sp>
    </p:spTree>
    <p:extLst>
      <p:ext uri="{BB962C8B-B14F-4D97-AF65-F5344CB8AC3E}">
        <p14:creationId xmlns:p14="http://schemas.microsoft.com/office/powerpoint/2010/main" val="2091302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293299-35BA-DD32-E368-CC537DD07E23}"/>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7396B347-7339-E35E-B320-41F3E023A6D5}"/>
              </a:ext>
            </a:extLst>
          </p:cNvPr>
          <p:cNvSpPr>
            <a:spLocks noGrp="1"/>
          </p:cNvSpPr>
          <p:nvPr>
            <p:ph type="sldNum" sz="quarter" idx="12"/>
          </p:nvPr>
        </p:nvSpPr>
        <p:spPr/>
        <p:txBody>
          <a:bodyPr/>
          <a:lstStyle/>
          <a:p>
            <a:fld id="{F6728BC2-ACA3-447C-A909-F3F49211C066}" type="slidenum">
              <a:rPr lang="en-US" smtClean="0"/>
              <a:pPr/>
              <a:t>115</a:t>
            </a:fld>
            <a:endParaRPr lang="en-US" dirty="0"/>
          </a:p>
        </p:txBody>
      </p:sp>
      <p:sp>
        <p:nvSpPr>
          <p:cNvPr id="6" name="Content Placeholder 5">
            <a:extLst>
              <a:ext uri="{FF2B5EF4-FFF2-40B4-BE49-F238E27FC236}">
                <a16:creationId xmlns:a16="http://schemas.microsoft.com/office/drawing/2014/main" id="{19611703-51F8-A970-0370-57E12A33AFC6}"/>
              </a:ext>
            </a:extLst>
          </p:cNvPr>
          <p:cNvSpPr>
            <a:spLocks noGrp="1"/>
          </p:cNvSpPr>
          <p:nvPr>
            <p:ph idx="1"/>
          </p:nvPr>
        </p:nvSpPr>
        <p:spPr>
          <a:xfrm>
            <a:off x="380010" y="1481446"/>
            <a:ext cx="8383980" cy="4979644"/>
          </a:xfrm>
        </p:spPr>
        <p:txBody>
          <a:bodyPr>
            <a:normAutofit fontScale="92500" lnSpcReduction="20000"/>
          </a:bodyPr>
          <a:lstStyle/>
          <a:p>
            <a:r>
              <a:rPr lang="en-US" i="1" dirty="0"/>
              <a:t>We just create a file in our project root called ‘employee-</a:t>
            </a:r>
            <a:r>
              <a:rPr lang="en-US" i="1" dirty="0" err="1"/>
              <a:t>model.ts</a:t>
            </a:r>
            <a:r>
              <a:rPr lang="en-US" i="1" dirty="0"/>
              <a:t>’</a:t>
            </a:r>
          </a:p>
          <a:p>
            <a:r>
              <a:rPr lang="en-US" i="1" dirty="0"/>
              <a:t>Then we add the following code:</a:t>
            </a:r>
          </a:p>
          <a:p>
            <a:endParaRPr lang="en-US" i="1" dirty="0"/>
          </a:p>
          <a:p>
            <a:endParaRPr lang="en-US" i="1" dirty="0"/>
          </a:p>
          <a:p>
            <a:endParaRPr lang="en-US" i="1" dirty="0"/>
          </a:p>
          <a:p>
            <a:endParaRPr lang="en-US" i="1" dirty="0"/>
          </a:p>
          <a:p>
            <a:endParaRPr lang="en-US" i="1" dirty="0"/>
          </a:p>
          <a:p>
            <a:r>
              <a:rPr lang="en-US" i="1" dirty="0"/>
              <a:t>Note: we make this an interface because it is more memory efficient for out application.</a:t>
            </a:r>
          </a:p>
          <a:p>
            <a:r>
              <a:rPr lang="en-US" i="1" dirty="0"/>
              <a:t>The ‘id’ field is optional (?) because our app will supply the IDs (this might be done in your own backend)</a:t>
            </a:r>
          </a:p>
        </p:txBody>
      </p:sp>
      <p:sp>
        <p:nvSpPr>
          <p:cNvPr id="8" name="Title 7">
            <a:extLst>
              <a:ext uri="{FF2B5EF4-FFF2-40B4-BE49-F238E27FC236}">
                <a16:creationId xmlns:a16="http://schemas.microsoft.com/office/drawing/2014/main" id="{06141E16-D9B2-61D2-8DE3-2425E1687771}"/>
              </a:ext>
            </a:extLst>
          </p:cNvPr>
          <p:cNvSpPr>
            <a:spLocks noGrp="1"/>
          </p:cNvSpPr>
          <p:nvPr>
            <p:ph type="title"/>
          </p:nvPr>
        </p:nvSpPr>
        <p:spPr/>
        <p:txBody>
          <a:bodyPr/>
          <a:lstStyle/>
          <a:p>
            <a:r>
              <a:rPr lang="en-US" dirty="0"/>
              <a:t>HTTP Client | Example</a:t>
            </a:r>
            <a:br>
              <a:rPr lang="en-US" dirty="0"/>
            </a:br>
            <a:r>
              <a:rPr lang="en-US" dirty="0"/>
              <a:t>Employee Model</a:t>
            </a:r>
          </a:p>
        </p:txBody>
      </p:sp>
      <p:pic>
        <p:nvPicPr>
          <p:cNvPr id="3" name="Picture 2">
            <a:extLst>
              <a:ext uri="{FF2B5EF4-FFF2-40B4-BE49-F238E27FC236}">
                <a16:creationId xmlns:a16="http://schemas.microsoft.com/office/drawing/2014/main" id="{6179E2C8-B9F1-5D4F-F336-24ADAC7BDEC0}"/>
              </a:ext>
            </a:extLst>
          </p:cNvPr>
          <p:cNvPicPr>
            <a:picLocks noChangeAspect="1"/>
          </p:cNvPicPr>
          <p:nvPr/>
        </p:nvPicPr>
        <p:blipFill>
          <a:blip r:embed="rId2"/>
          <a:stretch>
            <a:fillRect/>
          </a:stretch>
        </p:blipFill>
        <p:spPr>
          <a:xfrm>
            <a:off x="2830721" y="2840075"/>
            <a:ext cx="3482557" cy="1537753"/>
          </a:xfrm>
          <a:prstGeom prst="rect">
            <a:avLst/>
          </a:prstGeom>
        </p:spPr>
      </p:pic>
    </p:spTree>
    <p:extLst>
      <p:ext uri="{BB962C8B-B14F-4D97-AF65-F5344CB8AC3E}">
        <p14:creationId xmlns:p14="http://schemas.microsoft.com/office/powerpoint/2010/main" val="2188536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7" end="7"/>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B30653-E154-A12C-68A3-C5ADB62BE3A8}"/>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A93BA13-18D8-8A43-9C2C-B85FEB3F9A11}"/>
              </a:ext>
            </a:extLst>
          </p:cNvPr>
          <p:cNvSpPr>
            <a:spLocks noGrp="1"/>
          </p:cNvSpPr>
          <p:nvPr>
            <p:ph type="sldNum" sz="quarter" idx="12"/>
          </p:nvPr>
        </p:nvSpPr>
        <p:spPr/>
        <p:txBody>
          <a:bodyPr/>
          <a:lstStyle/>
          <a:p>
            <a:fld id="{F6728BC2-ACA3-447C-A909-F3F49211C066}" type="slidenum">
              <a:rPr lang="en-US" smtClean="0"/>
              <a:pPr/>
              <a:t>116</a:t>
            </a:fld>
            <a:endParaRPr lang="en-US" dirty="0"/>
          </a:p>
        </p:txBody>
      </p:sp>
      <p:sp>
        <p:nvSpPr>
          <p:cNvPr id="8" name="Title 7">
            <a:extLst>
              <a:ext uri="{FF2B5EF4-FFF2-40B4-BE49-F238E27FC236}">
                <a16:creationId xmlns:a16="http://schemas.microsoft.com/office/drawing/2014/main" id="{069A9BE0-B55C-B294-5F65-75C5139A5619}"/>
              </a:ext>
            </a:extLst>
          </p:cNvPr>
          <p:cNvSpPr>
            <a:spLocks noGrp="1"/>
          </p:cNvSpPr>
          <p:nvPr>
            <p:ph type="title"/>
          </p:nvPr>
        </p:nvSpPr>
        <p:spPr/>
        <p:txBody>
          <a:bodyPr/>
          <a:lstStyle/>
          <a:p>
            <a:r>
              <a:rPr lang="en-US" dirty="0"/>
              <a:t>HTTP Client | Example</a:t>
            </a:r>
            <a:br>
              <a:rPr lang="en-US" dirty="0"/>
            </a:br>
            <a:r>
              <a:rPr lang="en-US" dirty="0"/>
              <a:t>Employee Service</a:t>
            </a:r>
          </a:p>
        </p:txBody>
      </p:sp>
      <p:pic>
        <p:nvPicPr>
          <p:cNvPr id="3" name="Picture 2">
            <a:extLst>
              <a:ext uri="{FF2B5EF4-FFF2-40B4-BE49-F238E27FC236}">
                <a16:creationId xmlns:a16="http://schemas.microsoft.com/office/drawing/2014/main" id="{C2CB5EFF-2D16-4317-6F01-68A7CA12C1F4}"/>
              </a:ext>
            </a:extLst>
          </p:cNvPr>
          <p:cNvPicPr>
            <a:picLocks noChangeAspect="1"/>
          </p:cNvPicPr>
          <p:nvPr/>
        </p:nvPicPr>
        <p:blipFill>
          <a:blip r:embed="rId2"/>
          <a:stretch>
            <a:fillRect/>
          </a:stretch>
        </p:blipFill>
        <p:spPr>
          <a:xfrm>
            <a:off x="78586" y="1712842"/>
            <a:ext cx="4309203" cy="4525963"/>
          </a:xfrm>
          <a:prstGeom prst="rect">
            <a:avLst/>
          </a:prstGeom>
        </p:spPr>
      </p:pic>
      <p:pic>
        <p:nvPicPr>
          <p:cNvPr id="7" name="Picture 6">
            <a:extLst>
              <a:ext uri="{FF2B5EF4-FFF2-40B4-BE49-F238E27FC236}">
                <a16:creationId xmlns:a16="http://schemas.microsoft.com/office/drawing/2014/main" id="{55721720-6610-88D4-F1FF-2B167719E852}"/>
              </a:ext>
            </a:extLst>
          </p:cNvPr>
          <p:cNvPicPr>
            <a:picLocks noChangeAspect="1"/>
          </p:cNvPicPr>
          <p:nvPr/>
        </p:nvPicPr>
        <p:blipFill>
          <a:blip r:embed="rId3"/>
          <a:stretch>
            <a:fillRect/>
          </a:stretch>
        </p:blipFill>
        <p:spPr>
          <a:xfrm>
            <a:off x="4280598" y="2575095"/>
            <a:ext cx="4863402" cy="2801459"/>
          </a:xfrm>
          <a:prstGeom prst="rect">
            <a:avLst/>
          </a:prstGeom>
        </p:spPr>
      </p:pic>
    </p:spTree>
    <p:extLst>
      <p:ext uri="{BB962C8B-B14F-4D97-AF65-F5344CB8AC3E}">
        <p14:creationId xmlns:p14="http://schemas.microsoft.com/office/powerpoint/2010/main" val="774070847"/>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471F24-4918-ADDC-AA77-EF05D3E1A225}"/>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CF8C7E6-81A7-B4FC-08C5-6D0F5E256AD2}"/>
              </a:ext>
            </a:extLst>
          </p:cNvPr>
          <p:cNvSpPr>
            <a:spLocks noGrp="1"/>
          </p:cNvSpPr>
          <p:nvPr>
            <p:ph type="sldNum" sz="quarter" idx="12"/>
          </p:nvPr>
        </p:nvSpPr>
        <p:spPr/>
        <p:txBody>
          <a:bodyPr/>
          <a:lstStyle/>
          <a:p>
            <a:fld id="{F6728BC2-ACA3-447C-A909-F3F49211C066}" type="slidenum">
              <a:rPr lang="en-US" smtClean="0"/>
              <a:pPr/>
              <a:t>117</a:t>
            </a:fld>
            <a:endParaRPr lang="en-US" dirty="0"/>
          </a:p>
        </p:txBody>
      </p:sp>
      <p:sp>
        <p:nvSpPr>
          <p:cNvPr id="8" name="Title 7">
            <a:extLst>
              <a:ext uri="{FF2B5EF4-FFF2-40B4-BE49-F238E27FC236}">
                <a16:creationId xmlns:a16="http://schemas.microsoft.com/office/drawing/2014/main" id="{CDEDE09A-268A-9333-A6FD-11195FB72E5A}"/>
              </a:ext>
            </a:extLst>
          </p:cNvPr>
          <p:cNvSpPr>
            <a:spLocks noGrp="1"/>
          </p:cNvSpPr>
          <p:nvPr>
            <p:ph type="title"/>
          </p:nvPr>
        </p:nvSpPr>
        <p:spPr/>
        <p:txBody>
          <a:bodyPr/>
          <a:lstStyle/>
          <a:p>
            <a:r>
              <a:rPr lang="en-US" dirty="0"/>
              <a:t>HTTP Client | Example</a:t>
            </a:r>
            <a:br>
              <a:rPr lang="en-US" dirty="0"/>
            </a:br>
            <a:r>
              <a:rPr lang="en-US" dirty="0"/>
              <a:t>Employee Portal</a:t>
            </a:r>
          </a:p>
        </p:txBody>
      </p:sp>
      <p:pic>
        <p:nvPicPr>
          <p:cNvPr id="7" name="Picture 6">
            <a:extLst>
              <a:ext uri="{FF2B5EF4-FFF2-40B4-BE49-F238E27FC236}">
                <a16:creationId xmlns:a16="http://schemas.microsoft.com/office/drawing/2014/main" id="{DCE9018F-B027-0588-88C1-120211F17CB7}"/>
              </a:ext>
            </a:extLst>
          </p:cNvPr>
          <p:cNvPicPr>
            <a:picLocks noChangeAspect="1"/>
          </p:cNvPicPr>
          <p:nvPr/>
        </p:nvPicPr>
        <p:blipFill>
          <a:blip r:embed="rId2"/>
          <a:stretch>
            <a:fillRect/>
          </a:stretch>
        </p:blipFill>
        <p:spPr>
          <a:xfrm>
            <a:off x="1618838" y="1289303"/>
            <a:ext cx="5906324" cy="5439534"/>
          </a:xfrm>
          <a:prstGeom prst="rect">
            <a:avLst/>
          </a:prstGeom>
        </p:spPr>
      </p:pic>
    </p:spTree>
    <p:extLst>
      <p:ext uri="{BB962C8B-B14F-4D97-AF65-F5344CB8AC3E}">
        <p14:creationId xmlns:p14="http://schemas.microsoft.com/office/powerpoint/2010/main" val="2731825045"/>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4FE177-C0C0-628B-F842-2D53D3035CC2}"/>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A94F5094-4959-69E8-17CF-3C2672F8E56F}"/>
              </a:ext>
            </a:extLst>
          </p:cNvPr>
          <p:cNvSpPr>
            <a:spLocks noGrp="1"/>
          </p:cNvSpPr>
          <p:nvPr>
            <p:ph type="sldNum" sz="quarter" idx="12"/>
          </p:nvPr>
        </p:nvSpPr>
        <p:spPr/>
        <p:txBody>
          <a:bodyPr/>
          <a:lstStyle/>
          <a:p>
            <a:fld id="{F6728BC2-ACA3-447C-A909-F3F49211C066}" type="slidenum">
              <a:rPr lang="en-US" smtClean="0"/>
              <a:pPr/>
              <a:t>118</a:t>
            </a:fld>
            <a:endParaRPr lang="en-US" dirty="0"/>
          </a:p>
        </p:txBody>
      </p:sp>
      <p:sp>
        <p:nvSpPr>
          <p:cNvPr id="8" name="Title 7">
            <a:extLst>
              <a:ext uri="{FF2B5EF4-FFF2-40B4-BE49-F238E27FC236}">
                <a16:creationId xmlns:a16="http://schemas.microsoft.com/office/drawing/2014/main" id="{AF1A36F2-071D-3A9A-2547-C0CB3B5E79C7}"/>
              </a:ext>
            </a:extLst>
          </p:cNvPr>
          <p:cNvSpPr>
            <a:spLocks noGrp="1"/>
          </p:cNvSpPr>
          <p:nvPr>
            <p:ph type="title"/>
          </p:nvPr>
        </p:nvSpPr>
        <p:spPr/>
        <p:txBody>
          <a:bodyPr/>
          <a:lstStyle/>
          <a:p>
            <a:r>
              <a:rPr lang="en-US" dirty="0"/>
              <a:t>HTTP Client | Example</a:t>
            </a:r>
            <a:br>
              <a:rPr lang="en-US" dirty="0"/>
            </a:br>
            <a:r>
              <a:rPr lang="en-US" dirty="0"/>
              <a:t>Employee Portal</a:t>
            </a:r>
          </a:p>
        </p:txBody>
      </p:sp>
      <p:pic>
        <p:nvPicPr>
          <p:cNvPr id="5" name="Picture 4">
            <a:extLst>
              <a:ext uri="{FF2B5EF4-FFF2-40B4-BE49-F238E27FC236}">
                <a16:creationId xmlns:a16="http://schemas.microsoft.com/office/drawing/2014/main" id="{F5990E3B-931C-0772-F6B8-9E9646A906F6}"/>
              </a:ext>
            </a:extLst>
          </p:cNvPr>
          <p:cNvPicPr>
            <a:picLocks noChangeAspect="1"/>
          </p:cNvPicPr>
          <p:nvPr/>
        </p:nvPicPr>
        <p:blipFill>
          <a:blip r:embed="rId2"/>
          <a:stretch>
            <a:fillRect/>
          </a:stretch>
        </p:blipFill>
        <p:spPr>
          <a:xfrm>
            <a:off x="1399732" y="1838103"/>
            <a:ext cx="6344535" cy="3181794"/>
          </a:xfrm>
          <a:prstGeom prst="rect">
            <a:avLst/>
          </a:prstGeom>
        </p:spPr>
      </p:pic>
    </p:spTree>
    <p:extLst>
      <p:ext uri="{BB962C8B-B14F-4D97-AF65-F5344CB8AC3E}">
        <p14:creationId xmlns:p14="http://schemas.microsoft.com/office/powerpoint/2010/main" val="299150783"/>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7521EE-5D87-A3D4-D486-C365D3208B6D}"/>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C76BFF2F-0809-36BF-DD41-D9C66029B816}"/>
              </a:ext>
            </a:extLst>
          </p:cNvPr>
          <p:cNvSpPr>
            <a:spLocks noGrp="1"/>
          </p:cNvSpPr>
          <p:nvPr>
            <p:ph type="sldNum" sz="quarter" idx="12"/>
          </p:nvPr>
        </p:nvSpPr>
        <p:spPr/>
        <p:txBody>
          <a:bodyPr/>
          <a:lstStyle/>
          <a:p>
            <a:fld id="{F6728BC2-ACA3-447C-A909-F3F49211C066}" type="slidenum">
              <a:rPr lang="en-US" smtClean="0"/>
              <a:pPr/>
              <a:t>119</a:t>
            </a:fld>
            <a:endParaRPr lang="en-US" dirty="0"/>
          </a:p>
        </p:txBody>
      </p:sp>
      <p:sp>
        <p:nvSpPr>
          <p:cNvPr id="8" name="Title 7">
            <a:extLst>
              <a:ext uri="{FF2B5EF4-FFF2-40B4-BE49-F238E27FC236}">
                <a16:creationId xmlns:a16="http://schemas.microsoft.com/office/drawing/2014/main" id="{BD4474EB-E77C-F9CA-06FE-441506CCB269}"/>
              </a:ext>
            </a:extLst>
          </p:cNvPr>
          <p:cNvSpPr>
            <a:spLocks noGrp="1"/>
          </p:cNvSpPr>
          <p:nvPr>
            <p:ph type="title"/>
          </p:nvPr>
        </p:nvSpPr>
        <p:spPr/>
        <p:txBody>
          <a:bodyPr/>
          <a:lstStyle/>
          <a:p>
            <a:r>
              <a:rPr lang="en-US" dirty="0"/>
              <a:t>HTTP Client | Example</a:t>
            </a:r>
            <a:br>
              <a:rPr lang="en-US" dirty="0"/>
            </a:br>
            <a:r>
              <a:rPr lang="en-US" dirty="0"/>
              <a:t>Employee Portal</a:t>
            </a:r>
          </a:p>
        </p:txBody>
      </p:sp>
      <p:pic>
        <p:nvPicPr>
          <p:cNvPr id="3" name="Picture 2">
            <a:extLst>
              <a:ext uri="{FF2B5EF4-FFF2-40B4-BE49-F238E27FC236}">
                <a16:creationId xmlns:a16="http://schemas.microsoft.com/office/drawing/2014/main" id="{E1B8FC67-13E0-0F6B-4BDC-4E8145451C2B}"/>
              </a:ext>
            </a:extLst>
          </p:cNvPr>
          <p:cNvPicPr>
            <a:picLocks noChangeAspect="1"/>
          </p:cNvPicPr>
          <p:nvPr/>
        </p:nvPicPr>
        <p:blipFill>
          <a:blip r:embed="rId2"/>
          <a:stretch>
            <a:fillRect/>
          </a:stretch>
        </p:blipFill>
        <p:spPr>
          <a:xfrm>
            <a:off x="1094106" y="1546514"/>
            <a:ext cx="6192114" cy="5182323"/>
          </a:xfrm>
          <a:prstGeom prst="rect">
            <a:avLst/>
          </a:prstGeom>
        </p:spPr>
      </p:pic>
    </p:spTree>
    <p:extLst>
      <p:ext uri="{BB962C8B-B14F-4D97-AF65-F5344CB8AC3E}">
        <p14:creationId xmlns:p14="http://schemas.microsoft.com/office/powerpoint/2010/main" val="2081691134"/>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5BCD7D-6753-D2EA-2D40-09FC057C61DA}"/>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6514E2A8-C656-DEBC-9DAE-ED77FDE32CF6}"/>
              </a:ext>
            </a:extLst>
          </p:cNvPr>
          <p:cNvSpPr>
            <a:spLocks noGrp="1"/>
          </p:cNvSpPr>
          <p:nvPr>
            <p:ph type="sldNum" sz="quarter" idx="12"/>
          </p:nvPr>
        </p:nvSpPr>
        <p:spPr/>
        <p:txBody>
          <a:bodyPr/>
          <a:lstStyle/>
          <a:p>
            <a:fld id="{F6728BC2-ACA3-447C-A909-F3F49211C066}" type="slidenum">
              <a:rPr lang="en-US" smtClean="0"/>
              <a:pPr/>
              <a:t>120</a:t>
            </a:fld>
            <a:endParaRPr lang="en-US" dirty="0"/>
          </a:p>
        </p:txBody>
      </p:sp>
      <p:sp>
        <p:nvSpPr>
          <p:cNvPr id="8" name="Title 7">
            <a:extLst>
              <a:ext uri="{FF2B5EF4-FFF2-40B4-BE49-F238E27FC236}">
                <a16:creationId xmlns:a16="http://schemas.microsoft.com/office/drawing/2014/main" id="{F65CA9BA-E0B1-1610-A5AD-A7ABA013AE59}"/>
              </a:ext>
            </a:extLst>
          </p:cNvPr>
          <p:cNvSpPr>
            <a:spLocks noGrp="1"/>
          </p:cNvSpPr>
          <p:nvPr>
            <p:ph type="title"/>
          </p:nvPr>
        </p:nvSpPr>
        <p:spPr/>
        <p:txBody>
          <a:bodyPr/>
          <a:lstStyle/>
          <a:p>
            <a:r>
              <a:rPr lang="en-US" dirty="0"/>
              <a:t>HTTP Client | Example</a:t>
            </a:r>
            <a:br>
              <a:rPr lang="en-US" dirty="0"/>
            </a:br>
            <a:r>
              <a:rPr lang="en-US" dirty="0"/>
              <a:t>Employee Portal</a:t>
            </a:r>
          </a:p>
        </p:txBody>
      </p:sp>
      <p:pic>
        <p:nvPicPr>
          <p:cNvPr id="3" name="Picture 2">
            <a:extLst>
              <a:ext uri="{FF2B5EF4-FFF2-40B4-BE49-F238E27FC236}">
                <a16:creationId xmlns:a16="http://schemas.microsoft.com/office/drawing/2014/main" id="{607E9FB6-361C-DECC-6DB2-CE5204DC83D7}"/>
              </a:ext>
            </a:extLst>
          </p:cNvPr>
          <p:cNvPicPr>
            <a:picLocks noChangeAspect="1"/>
          </p:cNvPicPr>
          <p:nvPr/>
        </p:nvPicPr>
        <p:blipFill>
          <a:blip r:embed="rId2"/>
          <a:stretch>
            <a:fillRect/>
          </a:stretch>
        </p:blipFill>
        <p:spPr>
          <a:xfrm>
            <a:off x="1828417" y="1904528"/>
            <a:ext cx="5487166" cy="3772426"/>
          </a:xfrm>
          <a:prstGeom prst="rect">
            <a:avLst/>
          </a:prstGeom>
        </p:spPr>
      </p:pic>
    </p:spTree>
    <p:extLst>
      <p:ext uri="{BB962C8B-B14F-4D97-AF65-F5344CB8AC3E}">
        <p14:creationId xmlns:p14="http://schemas.microsoft.com/office/powerpoint/2010/main" val="207385360"/>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3C523B-C09C-669D-A361-43B7AC80EABD}"/>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C0B40328-1B3E-603E-10DF-805CFDDBCF2D}"/>
              </a:ext>
            </a:extLst>
          </p:cNvPr>
          <p:cNvSpPr>
            <a:spLocks noGrp="1"/>
          </p:cNvSpPr>
          <p:nvPr>
            <p:ph type="sldNum" sz="quarter" idx="12"/>
          </p:nvPr>
        </p:nvSpPr>
        <p:spPr/>
        <p:txBody>
          <a:bodyPr/>
          <a:lstStyle/>
          <a:p>
            <a:fld id="{F6728BC2-ACA3-447C-A909-F3F49211C066}" type="slidenum">
              <a:rPr lang="en-US" smtClean="0"/>
              <a:pPr/>
              <a:t>121</a:t>
            </a:fld>
            <a:endParaRPr lang="en-US" dirty="0"/>
          </a:p>
        </p:txBody>
      </p:sp>
      <p:sp>
        <p:nvSpPr>
          <p:cNvPr id="6" name="Content Placeholder 5">
            <a:extLst>
              <a:ext uri="{FF2B5EF4-FFF2-40B4-BE49-F238E27FC236}">
                <a16:creationId xmlns:a16="http://schemas.microsoft.com/office/drawing/2014/main" id="{644ACF32-D4F0-611F-798A-C37E4AACFA47}"/>
              </a:ext>
            </a:extLst>
          </p:cNvPr>
          <p:cNvSpPr>
            <a:spLocks noGrp="1"/>
          </p:cNvSpPr>
          <p:nvPr>
            <p:ph idx="1"/>
          </p:nvPr>
        </p:nvSpPr>
        <p:spPr/>
        <p:txBody>
          <a:bodyPr>
            <a:normAutofit/>
          </a:bodyPr>
          <a:lstStyle/>
          <a:p>
            <a:r>
              <a:rPr lang="en-US" dirty="0" err="1"/>
              <a:t>BootStrapping</a:t>
            </a:r>
            <a:r>
              <a:rPr lang="en-US" dirty="0"/>
              <a:t> Update:</a:t>
            </a:r>
          </a:p>
          <a:p>
            <a:pPr lvl="1"/>
            <a:r>
              <a:rPr lang="en-US" dirty="0" err="1"/>
              <a:t>main.ts</a:t>
            </a:r>
            <a:r>
              <a:rPr lang="en-US" dirty="0"/>
              <a:t> (register ‘</a:t>
            </a:r>
            <a:r>
              <a:rPr lang="en-US" dirty="0" err="1"/>
              <a:t>provideHttpClient</a:t>
            </a:r>
            <a:r>
              <a:rPr lang="en-US" dirty="0"/>
              <a:t>()’to application bootstrap, and include ‘</a:t>
            </a:r>
            <a:r>
              <a:rPr lang="en-US" dirty="0" err="1"/>
              <a:t>withFetch</a:t>
            </a:r>
            <a:r>
              <a:rPr lang="en-US" dirty="0"/>
              <a:t>()’)</a:t>
            </a:r>
          </a:p>
          <a:p>
            <a:pPr lvl="2"/>
            <a:r>
              <a:rPr lang="en-US" dirty="0"/>
              <a:t>Note: You may need to add this to </a:t>
            </a:r>
            <a:r>
              <a:rPr lang="en-US" dirty="0" err="1"/>
              <a:t>app.config.ts</a:t>
            </a:r>
            <a:r>
              <a:rPr lang="en-US" dirty="0"/>
              <a:t> instead of </a:t>
            </a:r>
            <a:r>
              <a:rPr lang="en-US" dirty="0" err="1"/>
              <a:t>main.ts</a:t>
            </a:r>
            <a:endParaRPr lang="en-US" dirty="0"/>
          </a:p>
        </p:txBody>
      </p:sp>
      <p:sp>
        <p:nvSpPr>
          <p:cNvPr id="8" name="Title 7">
            <a:extLst>
              <a:ext uri="{FF2B5EF4-FFF2-40B4-BE49-F238E27FC236}">
                <a16:creationId xmlns:a16="http://schemas.microsoft.com/office/drawing/2014/main" id="{0BC966EE-FEAB-E034-7540-D927DA6756AA}"/>
              </a:ext>
            </a:extLst>
          </p:cNvPr>
          <p:cNvSpPr>
            <a:spLocks noGrp="1"/>
          </p:cNvSpPr>
          <p:nvPr>
            <p:ph type="title"/>
          </p:nvPr>
        </p:nvSpPr>
        <p:spPr/>
        <p:txBody>
          <a:bodyPr/>
          <a:lstStyle/>
          <a:p>
            <a:r>
              <a:rPr lang="en-US" dirty="0"/>
              <a:t>HTTP Client | Example</a:t>
            </a:r>
          </a:p>
        </p:txBody>
      </p:sp>
      <p:pic>
        <p:nvPicPr>
          <p:cNvPr id="3" name="Picture 2">
            <a:extLst>
              <a:ext uri="{FF2B5EF4-FFF2-40B4-BE49-F238E27FC236}">
                <a16:creationId xmlns:a16="http://schemas.microsoft.com/office/drawing/2014/main" id="{64F9B000-D4D0-4FB7-4F57-5C5AF2B84529}"/>
              </a:ext>
            </a:extLst>
          </p:cNvPr>
          <p:cNvPicPr>
            <a:picLocks noChangeAspect="1"/>
          </p:cNvPicPr>
          <p:nvPr/>
        </p:nvPicPr>
        <p:blipFill>
          <a:blip r:embed="rId2"/>
          <a:stretch>
            <a:fillRect/>
          </a:stretch>
        </p:blipFill>
        <p:spPr>
          <a:xfrm>
            <a:off x="1266363" y="3603925"/>
            <a:ext cx="6611273" cy="2581635"/>
          </a:xfrm>
          <a:prstGeom prst="rect">
            <a:avLst/>
          </a:prstGeom>
        </p:spPr>
      </p:pic>
    </p:spTree>
    <p:extLst>
      <p:ext uri="{BB962C8B-B14F-4D97-AF65-F5344CB8AC3E}">
        <p14:creationId xmlns:p14="http://schemas.microsoft.com/office/powerpoint/2010/main" val="5020699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DF2C4C-982C-88B2-FDAB-005F29E91617}"/>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818784C-5CE5-D47A-5C97-B8A9342A86C0}"/>
              </a:ext>
            </a:extLst>
          </p:cNvPr>
          <p:cNvSpPr>
            <a:spLocks noGrp="1"/>
          </p:cNvSpPr>
          <p:nvPr>
            <p:ph type="sldNum" sz="quarter" idx="12"/>
          </p:nvPr>
        </p:nvSpPr>
        <p:spPr/>
        <p:txBody>
          <a:bodyPr/>
          <a:lstStyle/>
          <a:p>
            <a:fld id="{F6728BC2-ACA3-447C-A909-F3F49211C066}" type="slidenum">
              <a:rPr lang="en-US" smtClean="0"/>
              <a:pPr/>
              <a:t>122</a:t>
            </a:fld>
            <a:endParaRPr lang="en-US" dirty="0"/>
          </a:p>
        </p:txBody>
      </p:sp>
      <p:sp>
        <p:nvSpPr>
          <p:cNvPr id="6" name="Content Placeholder 5">
            <a:extLst>
              <a:ext uri="{FF2B5EF4-FFF2-40B4-BE49-F238E27FC236}">
                <a16:creationId xmlns:a16="http://schemas.microsoft.com/office/drawing/2014/main" id="{6770E450-F2FE-C4E7-3D57-D8EC4045D598}"/>
              </a:ext>
            </a:extLst>
          </p:cNvPr>
          <p:cNvSpPr>
            <a:spLocks noGrp="1"/>
          </p:cNvSpPr>
          <p:nvPr>
            <p:ph idx="1"/>
          </p:nvPr>
        </p:nvSpPr>
        <p:spPr/>
        <p:txBody>
          <a:bodyPr>
            <a:normAutofit/>
          </a:bodyPr>
          <a:lstStyle/>
          <a:p>
            <a:r>
              <a:rPr lang="en-US" dirty="0"/>
              <a:t>Add your component (app-employee-portal) to your </a:t>
            </a:r>
            <a:r>
              <a:rPr lang="en-US" dirty="0" err="1"/>
              <a:t>AppComponent</a:t>
            </a:r>
            <a:r>
              <a:rPr lang="en-US" dirty="0"/>
              <a:t>, then start your angular app to view your page.</a:t>
            </a:r>
          </a:p>
        </p:txBody>
      </p:sp>
      <p:sp>
        <p:nvSpPr>
          <p:cNvPr id="8" name="Title 7">
            <a:extLst>
              <a:ext uri="{FF2B5EF4-FFF2-40B4-BE49-F238E27FC236}">
                <a16:creationId xmlns:a16="http://schemas.microsoft.com/office/drawing/2014/main" id="{A386D883-876E-D1E2-8498-27BE094A7210}"/>
              </a:ext>
            </a:extLst>
          </p:cNvPr>
          <p:cNvSpPr>
            <a:spLocks noGrp="1"/>
          </p:cNvSpPr>
          <p:nvPr>
            <p:ph type="title"/>
          </p:nvPr>
        </p:nvSpPr>
        <p:spPr/>
        <p:txBody>
          <a:bodyPr/>
          <a:lstStyle/>
          <a:p>
            <a:r>
              <a:rPr lang="en-US" dirty="0"/>
              <a:t>HTTP Client | Example</a:t>
            </a:r>
          </a:p>
        </p:txBody>
      </p:sp>
    </p:spTree>
    <p:extLst>
      <p:ext uri="{BB962C8B-B14F-4D97-AF65-F5344CB8AC3E}">
        <p14:creationId xmlns:p14="http://schemas.microsoft.com/office/powerpoint/2010/main" val="35648406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theme/theme1.xml><?xml version="1.0" encoding="utf-8"?>
<a:theme xmlns:a="http://schemas.openxmlformats.org/drawingml/2006/main" name="2_Custom Design">
  <a:themeElements>
    <a:clrScheme name="Revature">
      <a:dk1>
        <a:sysClr val="windowText" lastClr="000000"/>
      </a:dk1>
      <a:lt1>
        <a:srgbClr val="FFFFFF"/>
      </a:lt1>
      <a:dk2>
        <a:srgbClr val="474C55"/>
      </a:dk2>
      <a:lt2>
        <a:srgbClr val="F2F2F2"/>
      </a:lt2>
      <a:accent1>
        <a:srgbClr val="F36A25"/>
      </a:accent1>
      <a:accent2>
        <a:srgbClr val="A0A1A0"/>
      </a:accent2>
      <a:accent3>
        <a:srgbClr val="474C55"/>
      </a:accent3>
      <a:accent4>
        <a:srgbClr val="F7A528"/>
      </a:accent4>
      <a:accent5>
        <a:srgbClr val="73A5C2"/>
      </a:accent5>
      <a:accent6>
        <a:srgbClr val="F36A25"/>
      </a:accent6>
      <a:hlink>
        <a:srgbClr val="F36A25"/>
      </a:hlink>
      <a:folHlink>
        <a:srgbClr val="F36A25"/>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Revature Template  101416" id="{E7AE9B54-ECDF-468C-BAC8-D7E5033F34EC}" vid="{F6400A2A-47B1-4620-B2AC-EFF1DCD888C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Revature Template  101416</Template>
  <TotalTime>11639</TotalTime>
  <Words>6986</Words>
  <Application>Microsoft Office PowerPoint</Application>
  <PresentationFormat>On-screen Show (4:3)</PresentationFormat>
  <Paragraphs>677</Paragraphs>
  <Slides>123</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123</vt:i4>
      </vt:variant>
    </vt:vector>
  </HeadingPairs>
  <TitlesOfParts>
    <vt:vector size="126" baseType="lpstr">
      <vt:lpstr>Arial</vt:lpstr>
      <vt:lpstr>Calibri</vt:lpstr>
      <vt:lpstr>2_Custom Design</vt:lpstr>
      <vt:lpstr>Angular</vt:lpstr>
      <vt:lpstr>Outline</vt:lpstr>
      <vt:lpstr>PowerPoint Presentation</vt:lpstr>
      <vt:lpstr>Angular Introduction</vt:lpstr>
      <vt:lpstr>Advantages of SPA</vt:lpstr>
      <vt:lpstr>Disadvantages of SPA</vt:lpstr>
      <vt:lpstr>Features of Angular</vt:lpstr>
      <vt:lpstr>Features of Angular</vt:lpstr>
      <vt:lpstr>Features of Angular</vt:lpstr>
      <vt:lpstr>Angular</vt:lpstr>
      <vt:lpstr>Angular – Building Blocks</vt:lpstr>
      <vt:lpstr>PowerPoint Presentation</vt:lpstr>
      <vt:lpstr>Angular Version History with Release Dates</vt:lpstr>
      <vt:lpstr>AngularJS vs Angular</vt:lpstr>
      <vt:lpstr>PowerPoint Presentation</vt:lpstr>
      <vt:lpstr>Angular CLI</vt:lpstr>
      <vt:lpstr>Installing Angular CLI</vt:lpstr>
      <vt:lpstr>Angular File Structure</vt:lpstr>
      <vt:lpstr>Angular File Structure</vt:lpstr>
      <vt:lpstr>PowerPoint Presentation</vt:lpstr>
      <vt:lpstr>Angular Components</vt:lpstr>
      <vt:lpstr>Angular Components</vt:lpstr>
      <vt:lpstr>App.component.ts</vt:lpstr>
      <vt:lpstr>Creating Angular Components</vt:lpstr>
      <vt:lpstr>Component Lifecycle Hooks</vt:lpstr>
      <vt:lpstr>Component Lifecycle Hooks</vt:lpstr>
      <vt:lpstr>Eight* Lifecycle Hooks</vt:lpstr>
      <vt:lpstr>Eight* Lifecycle Hooks</vt:lpstr>
      <vt:lpstr>PowerPoint Presentation</vt:lpstr>
      <vt:lpstr>Data Binding</vt:lpstr>
      <vt:lpstr>One-Way Data Binding</vt:lpstr>
      <vt:lpstr>String Interpolation</vt:lpstr>
      <vt:lpstr>Property Binding</vt:lpstr>
      <vt:lpstr>Property Binding</vt:lpstr>
      <vt:lpstr>Event Binding</vt:lpstr>
      <vt:lpstr>Two-Way Data Binding</vt:lpstr>
      <vt:lpstr>Two-Way Data Binding</vt:lpstr>
      <vt:lpstr>PowerPoint Presentation</vt:lpstr>
      <vt:lpstr>@NgModule</vt:lpstr>
      <vt:lpstr>@NgModule</vt:lpstr>
      <vt:lpstr>@NgModule</vt:lpstr>
      <vt:lpstr>PowerPoint Presentation</vt:lpstr>
      <vt:lpstr>Types of Directives</vt:lpstr>
      <vt:lpstr>Component Directives</vt:lpstr>
      <vt:lpstr>Attribute Directives</vt:lpstr>
      <vt:lpstr>ngClass Directive</vt:lpstr>
      <vt:lpstr>ngClass Directive</vt:lpstr>
      <vt:lpstr>ngStyle Directive</vt:lpstr>
      <vt:lpstr>ngStyle Directive</vt:lpstr>
      <vt:lpstr>Structural Directives</vt:lpstr>
      <vt:lpstr>Structural Directives – ngIf</vt:lpstr>
      <vt:lpstr>Structural Directives - ngFor</vt:lpstr>
      <vt:lpstr>Structural Directives - ngFor</vt:lpstr>
      <vt:lpstr>Structural Directives - ngSwitch</vt:lpstr>
      <vt:lpstr>Structural Directives - ngSwitch</vt:lpstr>
      <vt:lpstr>&lt;ng-template&gt;</vt:lpstr>
      <vt:lpstr>Custom Directives</vt:lpstr>
      <vt:lpstr>Custom Directive Example</vt:lpstr>
      <vt:lpstr>PowerPoint Presentation</vt:lpstr>
      <vt:lpstr>Signals</vt:lpstr>
      <vt:lpstr>Signal Types</vt:lpstr>
      <vt:lpstr>Signal - Example</vt:lpstr>
      <vt:lpstr>PowerPoint Presentation</vt:lpstr>
      <vt:lpstr>Services</vt:lpstr>
      <vt:lpstr>Services</vt:lpstr>
      <vt:lpstr>Services</vt:lpstr>
      <vt:lpstr>Services</vt:lpstr>
      <vt:lpstr>Services</vt:lpstr>
      <vt:lpstr>Dependency Injection</vt:lpstr>
      <vt:lpstr>Using a Service</vt:lpstr>
      <vt:lpstr>Using a Service</vt:lpstr>
      <vt:lpstr>PowerPoint Presentation</vt:lpstr>
      <vt:lpstr>Pipes</vt:lpstr>
      <vt:lpstr>Pipes</vt:lpstr>
      <vt:lpstr>Parameterizing a Pipe</vt:lpstr>
      <vt:lpstr>Chaining Pipes</vt:lpstr>
      <vt:lpstr>Custom Pipes</vt:lpstr>
      <vt:lpstr>PowerPoint Presentation</vt:lpstr>
      <vt:lpstr>Routing</vt:lpstr>
      <vt:lpstr>Routing</vt:lpstr>
      <vt:lpstr>Routing</vt:lpstr>
      <vt:lpstr>Routing</vt:lpstr>
      <vt:lpstr>Route Guards</vt:lpstr>
      <vt:lpstr>Route Guards</vt:lpstr>
      <vt:lpstr>Route Guards</vt:lpstr>
      <vt:lpstr>Routing</vt:lpstr>
      <vt:lpstr>PowerPoint Presentation</vt:lpstr>
      <vt:lpstr>Promises </vt:lpstr>
      <vt:lpstr>Promises </vt:lpstr>
      <vt:lpstr>Observables</vt:lpstr>
      <vt:lpstr>Observables</vt:lpstr>
      <vt:lpstr>Observables</vt:lpstr>
      <vt:lpstr>Observables</vt:lpstr>
      <vt:lpstr>Observables</vt:lpstr>
      <vt:lpstr>Observables</vt:lpstr>
      <vt:lpstr>Observables</vt:lpstr>
      <vt:lpstr>RxJS - Subjects</vt:lpstr>
      <vt:lpstr>RxJS - Subjects</vt:lpstr>
      <vt:lpstr>RxJS – Subject Variants</vt:lpstr>
      <vt:lpstr>RxJS – Subject Variants</vt:lpstr>
      <vt:lpstr>RxJS – Subject Variants</vt:lpstr>
      <vt:lpstr>RxJS – Subject Variants</vt:lpstr>
      <vt:lpstr>PowerPoint Presentation</vt:lpstr>
      <vt:lpstr>Publisher/Subscriber Design Pattern</vt:lpstr>
      <vt:lpstr>Publisher/Subscriber Design Pattern</vt:lpstr>
      <vt:lpstr>Pub-Sub | Example</vt:lpstr>
      <vt:lpstr>Pub-Sub | Example</vt:lpstr>
      <vt:lpstr>Pub-Sub | Example</vt:lpstr>
      <vt:lpstr>PowerPoint Presentation</vt:lpstr>
      <vt:lpstr>HTTP Client</vt:lpstr>
      <vt:lpstr>HTTP Client</vt:lpstr>
      <vt:lpstr>HTTP Client | Example</vt:lpstr>
      <vt:lpstr>HTTP Client | Example</vt:lpstr>
      <vt:lpstr>HTTP Client | Example</vt:lpstr>
      <vt:lpstr>HTTP Client | Example</vt:lpstr>
      <vt:lpstr>HTTP Client | Example Employee Model</vt:lpstr>
      <vt:lpstr>HTTP Client | Example Employee Service</vt:lpstr>
      <vt:lpstr>HTTP Client | Example Employee Portal</vt:lpstr>
      <vt:lpstr>HTTP Client | Example Employee Portal</vt:lpstr>
      <vt:lpstr>HTTP Client | Example Employee Portal</vt:lpstr>
      <vt:lpstr>HTTP Client | Example Employee Portal</vt:lpstr>
      <vt:lpstr>HTTP Client | Example</vt:lpstr>
      <vt:lpstr>HTTP Client | Example</vt:lpstr>
    </vt:vector>
  </TitlesOfParts>
  <Company>Persistence Holdings, LLC</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account 10</dc:creator>
  <cp:lastModifiedBy>Joseph Highe</cp:lastModifiedBy>
  <cp:revision>25</cp:revision>
  <cp:lastPrinted>2016-06-20T20:58:50Z</cp:lastPrinted>
  <dcterms:created xsi:type="dcterms:W3CDTF">2016-11-09T18:19:08Z</dcterms:created>
  <dcterms:modified xsi:type="dcterms:W3CDTF">2026-03-05T19:25:22Z</dcterms:modified>
</cp:coreProperties>
</file>