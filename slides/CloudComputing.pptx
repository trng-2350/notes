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6"/>
  </p:notesMasterIdLst>
  <p:handoutMasterIdLst>
    <p:handoutMasterId r:id="rId17"/>
  </p:handoutMasterIdLst>
  <p:sldIdLst>
    <p:sldId id="256" r:id="rId2"/>
    <p:sldId id="343" r:id="rId3"/>
    <p:sldId id="357" r:id="rId4"/>
    <p:sldId id="257" r:id="rId5"/>
    <p:sldId id="358" r:id="rId6"/>
    <p:sldId id="361" r:id="rId7"/>
    <p:sldId id="359" r:id="rId8"/>
    <p:sldId id="364" r:id="rId9"/>
    <p:sldId id="362" r:id="rId10"/>
    <p:sldId id="360" r:id="rId11"/>
    <p:sldId id="363" r:id="rId12"/>
    <p:sldId id="365" r:id="rId13"/>
    <p:sldId id="366" r:id="rId14"/>
    <p:sldId id="367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C55"/>
    <a:srgbClr val="669A91"/>
    <a:srgbClr val="9171A7"/>
    <a:srgbClr val="CCCC00"/>
    <a:srgbClr val="B07750"/>
    <a:srgbClr val="AC545C"/>
    <a:srgbClr val="33CCCC"/>
    <a:srgbClr val="9966FF"/>
    <a:srgbClr val="616875"/>
    <a:srgbClr val="CFD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204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What is Cloud Computing?</a:t>
            </a:r>
          </a:p>
          <a:p>
            <a:r>
              <a:rPr lang="en-US" dirty="0"/>
              <a:t>Advantages of Cloud Computing</a:t>
            </a:r>
          </a:p>
          <a:p>
            <a:r>
              <a:rPr lang="en-US" dirty="0"/>
              <a:t>Cloud Computing Models</a:t>
            </a:r>
          </a:p>
          <a:p>
            <a:r>
              <a:rPr lang="en-US" dirty="0"/>
              <a:t>Cloud Computing Deployment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Cloud Computing?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computing is on-demand delivery of compute power, database storage, applications and other IT resources through a cloud services platform</a:t>
            </a:r>
          </a:p>
          <a:p>
            <a:r>
              <a:rPr lang="en-US" dirty="0"/>
              <a:t>Cloud computing uses “pay-as-you-go” pricing models.</a:t>
            </a:r>
          </a:p>
          <a:p>
            <a:r>
              <a:rPr lang="en-US" dirty="0"/>
              <a:t>Cloud computing provides a simple way to access servers, storage, databases and a broad set of application services over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F2F39-B901-D341-3607-420847F69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6CD29-8238-B55E-BFEF-FD24B7EDFC4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18422371-A6F9-85F2-A3D6-058BBF61FFA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Advantages of Cloud Computing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A6128C-091E-24FA-1AB6-90DD069F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68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19C71-33B2-32A7-E3A0-CF768BDA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6CBA-3AFD-57C1-37D4-A3EDC48B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Advantages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97089-29A7-BAB8-6AFF-A39C6E68A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 capital expense for variable expense</a:t>
            </a:r>
          </a:p>
          <a:p>
            <a:r>
              <a:rPr lang="en-US" dirty="0"/>
              <a:t>Benefit from massive economies of scale</a:t>
            </a:r>
          </a:p>
          <a:p>
            <a:r>
              <a:rPr lang="en-US" dirty="0"/>
              <a:t>Stop guessing about capacity</a:t>
            </a:r>
          </a:p>
          <a:p>
            <a:r>
              <a:rPr lang="en-US" dirty="0"/>
              <a:t>Increase speed and agility</a:t>
            </a:r>
          </a:p>
          <a:p>
            <a:r>
              <a:rPr lang="en-US" dirty="0"/>
              <a:t>Eliminate overhead cost of maintaining data centers</a:t>
            </a:r>
          </a:p>
          <a:p>
            <a:r>
              <a:rPr lang="en-US" dirty="0"/>
              <a:t>Go global in minutes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66971-F742-00F6-2316-C9137FD02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6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756AA-38C2-4D1C-EA26-22AEFB13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B91059-2589-2623-3A60-E8798145B35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FB81186-8505-D020-6E0A-22094DE7098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Cloud Computing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FC981B-5DDF-7DE0-850A-F2348A68C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19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1C6F4-C801-3210-DDEE-6E7262C2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586A-B7C9-075E-9B8E-8C526F7A2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Models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0DBE9-A99E-5CF8-FAFE-EB530F736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Infrastructure as a Service (IaaS)</a:t>
            </a:r>
          </a:p>
          <a:p>
            <a:pPr lvl="1"/>
            <a:r>
              <a:rPr lang="en-US" dirty="0"/>
              <a:t>Infrastructure as a Service is a self-service model for managing remote data center infrastructures. Cloud venders offers IaaS in the form of data centers</a:t>
            </a:r>
          </a:p>
          <a:p>
            <a:r>
              <a:rPr lang="en-US" b="1" dirty="0"/>
              <a:t>Platform as a Service (PaaS)</a:t>
            </a:r>
          </a:p>
          <a:p>
            <a:pPr lvl="1"/>
            <a:r>
              <a:rPr lang="en-US" dirty="0"/>
              <a:t>Platform as a Service allows organizations to build, run and manage applications without the IT infrastructure. This make it easier and faster to develop, test and deploy applications</a:t>
            </a:r>
          </a:p>
          <a:p>
            <a:r>
              <a:rPr lang="en-US" b="1" dirty="0"/>
              <a:t>Software as a Service (SaaS)</a:t>
            </a:r>
          </a:p>
          <a:p>
            <a:pPr lvl="1"/>
            <a:r>
              <a:rPr lang="en-US" dirty="0"/>
              <a:t>Software as a Service replaces the traditional on-device software with software that is licensed on a subscription basis. It is centrally hosted in the cloud.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D97AD-96C6-55DD-ACFD-381557FB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2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7BDE5-C9FF-F517-DC99-15C564827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E782-3231-4378-EA3A-5AECCC7B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970EF-B1FF-C871-9579-FAD37EA5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7B5EE6-57BE-74B9-7CCE-B22826EA2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30" y="1739360"/>
            <a:ext cx="7262139" cy="441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3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648F-5F1A-79B4-AA7D-6A90B362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955674-8CA2-E64C-BEBF-9154955638B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12FEE48-1683-7D75-3350-5035F8ACB01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Cloud Computing Deployment Methods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C39BF-C254-BC72-3CE1-3097C47FE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23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A9E31-FCB7-C2F6-43B1-075CC70AC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3D71-81C4-6CF5-3C81-50A086DE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523208" cy="1224150"/>
          </a:xfrm>
        </p:spPr>
        <p:txBody>
          <a:bodyPr/>
          <a:lstStyle/>
          <a:p>
            <a:r>
              <a:rPr lang="en-US" dirty="0"/>
              <a:t>Cloud Computing Deployment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E73E8-88C4-F6A1-399F-0C50E3BB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F94E7D-A0FE-AFFF-BF41-6B0970F68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11894"/>
              </p:ext>
            </p:extLst>
          </p:nvPr>
        </p:nvGraphicFramePr>
        <p:xfrm>
          <a:off x="236136" y="1407046"/>
          <a:ext cx="8671728" cy="4671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576">
                  <a:extLst>
                    <a:ext uri="{9D8B030D-6E8A-4147-A177-3AD203B41FA5}">
                      <a16:colId xmlns:a16="http://schemas.microsoft.com/office/drawing/2014/main" val="468678051"/>
                    </a:ext>
                  </a:extLst>
                </a:gridCol>
                <a:gridCol w="2890576">
                  <a:extLst>
                    <a:ext uri="{9D8B030D-6E8A-4147-A177-3AD203B41FA5}">
                      <a16:colId xmlns:a16="http://schemas.microsoft.com/office/drawing/2014/main" val="1232951681"/>
                    </a:ext>
                  </a:extLst>
                </a:gridCol>
                <a:gridCol w="2890576">
                  <a:extLst>
                    <a:ext uri="{9D8B030D-6E8A-4147-A177-3AD203B41FA5}">
                      <a16:colId xmlns:a16="http://schemas.microsoft.com/office/drawing/2014/main" val="2724909524"/>
                    </a:ext>
                  </a:extLst>
                </a:gridCol>
              </a:tblGrid>
              <a:tr h="492092">
                <a:tc>
                  <a:txBody>
                    <a:bodyPr/>
                    <a:lstStyle/>
                    <a:p>
                      <a:r>
                        <a:rPr lang="en-US" sz="140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854816"/>
                  </a:ext>
                </a:extLst>
              </a:tr>
              <a:tr h="1190660">
                <a:tc>
                  <a:txBody>
                    <a:bodyPr/>
                    <a:lstStyle/>
                    <a:p>
                      <a:r>
                        <a:rPr lang="en-US" sz="1400" dirty="0"/>
                        <a:t>Cloud computer model in which an enterprise uses proprietary architecture and runs cloud servers within in own data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 computing model that includes a mix of on-premises, private cloud services with orchestration between the two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 computing model in which a third-party provider makes compute resources available to the general public over the internet., with public cloud, enterprises do not have to setup and maintain their own cloud servers in house.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522146"/>
                  </a:ext>
                </a:extLst>
              </a:tr>
              <a:tr h="1190660">
                <a:tc>
                  <a:txBody>
                    <a:bodyPr/>
                    <a:lstStyle/>
                    <a:p>
                      <a:r>
                        <a:rPr lang="en-US" sz="1400" dirty="0"/>
                        <a:t>Single-tenant architecture</a:t>
                      </a:r>
                    </a:p>
                    <a:p>
                      <a:r>
                        <a:rPr lang="en-US" sz="1400" dirty="0"/>
                        <a:t>On-premises hardware</a:t>
                      </a:r>
                    </a:p>
                    <a:p>
                      <a:r>
                        <a:rPr lang="en-US" sz="1400" dirty="0"/>
                        <a:t>Direct control of underlying cloud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Cloud bursting capabilities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Benefits of both public and private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Multi-tenant architecture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Pay-as-you-go pricing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448459"/>
                  </a:ext>
                </a:extLst>
              </a:tr>
              <a:tr h="1190660">
                <a:tc>
                  <a:txBody>
                    <a:bodyPr/>
                    <a:lstStyle/>
                    <a:p>
                      <a:r>
                        <a:rPr lang="en-US" sz="1400" dirty="0"/>
                        <a:t>HPE, VMware, Dell EMC, IBM/Red Hat, Microsoft, OpenStack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combination of both public and private cloud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AWS, Microsoft Azure, Google 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049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96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4185-8B7B-3CD4-849F-D14F9DA71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4456-FF08-2054-620D-0EC3D0F1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26CF3-7F0C-0B88-4701-AA82C79FF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Private cloud services are delivered from a business’ data center to internal users</a:t>
            </a:r>
          </a:p>
          <a:p>
            <a:r>
              <a:rPr lang="en-US" dirty="0"/>
              <a:t>With a private cloud, an organization builds and maintains its own underlying cloud infrastructure</a:t>
            </a:r>
          </a:p>
          <a:p>
            <a:r>
              <a:rPr lang="en-US" dirty="0"/>
              <a:t>This model offers the versatility and convenience of the cloud, while preserving the management, control and security common to local data centers.</a:t>
            </a:r>
          </a:p>
          <a:p>
            <a:r>
              <a:rPr lang="en-US" dirty="0"/>
              <a:t>Internal users might or might not be billed for services through IT chargeback.</a:t>
            </a:r>
          </a:p>
          <a:p>
            <a:r>
              <a:rPr lang="en-US" dirty="0"/>
              <a:t>Common private cloud technologies and vendors include VMware and OpenStack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ADEC3-8E4D-3346-D3BE-0A7A3C61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87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A4940-7FCE-D12C-9BC0-EBDEE048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068D-9162-EBCD-F667-643F317D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6F3FA-E645-54CE-D801-9F6DC7307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In the public cloud model, a third-party cloud service provider (CSP) delivers the cloud server over the internet</a:t>
            </a:r>
          </a:p>
          <a:p>
            <a:r>
              <a:rPr lang="en-US" dirty="0"/>
              <a:t>Public cloud services are sold on demand, typically by the minute or hour, though long-term commitments are available for many services</a:t>
            </a:r>
          </a:p>
          <a:p>
            <a:r>
              <a:rPr lang="en-US" dirty="0"/>
              <a:t>Customers only pay for the central processing unit cycles, storage or bandwidth they consume</a:t>
            </a:r>
          </a:p>
          <a:p>
            <a:r>
              <a:rPr lang="en-US" dirty="0"/>
              <a:t>Leading public CSPs include: AWS, Microsoft Azure, IBM, Google Cloud Platform (GCP), Oracle and Tencent.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E3870-4C12-1A4A-432E-68C50F92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33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2047D-57B8-5131-864A-80E874F6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445D-4F5C-9091-ADCD-A223556A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2161-AB26-D65A-7A50-2CE0FB49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hybrid cloud is a combination of public cloud services and an on-premises private cloud, with orchestration and automation between the two.</a:t>
            </a:r>
          </a:p>
          <a:p>
            <a:r>
              <a:rPr lang="en-US" dirty="0"/>
              <a:t>Companies can run mission-critical workloads or sensitive application on the private cloud and use the public cloud to handle workload bursts or spikes in demand.</a:t>
            </a:r>
          </a:p>
          <a:p>
            <a:r>
              <a:rPr lang="en-US" dirty="0"/>
              <a:t>The goal of a hybrid cloud is to create a unified, automated, scalable environment that takes advantage of all that a public cloud infrastructure can provide, while maintaining control over mission-critical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96B30-2C2C-93E4-5A7C-17BBEB5E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06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5536</TotalTime>
  <Words>646</Words>
  <Application>Microsoft Office PowerPoint</Application>
  <PresentationFormat>On-screen Show (4:3)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2_Custom Design</vt:lpstr>
      <vt:lpstr>Cloud Computing</vt:lpstr>
      <vt:lpstr>Outline</vt:lpstr>
      <vt:lpstr>PowerPoint Presentation</vt:lpstr>
      <vt:lpstr>What is Cloud Computing?</vt:lpstr>
      <vt:lpstr>PowerPoint Presentation</vt:lpstr>
      <vt:lpstr>6 Advantages of Cloud Computing</vt:lpstr>
      <vt:lpstr>PowerPoint Presentation</vt:lpstr>
      <vt:lpstr>3 Models of Cloud Computing</vt:lpstr>
      <vt:lpstr>Service Models</vt:lpstr>
      <vt:lpstr>PowerPoint Presentation</vt:lpstr>
      <vt:lpstr>Cloud Computing Deployment Methods</vt:lpstr>
      <vt:lpstr>Private Cloud</vt:lpstr>
      <vt:lpstr>Public Cloud</vt:lpstr>
      <vt:lpstr>Hybrid Cloud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6</cp:revision>
  <cp:lastPrinted>2016-06-20T20:58:50Z</cp:lastPrinted>
  <dcterms:created xsi:type="dcterms:W3CDTF">2016-11-09T18:19:08Z</dcterms:created>
  <dcterms:modified xsi:type="dcterms:W3CDTF">2026-03-10T15:47:44Z</dcterms:modified>
</cp:coreProperties>
</file>