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73" r:id="rId3"/>
    <p:sldId id="274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5" r:id="rId16"/>
    <p:sldId id="276" r:id="rId17"/>
    <p:sldId id="270" r:id="rId18"/>
    <p:sldId id="277" r:id="rId19"/>
    <p:sldId id="278" r:id="rId20"/>
    <p:sldId id="279" r:id="rId21"/>
    <p:sldId id="280" r:id="rId22"/>
    <p:sldId id="281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64" d="100"/>
          <a:sy n="64" d="100"/>
        </p:scale>
        <p:origin x="748" y="4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customXml" Target="../customXml/item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customXml" Target="../customXml/item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Relationship Id="rId30" Type="http://schemas.openxmlformats.org/officeDocument/2006/relationships/customXml" Target="../customXml/item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848" b="649"/>
          <a:stretch/>
        </p:blipFill>
        <p:spPr>
          <a:xfrm>
            <a:off x="-2" y="0"/>
            <a:ext cx="12192003" cy="5030078"/>
          </a:xfrm>
          <a:prstGeom prst="rect">
            <a:avLst/>
          </a:prstGeom>
        </p:spPr>
      </p:pic>
      <p:grpSp>
        <p:nvGrpSpPr>
          <p:cNvPr id="27" name="Group 26"/>
          <p:cNvGrpSpPr/>
          <p:nvPr userDrawn="1"/>
        </p:nvGrpSpPr>
        <p:grpSpPr>
          <a:xfrm>
            <a:off x="661569" y="5451819"/>
            <a:ext cx="4140641" cy="975083"/>
            <a:chOff x="2814452" y="4625522"/>
            <a:chExt cx="5459889" cy="1714337"/>
          </a:xfrm>
        </p:grpSpPr>
        <p:sp>
          <p:nvSpPr>
            <p:cNvPr id="9" name="Freeform 6"/>
            <p:cNvSpPr>
              <a:spLocks noEditPoints="1"/>
            </p:cNvSpPr>
            <p:nvPr userDrawn="1"/>
          </p:nvSpPr>
          <p:spPr bwMode="auto">
            <a:xfrm>
              <a:off x="2814452" y="5818063"/>
              <a:ext cx="523694" cy="508514"/>
            </a:xfrm>
            <a:custGeom>
              <a:avLst/>
              <a:gdLst>
                <a:gd name="T0" fmla="*/ 98 w 552"/>
                <a:gd name="T1" fmla="*/ 79 h 536"/>
                <a:gd name="T2" fmla="*/ 98 w 552"/>
                <a:gd name="T3" fmla="*/ 241 h 536"/>
                <a:gd name="T4" fmla="*/ 307 w 552"/>
                <a:gd name="T5" fmla="*/ 241 h 536"/>
                <a:gd name="T6" fmla="*/ 342 w 552"/>
                <a:gd name="T7" fmla="*/ 241 h 536"/>
                <a:gd name="T8" fmla="*/ 374 w 552"/>
                <a:gd name="T9" fmla="*/ 238 h 536"/>
                <a:gd name="T10" fmla="*/ 398 w 552"/>
                <a:gd name="T11" fmla="*/ 231 h 536"/>
                <a:gd name="T12" fmla="*/ 417 w 552"/>
                <a:gd name="T13" fmla="*/ 222 h 536"/>
                <a:gd name="T14" fmla="*/ 431 w 552"/>
                <a:gd name="T15" fmla="*/ 206 h 536"/>
                <a:gd name="T16" fmla="*/ 440 w 552"/>
                <a:gd name="T17" fmla="*/ 187 h 536"/>
                <a:gd name="T18" fmla="*/ 443 w 552"/>
                <a:gd name="T19" fmla="*/ 161 h 536"/>
                <a:gd name="T20" fmla="*/ 440 w 552"/>
                <a:gd name="T21" fmla="*/ 135 h 536"/>
                <a:gd name="T22" fmla="*/ 431 w 552"/>
                <a:gd name="T23" fmla="*/ 114 h 536"/>
                <a:gd name="T24" fmla="*/ 417 w 552"/>
                <a:gd name="T25" fmla="*/ 100 h 536"/>
                <a:gd name="T26" fmla="*/ 398 w 552"/>
                <a:gd name="T27" fmla="*/ 89 h 536"/>
                <a:gd name="T28" fmla="*/ 374 w 552"/>
                <a:gd name="T29" fmla="*/ 84 h 536"/>
                <a:gd name="T30" fmla="*/ 342 w 552"/>
                <a:gd name="T31" fmla="*/ 80 h 536"/>
                <a:gd name="T32" fmla="*/ 307 w 552"/>
                <a:gd name="T33" fmla="*/ 79 h 536"/>
                <a:gd name="T34" fmla="*/ 98 w 552"/>
                <a:gd name="T35" fmla="*/ 79 h 536"/>
                <a:gd name="T36" fmla="*/ 0 w 552"/>
                <a:gd name="T37" fmla="*/ 0 h 536"/>
                <a:gd name="T38" fmla="*/ 323 w 552"/>
                <a:gd name="T39" fmla="*/ 0 h 536"/>
                <a:gd name="T40" fmla="*/ 377 w 552"/>
                <a:gd name="T41" fmla="*/ 2 h 536"/>
                <a:gd name="T42" fmla="*/ 422 w 552"/>
                <a:gd name="T43" fmla="*/ 9 h 536"/>
                <a:gd name="T44" fmla="*/ 461 w 552"/>
                <a:gd name="T45" fmla="*/ 19 h 536"/>
                <a:gd name="T46" fmla="*/ 490 w 552"/>
                <a:gd name="T47" fmla="*/ 37 h 536"/>
                <a:gd name="T48" fmla="*/ 513 w 552"/>
                <a:gd name="T49" fmla="*/ 58 h 536"/>
                <a:gd name="T50" fmla="*/ 529 w 552"/>
                <a:gd name="T51" fmla="*/ 86 h 536"/>
                <a:gd name="T52" fmla="*/ 538 w 552"/>
                <a:gd name="T53" fmla="*/ 119 h 536"/>
                <a:gd name="T54" fmla="*/ 541 w 552"/>
                <a:gd name="T55" fmla="*/ 157 h 536"/>
                <a:gd name="T56" fmla="*/ 538 w 552"/>
                <a:gd name="T57" fmla="*/ 194 h 536"/>
                <a:gd name="T58" fmla="*/ 529 w 552"/>
                <a:gd name="T59" fmla="*/ 225 h 536"/>
                <a:gd name="T60" fmla="*/ 513 w 552"/>
                <a:gd name="T61" fmla="*/ 252 h 536"/>
                <a:gd name="T62" fmla="*/ 494 w 552"/>
                <a:gd name="T63" fmla="*/ 272 h 536"/>
                <a:gd name="T64" fmla="*/ 473 w 552"/>
                <a:gd name="T65" fmla="*/ 290 h 536"/>
                <a:gd name="T66" fmla="*/ 447 w 552"/>
                <a:gd name="T67" fmla="*/ 302 h 536"/>
                <a:gd name="T68" fmla="*/ 421 w 552"/>
                <a:gd name="T69" fmla="*/ 311 h 536"/>
                <a:gd name="T70" fmla="*/ 393 w 552"/>
                <a:gd name="T71" fmla="*/ 314 h 536"/>
                <a:gd name="T72" fmla="*/ 384 w 552"/>
                <a:gd name="T73" fmla="*/ 314 h 536"/>
                <a:gd name="T74" fmla="*/ 552 w 552"/>
                <a:gd name="T75" fmla="*/ 536 h 536"/>
                <a:gd name="T76" fmla="*/ 431 w 552"/>
                <a:gd name="T77" fmla="*/ 536 h 536"/>
                <a:gd name="T78" fmla="*/ 274 w 552"/>
                <a:gd name="T79" fmla="*/ 323 h 536"/>
                <a:gd name="T80" fmla="*/ 274 w 552"/>
                <a:gd name="T81" fmla="*/ 321 h 536"/>
                <a:gd name="T82" fmla="*/ 98 w 552"/>
                <a:gd name="T83" fmla="*/ 321 h 536"/>
                <a:gd name="T84" fmla="*/ 98 w 552"/>
                <a:gd name="T85" fmla="*/ 536 h 536"/>
                <a:gd name="T86" fmla="*/ 0 w 552"/>
                <a:gd name="T87" fmla="*/ 536 h 536"/>
                <a:gd name="T88" fmla="*/ 0 w 552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2" h="536">
                  <a:moveTo>
                    <a:pt x="98" y="79"/>
                  </a:moveTo>
                  <a:lnTo>
                    <a:pt x="98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4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4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8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61" y="19"/>
                  </a:lnTo>
                  <a:lnTo>
                    <a:pt x="490" y="37"/>
                  </a:lnTo>
                  <a:lnTo>
                    <a:pt x="513" y="58"/>
                  </a:lnTo>
                  <a:lnTo>
                    <a:pt x="529" y="86"/>
                  </a:lnTo>
                  <a:lnTo>
                    <a:pt x="538" y="119"/>
                  </a:lnTo>
                  <a:lnTo>
                    <a:pt x="541" y="157"/>
                  </a:lnTo>
                  <a:lnTo>
                    <a:pt x="538" y="194"/>
                  </a:lnTo>
                  <a:lnTo>
                    <a:pt x="529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3" y="290"/>
                  </a:lnTo>
                  <a:lnTo>
                    <a:pt x="447" y="302"/>
                  </a:lnTo>
                  <a:lnTo>
                    <a:pt x="421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2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4" y="321"/>
                  </a:lnTo>
                  <a:lnTo>
                    <a:pt x="98" y="321"/>
                  </a:lnTo>
                  <a:lnTo>
                    <a:pt x="9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 dirty="0"/>
            </a:p>
          </p:txBody>
        </p:sp>
        <p:sp>
          <p:nvSpPr>
            <p:cNvPr id="10" name="Freeform 7"/>
            <p:cNvSpPr>
              <a:spLocks/>
            </p:cNvSpPr>
            <p:nvPr userDrawn="1"/>
          </p:nvSpPr>
          <p:spPr bwMode="auto">
            <a:xfrm>
              <a:off x="3467172" y="5818063"/>
              <a:ext cx="462976" cy="508514"/>
            </a:xfrm>
            <a:custGeom>
              <a:avLst/>
              <a:gdLst>
                <a:gd name="T0" fmla="*/ 0 w 488"/>
                <a:gd name="T1" fmla="*/ 0 h 536"/>
                <a:gd name="T2" fmla="*/ 440 w 488"/>
                <a:gd name="T3" fmla="*/ 0 h 536"/>
                <a:gd name="T4" fmla="*/ 455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5 w 488"/>
                <a:gd name="T17" fmla="*/ 79 h 536"/>
                <a:gd name="T18" fmla="*/ 440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54 w 488"/>
                <a:gd name="T25" fmla="*/ 218 h 536"/>
                <a:gd name="T26" fmla="*/ 370 w 488"/>
                <a:gd name="T27" fmla="*/ 222 h 536"/>
                <a:gd name="T28" fmla="*/ 384 w 488"/>
                <a:gd name="T29" fmla="*/ 231 h 536"/>
                <a:gd name="T30" fmla="*/ 392 w 488"/>
                <a:gd name="T31" fmla="*/ 243 h 536"/>
                <a:gd name="T32" fmla="*/ 396 w 488"/>
                <a:gd name="T33" fmla="*/ 259 h 536"/>
                <a:gd name="T34" fmla="*/ 392 w 488"/>
                <a:gd name="T35" fmla="*/ 276 h 536"/>
                <a:gd name="T36" fmla="*/ 384 w 488"/>
                <a:gd name="T37" fmla="*/ 288 h 536"/>
                <a:gd name="T38" fmla="*/ 370 w 488"/>
                <a:gd name="T39" fmla="*/ 297 h 536"/>
                <a:gd name="T40" fmla="*/ 354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8 w 488"/>
                <a:gd name="T47" fmla="*/ 454 h 536"/>
                <a:gd name="T48" fmla="*/ 464 w 488"/>
                <a:gd name="T49" fmla="*/ 457 h 536"/>
                <a:gd name="T50" fmla="*/ 478 w 488"/>
                <a:gd name="T51" fmla="*/ 466 h 536"/>
                <a:gd name="T52" fmla="*/ 487 w 488"/>
                <a:gd name="T53" fmla="*/ 478 h 536"/>
                <a:gd name="T54" fmla="*/ 488 w 488"/>
                <a:gd name="T55" fmla="*/ 494 h 536"/>
                <a:gd name="T56" fmla="*/ 487 w 488"/>
                <a:gd name="T57" fmla="*/ 512 h 536"/>
                <a:gd name="T58" fmla="*/ 478 w 488"/>
                <a:gd name="T59" fmla="*/ 524 h 536"/>
                <a:gd name="T60" fmla="*/ 464 w 488"/>
                <a:gd name="T61" fmla="*/ 533 h 536"/>
                <a:gd name="T62" fmla="*/ 448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40" y="0"/>
                  </a:lnTo>
                  <a:lnTo>
                    <a:pt x="455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5" y="79"/>
                  </a:lnTo>
                  <a:lnTo>
                    <a:pt x="440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54" y="218"/>
                  </a:lnTo>
                  <a:lnTo>
                    <a:pt x="370" y="222"/>
                  </a:lnTo>
                  <a:lnTo>
                    <a:pt x="384" y="231"/>
                  </a:lnTo>
                  <a:lnTo>
                    <a:pt x="392" y="243"/>
                  </a:lnTo>
                  <a:lnTo>
                    <a:pt x="396" y="259"/>
                  </a:lnTo>
                  <a:lnTo>
                    <a:pt x="392" y="276"/>
                  </a:lnTo>
                  <a:lnTo>
                    <a:pt x="384" y="288"/>
                  </a:lnTo>
                  <a:lnTo>
                    <a:pt x="370" y="297"/>
                  </a:lnTo>
                  <a:lnTo>
                    <a:pt x="354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8" y="454"/>
                  </a:lnTo>
                  <a:lnTo>
                    <a:pt x="464" y="457"/>
                  </a:lnTo>
                  <a:lnTo>
                    <a:pt x="478" y="466"/>
                  </a:lnTo>
                  <a:lnTo>
                    <a:pt x="487" y="478"/>
                  </a:lnTo>
                  <a:lnTo>
                    <a:pt x="488" y="494"/>
                  </a:lnTo>
                  <a:lnTo>
                    <a:pt x="487" y="512"/>
                  </a:lnTo>
                  <a:lnTo>
                    <a:pt x="478" y="524"/>
                  </a:lnTo>
                  <a:lnTo>
                    <a:pt x="464" y="533"/>
                  </a:lnTo>
                  <a:lnTo>
                    <a:pt x="44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 dirty="0"/>
            </a:p>
          </p:txBody>
        </p:sp>
        <p:sp>
          <p:nvSpPr>
            <p:cNvPr id="11" name="Freeform 8"/>
            <p:cNvSpPr>
              <a:spLocks/>
            </p:cNvSpPr>
            <p:nvPr userDrawn="1"/>
          </p:nvSpPr>
          <p:spPr bwMode="auto">
            <a:xfrm>
              <a:off x="4041148" y="5818063"/>
              <a:ext cx="541720" cy="508514"/>
            </a:xfrm>
            <a:custGeom>
              <a:avLst/>
              <a:gdLst>
                <a:gd name="T0" fmla="*/ 48 w 571"/>
                <a:gd name="T1" fmla="*/ 0 h 536"/>
                <a:gd name="T2" fmla="*/ 65 w 571"/>
                <a:gd name="T3" fmla="*/ 4 h 536"/>
                <a:gd name="T4" fmla="*/ 79 w 571"/>
                <a:gd name="T5" fmla="*/ 12 h 536"/>
                <a:gd name="T6" fmla="*/ 89 w 571"/>
                <a:gd name="T7" fmla="*/ 26 h 536"/>
                <a:gd name="T8" fmla="*/ 280 w 571"/>
                <a:gd name="T9" fmla="*/ 431 h 536"/>
                <a:gd name="T10" fmla="*/ 285 w 571"/>
                <a:gd name="T11" fmla="*/ 440 h 536"/>
                <a:gd name="T12" fmla="*/ 484 w 571"/>
                <a:gd name="T13" fmla="*/ 26 h 536"/>
                <a:gd name="T14" fmla="*/ 494 w 571"/>
                <a:gd name="T15" fmla="*/ 12 h 536"/>
                <a:gd name="T16" fmla="*/ 508 w 571"/>
                <a:gd name="T17" fmla="*/ 2 h 536"/>
                <a:gd name="T18" fmla="*/ 526 w 571"/>
                <a:gd name="T19" fmla="*/ 0 h 536"/>
                <a:gd name="T20" fmla="*/ 541 w 571"/>
                <a:gd name="T21" fmla="*/ 2 h 536"/>
                <a:gd name="T22" fmla="*/ 554 w 571"/>
                <a:gd name="T23" fmla="*/ 9 h 536"/>
                <a:gd name="T24" fmla="*/ 564 w 571"/>
                <a:gd name="T25" fmla="*/ 21 h 536"/>
                <a:gd name="T26" fmla="*/ 571 w 571"/>
                <a:gd name="T27" fmla="*/ 35 h 536"/>
                <a:gd name="T28" fmla="*/ 571 w 571"/>
                <a:gd name="T29" fmla="*/ 51 h 536"/>
                <a:gd name="T30" fmla="*/ 568 w 571"/>
                <a:gd name="T31" fmla="*/ 67 h 536"/>
                <a:gd name="T32" fmla="*/ 337 w 571"/>
                <a:gd name="T33" fmla="*/ 536 h 536"/>
                <a:gd name="T34" fmla="*/ 233 w 571"/>
                <a:gd name="T35" fmla="*/ 536 h 536"/>
                <a:gd name="T36" fmla="*/ 6 w 571"/>
                <a:gd name="T37" fmla="*/ 67 h 536"/>
                <a:gd name="T38" fmla="*/ 0 w 571"/>
                <a:gd name="T39" fmla="*/ 51 h 536"/>
                <a:gd name="T40" fmla="*/ 2 w 571"/>
                <a:gd name="T41" fmla="*/ 35 h 536"/>
                <a:gd name="T42" fmla="*/ 7 w 571"/>
                <a:gd name="T43" fmla="*/ 21 h 536"/>
                <a:gd name="T44" fmla="*/ 18 w 571"/>
                <a:gd name="T45" fmla="*/ 9 h 536"/>
                <a:gd name="T46" fmla="*/ 32 w 571"/>
                <a:gd name="T47" fmla="*/ 2 h 536"/>
                <a:gd name="T48" fmla="*/ 48 w 571"/>
                <a:gd name="T4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571" h="536">
                  <a:moveTo>
                    <a:pt x="48" y="0"/>
                  </a:moveTo>
                  <a:lnTo>
                    <a:pt x="65" y="4"/>
                  </a:lnTo>
                  <a:lnTo>
                    <a:pt x="79" y="12"/>
                  </a:lnTo>
                  <a:lnTo>
                    <a:pt x="89" y="26"/>
                  </a:lnTo>
                  <a:lnTo>
                    <a:pt x="280" y="431"/>
                  </a:lnTo>
                  <a:lnTo>
                    <a:pt x="285" y="440"/>
                  </a:lnTo>
                  <a:lnTo>
                    <a:pt x="484" y="26"/>
                  </a:lnTo>
                  <a:lnTo>
                    <a:pt x="494" y="12"/>
                  </a:lnTo>
                  <a:lnTo>
                    <a:pt x="508" y="2"/>
                  </a:lnTo>
                  <a:lnTo>
                    <a:pt x="526" y="0"/>
                  </a:lnTo>
                  <a:lnTo>
                    <a:pt x="541" y="2"/>
                  </a:lnTo>
                  <a:lnTo>
                    <a:pt x="554" y="9"/>
                  </a:lnTo>
                  <a:lnTo>
                    <a:pt x="564" y="21"/>
                  </a:lnTo>
                  <a:lnTo>
                    <a:pt x="571" y="35"/>
                  </a:lnTo>
                  <a:lnTo>
                    <a:pt x="571" y="51"/>
                  </a:lnTo>
                  <a:lnTo>
                    <a:pt x="568" y="67"/>
                  </a:lnTo>
                  <a:lnTo>
                    <a:pt x="337" y="536"/>
                  </a:lnTo>
                  <a:lnTo>
                    <a:pt x="233" y="536"/>
                  </a:lnTo>
                  <a:lnTo>
                    <a:pt x="6" y="67"/>
                  </a:lnTo>
                  <a:lnTo>
                    <a:pt x="0" y="51"/>
                  </a:lnTo>
                  <a:lnTo>
                    <a:pt x="2" y="35"/>
                  </a:lnTo>
                  <a:lnTo>
                    <a:pt x="7" y="21"/>
                  </a:lnTo>
                  <a:lnTo>
                    <a:pt x="18" y="9"/>
                  </a:lnTo>
                  <a:lnTo>
                    <a:pt x="32" y="2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 dirty="0"/>
            </a:p>
          </p:txBody>
        </p:sp>
        <p:sp>
          <p:nvSpPr>
            <p:cNvPr id="12" name="Freeform 9"/>
            <p:cNvSpPr>
              <a:spLocks noEditPoints="1"/>
            </p:cNvSpPr>
            <p:nvPr userDrawn="1"/>
          </p:nvSpPr>
          <p:spPr bwMode="auto">
            <a:xfrm>
              <a:off x="4582868" y="5818063"/>
              <a:ext cx="608130" cy="508514"/>
            </a:xfrm>
            <a:custGeom>
              <a:avLst/>
              <a:gdLst>
                <a:gd name="T0" fmla="*/ 321 w 641"/>
                <a:gd name="T1" fmla="*/ 70 h 536"/>
                <a:gd name="T2" fmla="*/ 201 w 641"/>
                <a:gd name="T3" fmla="*/ 328 h 536"/>
                <a:gd name="T4" fmla="*/ 443 w 641"/>
                <a:gd name="T5" fmla="*/ 328 h 536"/>
                <a:gd name="T6" fmla="*/ 321 w 641"/>
                <a:gd name="T7" fmla="*/ 70 h 536"/>
                <a:gd name="T8" fmla="*/ 264 w 641"/>
                <a:gd name="T9" fmla="*/ 0 h 536"/>
                <a:gd name="T10" fmla="*/ 381 w 641"/>
                <a:gd name="T11" fmla="*/ 0 h 536"/>
                <a:gd name="T12" fmla="*/ 641 w 641"/>
                <a:gd name="T13" fmla="*/ 536 h 536"/>
                <a:gd name="T14" fmla="*/ 538 w 641"/>
                <a:gd name="T15" fmla="*/ 536 h 536"/>
                <a:gd name="T16" fmla="*/ 482 w 641"/>
                <a:gd name="T17" fmla="*/ 414 h 536"/>
                <a:gd name="T18" fmla="*/ 480 w 641"/>
                <a:gd name="T19" fmla="*/ 410 h 536"/>
                <a:gd name="T20" fmla="*/ 161 w 641"/>
                <a:gd name="T21" fmla="*/ 410 h 536"/>
                <a:gd name="T22" fmla="*/ 103 w 641"/>
                <a:gd name="T23" fmla="*/ 536 h 536"/>
                <a:gd name="T24" fmla="*/ 0 w 641"/>
                <a:gd name="T25" fmla="*/ 536 h 536"/>
                <a:gd name="T26" fmla="*/ 264 w 641"/>
                <a:gd name="T2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1" h="536">
                  <a:moveTo>
                    <a:pt x="321" y="70"/>
                  </a:moveTo>
                  <a:lnTo>
                    <a:pt x="201" y="328"/>
                  </a:lnTo>
                  <a:lnTo>
                    <a:pt x="443" y="328"/>
                  </a:lnTo>
                  <a:lnTo>
                    <a:pt x="321" y="70"/>
                  </a:lnTo>
                  <a:close/>
                  <a:moveTo>
                    <a:pt x="264" y="0"/>
                  </a:moveTo>
                  <a:lnTo>
                    <a:pt x="381" y="0"/>
                  </a:lnTo>
                  <a:lnTo>
                    <a:pt x="641" y="536"/>
                  </a:lnTo>
                  <a:lnTo>
                    <a:pt x="538" y="536"/>
                  </a:lnTo>
                  <a:lnTo>
                    <a:pt x="482" y="414"/>
                  </a:lnTo>
                  <a:lnTo>
                    <a:pt x="480" y="410"/>
                  </a:lnTo>
                  <a:lnTo>
                    <a:pt x="161" y="410"/>
                  </a:lnTo>
                  <a:lnTo>
                    <a:pt x="103" y="536"/>
                  </a:lnTo>
                  <a:lnTo>
                    <a:pt x="0" y="536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 dirty="0"/>
            </a:p>
          </p:txBody>
        </p:sp>
        <p:sp>
          <p:nvSpPr>
            <p:cNvPr id="13" name="Freeform 10"/>
            <p:cNvSpPr>
              <a:spLocks/>
            </p:cNvSpPr>
            <p:nvPr userDrawn="1"/>
          </p:nvSpPr>
          <p:spPr bwMode="auto">
            <a:xfrm>
              <a:off x="5169177" y="5818063"/>
              <a:ext cx="555002" cy="508514"/>
            </a:xfrm>
            <a:custGeom>
              <a:avLst/>
              <a:gdLst>
                <a:gd name="T0" fmla="*/ 42 w 585"/>
                <a:gd name="T1" fmla="*/ 0 h 536"/>
                <a:gd name="T2" fmla="*/ 545 w 585"/>
                <a:gd name="T3" fmla="*/ 0 h 536"/>
                <a:gd name="T4" fmla="*/ 560 w 585"/>
                <a:gd name="T5" fmla="*/ 2 h 536"/>
                <a:gd name="T6" fmla="*/ 574 w 585"/>
                <a:gd name="T7" fmla="*/ 12 h 536"/>
                <a:gd name="T8" fmla="*/ 583 w 585"/>
                <a:gd name="T9" fmla="*/ 25 h 536"/>
                <a:gd name="T10" fmla="*/ 585 w 585"/>
                <a:gd name="T11" fmla="*/ 40 h 536"/>
                <a:gd name="T12" fmla="*/ 583 w 585"/>
                <a:gd name="T13" fmla="*/ 56 h 536"/>
                <a:gd name="T14" fmla="*/ 574 w 585"/>
                <a:gd name="T15" fmla="*/ 70 h 536"/>
                <a:gd name="T16" fmla="*/ 560 w 585"/>
                <a:gd name="T17" fmla="*/ 79 h 536"/>
                <a:gd name="T18" fmla="*/ 545 w 585"/>
                <a:gd name="T19" fmla="*/ 82 h 536"/>
                <a:gd name="T20" fmla="*/ 342 w 585"/>
                <a:gd name="T21" fmla="*/ 82 h 536"/>
                <a:gd name="T22" fmla="*/ 342 w 585"/>
                <a:gd name="T23" fmla="*/ 536 h 536"/>
                <a:gd name="T24" fmla="*/ 244 w 585"/>
                <a:gd name="T25" fmla="*/ 536 h 536"/>
                <a:gd name="T26" fmla="*/ 244 w 585"/>
                <a:gd name="T27" fmla="*/ 82 h 536"/>
                <a:gd name="T28" fmla="*/ 42 w 585"/>
                <a:gd name="T29" fmla="*/ 82 h 536"/>
                <a:gd name="T30" fmla="*/ 26 w 585"/>
                <a:gd name="T31" fmla="*/ 79 h 536"/>
                <a:gd name="T32" fmla="*/ 12 w 585"/>
                <a:gd name="T33" fmla="*/ 70 h 536"/>
                <a:gd name="T34" fmla="*/ 4 w 585"/>
                <a:gd name="T35" fmla="*/ 56 h 536"/>
                <a:gd name="T36" fmla="*/ 0 w 585"/>
                <a:gd name="T37" fmla="*/ 40 h 536"/>
                <a:gd name="T38" fmla="*/ 4 w 585"/>
                <a:gd name="T39" fmla="*/ 25 h 536"/>
                <a:gd name="T40" fmla="*/ 12 w 585"/>
                <a:gd name="T41" fmla="*/ 12 h 536"/>
                <a:gd name="T42" fmla="*/ 26 w 585"/>
                <a:gd name="T43" fmla="*/ 2 h 536"/>
                <a:gd name="T44" fmla="*/ 42 w 585"/>
                <a:gd name="T45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585" h="536">
                  <a:moveTo>
                    <a:pt x="42" y="0"/>
                  </a:moveTo>
                  <a:lnTo>
                    <a:pt x="545" y="0"/>
                  </a:lnTo>
                  <a:lnTo>
                    <a:pt x="560" y="2"/>
                  </a:lnTo>
                  <a:lnTo>
                    <a:pt x="574" y="12"/>
                  </a:lnTo>
                  <a:lnTo>
                    <a:pt x="583" y="25"/>
                  </a:lnTo>
                  <a:lnTo>
                    <a:pt x="585" y="40"/>
                  </a:lnTo>
                  <a:lnTo>
                    <a:pt x="583" y="56"/>
                  </a:lnTo>
                  <a:lnTo>
                    <a:pt x="574" y="70"/>
                  </a:lnTo>
                  <a:lnTo>
                    <a:pt x="560" y="79"/>
                  </a:lnTo>
                  <a:lnTo>
                    <a:pt x="545" y="82"/>
                  </a:lnTo>
                  <a:lnTo>
                    <a:pt x="342" y="82"/>
                  </a:lnTo>
                  <a:lnTo>
                    <a:pt x="342" y="536"/>
                  </a:lnTo>
                  <a:lnTo>
                    <a:pt x="244" y="536"/>
                  </a:lnTo>
                  <a:lnTo>
                    <a:pt x="244" y="82"/>
                  </a:lnTo>
                  <a:lnTo>
                    <a:pt x="42" y="82"/>
                  </a:lnTo>
                  <a:lnTo>
                    <a:pt x="26" y="79"/>
                  </a:lnTo>
                  <a:lnTo>
                    <a:pt x="12" y="70"/>
                  </a:lnTo>
                  <a:lnTo>
                    <a:pt x="4" y="56"/>
                  </a:lnTo>
                  <a:lnTo>
                    <a:pt x="0" y="40"/>
                  </a:lnTo>
                  <a:lnTo>
                    <a:pt x="4" y="25"/>
                  </a:lnTo>
                  <a:lnTo>
                    <a:pt x="12" y="12"/>
                  </a:lnTo>
                  <a:lnTo>
                    <a:pt x="26" y="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 dirty="0"/>
            </a:p>
          </p:txBody>
        </p:sp>
        <p:sp>
          <p:nvSpPr>
            <p:cNvPr id="14" name="Freeform 11"/>
            <p:cNvSpPr>
              <a:spLocks/>
            </p:cNvSpPr>
            <p:nvPr userDrawn="1"/>
          </p:nvSpPr>
          <p:spPr bwMode="auto">
            <a:xfrm>
              <a:off x="5831384" y="5818063"/>
              <a:ext cx="541720" cy="521796"/>
            </a:xfrm>
            <a:custGeom>
              <a:avLst/>
              <a:gdLst>
                <a:gd name="T0" fmla="*/ 49 w 571"/>
                <a:gd name="T1" fmla="*/ 0 h 550"/>
                <a:gd name="T2" fmla="*/ 68 w 571"/>
                <a:gd name="T3" fmla="*/ 4 h 550"/>
                <a:gd name="T4" fmla="*/ 84 w 571"/>
                <a:gd name="T5" fmla="*/ 14 h 550"/>
                <a:gd name="T6" fmla="*/ 94 w 571"/>
                <a:gd name="T7" fmla="*/ 30 h 550"/>
                <a:gd name="T8" fmla="*/ 98 w 571"/>
                <a:gd name="T9" fmla="*/ 49 h 550"/>
                <a:gd name="T10" fmla="*/ 98 w 571"/>
                <a:gd name="T11" fmla="*/ 299 h 550"/>
                <a:gd name="T12" fmla="*/ 98 w 571"/>
                <a:gd name="T13" fmla="*/ 320 h 550"/>
                <a:gd name="T14" fmla="*/ 101 w 571"/>
                <a:gd name="T15" fmla="*/ 342 h 550"/>
                <a:gd name="T16" fmla="*/ 105 w 571"/>
                <a:gd name="T17" fmla="*/ 363 h 550"/>
                <a:gd name="T18" fmla="*/ 112 w 571"/>
                <a:gd name="T19" fmla="*/ 384 h 550"/>
                <a:gd name="T20" fmla="*/ 122 w 571"/>
                <a:gd name="T21" fmla="*/ 403 h 550"/>
                <a:gd name="T22" fmla="*/ 136 w 571"/>
                <a:gd name="T23" fmla="*/ 421 h 550"/>
                <a:gd name="T24" fmla="*/ 156 w 571"/>
                <a:gd name="T25" fmla="*/ 437 h 550"/>
                <a:gd name="T26" fmla="*/ 180 w 571"/>
                <a:gd name="T27" fmla="*/ 449 h 550"/>
                <a:gd name="T28" fmla="*/ 208 w 571"/>
                <a:gd name="T29" fmla="*/ 459 h 550"/>
                <a:gd name="T30" fmla="*/ 245 w 571"/>
                <a:gd name="T31" fmla="*/ 464 h 550"/>
                <a:gd name="T32" fmla="*/ 286 w 571"/>
                <a:gd name="T33" fmla="*/ 466 h 550"/>
                <a:gd name="T34" fmla="*/ 328 w 571"/>
                <a:gd name="T35" fmla="*/ 464 h 550"/>
                <a:gd name="T36" fmla="*/ 363 w 571"/>
                <a:gd name="T37" fmla="*/ 459 h 550"/>
                <a:gd name="T38" fmla="*/ 391 w 571"/>
                <a:gd name="T39" fmla="*/ 449 h 550"/>
                <a:gd name="T40" fmla="*/ 416 w 571"/>
                <a:gd name="T41" fmla="*/ 437 h 550"/>
                <a:gd name="T42" fmla="*/ 435 w 571"/>
                <a:gd name="T43" fmla="*/ 421 h 550"/>
                <a:gd name="T44" fmla="*/ 449 w 571"/>
                <a:gd name="T45" fmla="*/ 403 h 550"/>
                <a:gd name="T46" fmla="*/ 459 w 571"/>
                <a:gd name="T47" fmla="*/ 384 h 550"/>
                <a:gd name="T48" fmla="*/ 466 w 571"/>
                <a:gd name="T49" fmla="*/ 363 h 550"/>
                <a:gd name="T50" fmla="*/ 470 w 571"/>
                <a:gd name="T51" fmla="*/ 342 h 550"/>
                <a:gd name="T52" fmla="*/ 473 w 571"/>
                <a:gd name="T53" fmla="*/ 320 h 550"/>
                <a:gd name="T54" fmla="*/ 473 w 571"/>
                <a:gd name="T55" fmla="*/ 299 h 550"/>
                <a:gd name="T56" fmla="*/ 473 w 571"/>
                <a:gd name="T57" fmla="*/ 49 h 550"/>
                <a:gd name="T58" fmla="*/ 477 w 571"/>
                <a:gd name="T59" fmla="*/ 30 h 550"/>
                <a:gd name="T60" fmla="*/ 487 w 571"/>
                <a:gd name="T61" fmla="*/ 14 h 550"/>
                <a:gd name="T62" fmla="*/ 503 w 571"/>
                <a:gd name="T63" fmla="*/ 4 h 550"/>
                <a:gd name="T64" fmla="*/ 522 w 571"/>
                <a:gd name="T65" fmla="*/ 0 h 550"/>
                <a:gd name="T66" fmla="*/ 541 w 571"/>
                <a:gd name="T67" fmla="*/ 4 h 550"/>
                <a:gd name="T68" fmla="*/ 557 w 571"/>
                <a:gd name="T69" fmla="*/ 14 h 550"/>
                <a:gd name="T70" fmla="*/ 567 w 571"/>
                <a:gd name="T71" fmla="*/ 30 h 550"/>
                <a:gd name="T72" fmla="*/ 571 w 571"/>
                <a:gd name="T73" fmla="*/ 49 h 550"/>
                <a:gd name="T74" fmla="*/ 571 w 571"/>
                <a:gd name="T75" fmla="*/ 306 h 550"/>
                <a:gd name="T76" fmla="*/ 567 w 571"/>
                <a:gd name="T77" fmla="*/ 358 h 550"/>
                <a:gd name="T78" fmla="*/ 557 w 571"/>
                <a:gd name="T79" fmla="*/ 402 h 550"/>
                <a:gd name="T80" fmla="*/ 540 w 571"/>
                <a:gd name="T81" fmla="*/ 442 h 550"/>
                <a:gd name="T82" fmla="*/ 513 w 571"/>
                <a:gd name="T83" fmla="*/ 475 h 550"/>
                <a:gd name="T84" fmla="*/ 482 w 571"/>
                <a:gd name="T85" fmla="*/ 501 h 550"/>
                <a:gd name="T86" fmla="*/ 444 w 571"/>
                <a:gd name="T87" fmla="*/ 522 h 550"/>
                <a:gd name="T88" fmla="*/ 398 w 571"/>
                <a:gd name="T89" fmla="*/ 538 h 550"/>
                <a:gd name="T90" fmla="*/ 346 w 571"/>
                <a:gd name="T91" fmla="*/ 547 h 550"/>
                <a:gd name="T92" fmla="*/ 286 w 571"/>
                <a:gd name="T93" fmla="*/ 550 h 550"/>
                <a:gd name="T94" fmla="*/ 225 w 571"/>
                <a:gd name="T95" fmla="*/ 547 h 550"/>
                <a:gd name="T96" fmla="*/ 173 w 571"/>
                <a:gd name="T97" fmla="*/ 538 h 550"/>
                <a:gd name="T98" fmla="*/ 128 w 571"/>
                <a:gd name="T99" fmla="*/ 522 h 550"/>
                <a:gd name="T100" fmla="*/ 89 w 571"/>
                <a:gd name="T101" fmla="*/ 501 h 550"/>
                <a:gd name="T102" fmla="*/ 58 w 571"/>
                <a:gd name="T103" fmla="*/ 475 h 550"/>
                <a:gd name="T104" fmla="*/ 32 w 571"/>
                <a:gd name="T105" fmla="*/ 442 h 550"/>
                <a:gd name="T106" fmla="*/ 14 w 571"/>
                <a:gd name="T107" fmla="*/ 402 h 550"/>
                <a:gd name="T108" fmla="*/ 4 w 571"/>
                <a:gd name="T109" fmla="*/ 358 h 550"/>
                <a:gd name="T110" fmla="*/ 0 w 571"/>
                <a:gd name="T111" fmla="*/ 306 h 550"/>
                <a:gd name="T112" fmla="*/ 0 w 571"/>
                <a:gd name="T113" fmla="*/ 49 h 550"/>
                <a:gd name="T114" fmla="*/ 4 w 571"/>
                <a:gd name="T115" fmla="*/ 30 h 550"/>
                <a:gd name="T116" fmla="*/ 14 w 571"/>
                <a:gd name="T117" fmla="*/ 14 h 550"/>
                <a:gd name="T118" fmla="*/ 30 w 571"/>
                <a:gd name="T119" fmla="*/ 4 h 550"/>
                <a:gd name="T120" fmla="*/ 49 w 571"/>
                <a:gd name="T121" fmla="*/ 0 h 5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71" h="550">
                  <a:moveTo>
                    <a:pt x="49" y="0"/>
                  </a:moveTo>
                  <a:lnTo>
                    <a:pt x="68" y="4"/>
                  </a:lnTo>
                  <a:lnTo>
                    <a:pt x="84" y="14"/>
                  </a:lnTo>
                  <a:lnTo>
                    <a:pt x="94" y="30"/>
                  </a:lnTo>
                  <a:lnTo>
                    <a:pt x="98" y="49"/>
                  </a:lnTo>
                  <a:lnTo>
                    <a:pt x="98" y="299"/>
                  </a:lnTo>
                  <a:lnTo>
                    <a:pt x="98" y="320"/>
                  </a:lnTo>
                  <a:lnTo>
                    <a:pt x="101" y="342"/>
                  </a:lnTo>
                  <a:lnTo>
                    <a:pt x="105" y="363"/>
                  </a:lnTo>
                  <a:lnTo>
                    <a:pt x="112" y="384"/>
                  </a:lnTo>
                  <a:lnTo>
                    <a:pt x="122" y="403"/>
                  </a:lnTo>
                  <a:lnTo>
                    <a:pt x="136" y="421"/>
                  </a:lnTo>
                  <a:lnTo>
                    <a:pt x="156" y="437"/>
                  </a:lnTo>
                  <a:lnTo>
                    <a:pt x="180" y="449"/>
                  </a:lnTo>
                  <a:lnTo>
                    <a:pt x="208" y="459"/>
                  </a:lnTo>
                  <a:lnTo>
                    <a:pt x="245" y="464"/>
                  </a:lnTo>
                  <a:lnTo>
                    <a:pt x="286" y="466"/>
                  </a:lnTo>
                  <a:lnTo>
                    <a:pt x="328" y="464"/>
                  </a:lnTo>
                  <a:lnTo>
                    <a:pt x="363" y="459"/>
                  </a:lnTo>
                  <a:lnTo>
                    <a:pt x="391" y="449"/>
                  </a:lnTo>
                  <a:lnTo>
                    <a:pt x="416" y="437"/>
                  </a:lnTo>
                  <a:lnTo>
                    <a:pt x="435" y="421"/>
                  </a:lnTo>
                  <a:lnTo>
                    <a:pt x="449" y="403"/>
                  </a:lnTo>
                  <a:lnTo>
                    <a:pt x="459" y="384"/>
                  </a:lnTo>
                  <a:lnTo>
                    <a:pt x="466" y="363"/>
                  </a:lnTo>
                  <a:lnTo>
                    <a:pt x="470" y="342"/>
                  </a:lnTo>
                  <a:lnTo>
                    <a:pt x="473" y="320"/>
                  </a:lnTo>
                  <a:lnTo>
                    <a:pt x="473" y="299"/>
                  </a:lnTo>
                  <a:lnTo>
                    <a:pt x="473" y="49"/>
                  </a:lnTo>
                  <a:lnTo>
                    <a:pt x="477" y="30"/>
                  </a:lnTo>
                  <a:lnTo>
                    <a:pt x="487" y="14"/>
                  </a:lnTo>
                  <a:lnTo>
                    <a:pt x="503" y="4"/>
                  </a:lnTo>
                  <a:lnTo>
                    <a:pt x="522" y="0"/>
                  </a:lnTo>
                  <a:lnTo>
                    <a:pt x="541" y="4"/>
                  </a:lnTo>
                  <a:lnTo>
                    <a:pt x="557" y="14"/>
                  </a:lnTo>
                  <a:lnTo>
                    <a:pt x="567" y="30"/>
                  </a:lnTo>
                  <a:lnTo>
                    <a:pt x="571" y="49"/>
                  </a:lnTo>
                  <a:lnTo>
                    <a:pt x="571" y="306"/>
                  </a:lnTo>
                  <a:lnTo>
                    <a:pt x="567" y="358"/>
                  </a:lnTo>
                  <a:lnTo>
                    <a:pt x="557" y="402"/>
                  </a:lnTo>
                  <a:lnTo>
                    <a:pt x="540" y="442"/>
                  </a:lnTo>
                  <a:lnTo>
                    <a:pt x="513" y="475"/>
                  </a:lnTo>
                  <a:lnTo>
                    <a:pt x="482" y="501"/>
                  </a:lnTo>
                  <a:lnTo>
                    <a:pt x="444" y="522"/>
                  </a:lnTo>
                  <a:lnTo>
                    <a:pt x="398" y="538"/>
                  </a:lnTo>
                  <a:lnTo>
                    <a:pt x="346" y="547"/>
                  </a:lnTo>
                  <a:lnTo>
                    <a:pt x="286" y="550"/>
                  </a:lnTo>
                  <a:lnTo>
                    <a:pt x="225" y="547"/>
                  </a:lnTo>
                  <a:lnTo>
                    <a:pt x="173" y="538"/>
                  </a:lnTo>
                  <a:lnTo>
                    <a:pt x="128" y="522"/>
                  </a:lnTo>
                  <a:lnTo>
                    <a:pt x="89" y="501"/>
                  </a:lnTo>
                  <a:lnTo>
                    <a:pt x="58" y="475"/>
                  </a:lnTo>
                  <a:lnTo>
                    <a:pt x="32" y="442"/>
                  </a:lnTo>
                  <a:lnTo>
                    <a:pt x="14" y="402"/>
                  </a:lnTo>
                  <a:lnTo>
                    <a:pt x="4" y="358"/>
                  </a:lnTo>
                  <a:lnTo>
                    <a:pt x="0" y="306"/>
                  </a:lnTo>
                  <a:lnTo>
                    <a:pt x="0" y="49"/>
                  </a:lnTo>
                  <a:lnTo>
                    <a:pt x="4" y="30"/>
                  </a:lnTo>
                  <a:lnTo>
                    <a:pt x="14" y="14"/>
                  </a:lnTo>
                  <a:lnTo>
                    <a:pt x="30" y="4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 dirty="0"/>
            </a:p>
          </p:txBody>
        </p:sp>
        <p:sp>
          <p:nvSpPr>
            <p:cNvPr id="15" name="Freeform 12"/>
            <p:cNvSpPr>
              <a:spLocks noEditPoints="1"/>
            </p:cNvSpPr>
            <p:nvPr userDrawn="1"/>
          </p:nvSpPr>
          <p:spPr bwMode="auto">
            <a:xfrm>
              <a:off x="6530592" y="5818063"/>
              <a:ext cx="521796" cy="508514"/>
            </a:xfrm>
            <a:custGeom>
              <a:avLst/>
              <a:gdLst>
                <a:gd name="T0" fmla="*/ 96 w 550"/>
                <a:gd name="T1" fmla="*/ 79 h 536"/>
                <a:gd name="T2" fmla="*/ 96 w 550"/>
                <a:gd name="T3" fmla="*/ 241 h 536"/>
                <a:gd name="T4" fmla="*/ 307 w 550"/>
                <a:gd name="T5" fmla="*/ 241 h 536"/>
                <a:gd name="T6" fmla="*/ 342 w 550"/>
                <a:gd name="T7" fmla="*/ 241 h 536"/>
                <a:gd name="T8" fmla="*/ 372 w 550"/>
                <a:gd name="T9" fmla="*/ 238 h 536"/>
                <a:gd name="T10" fmla="*/ 398 w 550"/>
                <a:gd name="T11" fmla="*/ 231 h 536"/>
                <a:gd name="T12" fmla="*/ 417 w 550"/>
                <a:gd name="T13" fmla="*/ 222 h 536"/>
                <a:gd name="T14" fmla="*/ 431 w 550"/>
                <a:gd name="T15" fmla="*/ 206 h 536"/>
                <a:gd name="T16" fmla="*/ 440 w 550"/>
                <a:gd name="T17" fmla="*/ 187 h 536"/>
                <a:gd name="T18" fmla="*/ 443 w 550"/>
                <a:gd name="T19" fmla="*/ 161 h 536"/>
                <a:gd name="T20" fmla="*/ 440 w 550"/>
                <a:gd name="T21" fmla="*/ 135 h 536"/>
                <a:gd name="T22" fmla="*/ 431 w 550"/>
                <a:gd name="T23" fmla="*/ 114 h 536"/>
                <a:gd name="T24" fmla="*/ 417 w 550"/>
                <a:gd name="T25" fmla="*/ 100 h 536"/>
                <a:gd name="T26" fmla="*/ 398 w 550"/>
                <a:gd name="T27" fmla="*/ 89 h 536"/>
                <a:gd name="T28" fmla="*/ 372 w 550"/>
                <a:gd name="T29" fmla="*/ 84 h 536"/>
                <a:gd name="T30" fmla="*/ 342 w 550"/>
                <a:gd name="T31" fmla="*/ 80 h 536"/>
                <a:gd name="T32" fmla="*/ 307 w 550"/>
                <a:gd name="T33" fmla="*/ 79 h 536"/>
                <a:gd name="T34" fmla="*/ 96 w 550"/>
                <a:gd name="T35" fmla="*/ 79 h 536"/>
                <a:gd name="T36" fmla="*/ 0 w 550"/>
                <a:gd name="T37" fmla="*/ 0 h 536"/>
                <a:gd name="T38" fmla="*/ 323 w 550"/>
                <a:gd name="T39" fmla="*/ 0 h 536"/>
                <a:gd name="T40" fmla="*/ 377 w 550"/>
                <a:gd name="T41" fmla="*/ 2 h 536"/>
                <a:gd name="T42" fmla="*/ 422 w 550"/>
                <a:gd name="T43" fmla="*/ 9 h 536"/>
                <a:gd name="T44" fmla="*/ 459 w 550"/>
                <a:gd name="T45" fmla="*/ 19 h 536"/>
                <a:gd name="T46" fmla="*/ 489 w 550"/>
                <a:gd name="T47" fmla="*/ 37 h 536"/>
                <a:gd name="T48" fmla="*/ 511 w 550"/>
                <a:gd name="T49" fmla="*/ 58 h 536"/>
                <a:gd name="T50" fmla="*/ 527 w 550"/>
                <a:gd name="T51" fmla="*/ 86 h 536"/>
                <a:gd name="T52" fmla="*/ 537 w 550"/>
                <a:gd name="T53" fmla="*/ 119 h 536"/>
                <a:gd name="T54" fmla="*/ 539 w 550"/>
                <a:gd name="T55" fmla="*/ 157 h 536"/>
                <a:gd name="T56" fmla="*/ 537 w 550"/>
                <a:gd name="T57" fmla="*/ 194 h 536"/>
                <a:gd name="T58" fmla="*/ 527 w 550"/>
                <a:gd name="T59" fmla="*/ 225 h 536"/>
                <a:gd name="T60" fmla="*/ 513 w 550"/>
                <a:gd name="T61" fmla="*/ 252 h 536"/>
                <a:gd name="T62" fmla="*/ 494 w 550"/>
                <a:gd name="T63" fmla="*/ 272 h 536"/>
                <a:gd name="T64" fmla="*/ 471 w 550"/>
                <a:gd name="T65" fmla="*/ 290 h 536"/>
                <a:gd name="T66" fmla="*/ 447 w 550"/>
                <a:gd name="T67" fmla="*/ 302 h 536"/>
                <a:gd name="T68" fmla="*/ 419 w 550"/>
                <a:gd name="T69" fmla="*/ 311 h 536"/>
                <a:gd name="T70" fmla="*/ 393 w 550"/>
                <a:gd name="T71" fmla="*/ 314 h 536"/>
                <a:gd name="T72" fmla="*/ 384 w 550"/>
                <a:gd name="T73" fmla="*/ 314 h 536"/>
                <a:gd name="T74" fmla="*/ 550 w 550"/>
                <a:gd name="T75" fmla="*/ 536 h 536"/>
                <a:gd name="T76" fmla="*/ 431 w 550"/>
                <a:gd name="T77" fmla="*/ 536 h 536"/>
                <a:gd name="T78" fmla="*/ 274 w 550"/>
                <a:gd name="T79" fmla="*/ 323 h 536"/>
                <a:gd name="T80" fmla="*/ 272 w 550"/>
                <a:gd name="T81" fmla="*/ 321 h 536"/>
                <a:gd name="T82" fmla="*/ 96 w 550"/>
                <a:gd name="T83" fmla="*/ 321 h 536"/>
                <a:gd name="T84" fmla="*/ 96 w 550"/>
                <a:gd name="T85" fmla="*/ 536 h 536"/>
                <a:gd name="T86" fmla="*/ 0 w 550"/>
                <a:gd name="T87" fmla="*/ 536 h 536"/>
                <a:gd name="T88" fmla="*/ 0 w 550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0" h="536">
                  <a:moveTo>
                    <a:pt x="96" y="79"/>
                  </a:moveTo>
                  <a:lnTo>
                    <a:pt x="96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2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2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6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59" y="19"/>
                  </a:lnTo>
                  <a:lnTo>
                    <a:pt x="489" y="37"/>
                  </a:lnTo>
                  <a:lnTo>
                    <a:pt x="511" y="58"/>
                  </a:lnTo>
                  <a:lnTo>
                    <a:pt x="527" y="86"/>
                  </a:lnTo>
                  <a:lnTo>
                    <a:pt x="537" y="119"/>
                  </a:lnTo>
                  <a:lnTo>
                    <a:pt x="539" y="157"/>
                  </a:lnTo>
                  <a:lnTo>
                    <a:pt x="537" y="194"/>
                  </a:lnTo>
                  <a:lnTo>
                    <a:pt x="527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1" y="290"/>
                  </a:lnTo>
                  <a:lnTo>
                    <a:pt x="447" y="302"/>
                  </a:lnTo>
                  <a:lnTo>
                    <a:pt x="419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0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2" y="321"/>
                  </a:lnTo>
                  <a:lnTo>
                    <a:pt x="96" y="321"/>
                  </a:lnTo>
                  <a:lnTo>
                    <a:pt x="9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 dirty="0"/>
            </a:p>
          </p:txBody>
        </p:sp>
        <p:sp>
          <p:nvSpPr>
            <p:cNvPr id="16" name="Freeform 13"/>
            <p:cNvSpPr>
              <a:spLocks/>
            </p:cNvSpPr>
            <p:nvPr userDrawn="1"/>
          </p:nvSpPr>
          <p:spPr bwMode="auto">
            <a:xfrm>
              <a:off x="7183312" y="5818063"/>
              <a:ext cx="462976" cy="508514"/>
            </a:xfrm>
            <a:custGeom>
              <a:avLst/>
              <a:gdLst>
                <a:gd name="T0" fmla="*/ 0 w 488"/>
                <a:gd name="T1" fmla="*/ 0 h 536"/>
                <a:gd name="T2" fmla="*/ 438 w 488"/>
                <a:gd name="T3" fmla="*/ 0 h 536"/>
                <a:gd name="T4" fmla="*/ 453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3 w 488"/>
                <a:gd name="T17" fmla="*/ 79 h 536"/>
                <a:gd name="T18" fmla="*/ 438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33 w 488"/>
                <a:gd name="T25" fmla="*/ 218 h 536"/>
                <a:gd name="T26" fmla="*/ 349 w 488"/>
                <a:gd name="T27" fmla="*/ 222 h 536"/>
                <a:gd name="T28" fmla="*/ 361 w 488"/>
                <a:gd name="T29" fmla="*/ 231 h 536"/>
                <a:gd name="T30" fmla="*/ 370 w 488"/>
                <a:gd name="T31" fmla="*/ 243 h 536"/>
                <a:gd name="T32" fmla="*/ 373 w 488"/>
                <a:gd name="T33" fmla="*/ 259 h 536"/>
                <a:gd name="T34" fmla="*/ 370 w 488"/>
                <a:gd name="T35" fmla="*/ 276 h 536"/>
                <a:gd name="T36" fmla="*/ 361 w 488"/>
                <a:gd name="T37" fmla="*/ 288 h 536"/>
                <a:gd name="T38" fmla="*/ 349 w 488"/>
                <a:gd name="T39" fmla="*/ 297 h 536"/>
                <a:gd name="T40" fmla="*/ 333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6 w 488"/>
                <a:gd name="T47" fmla="*/ 454 h 536"/>
                <a:gd name="T48" fmla="*/ 464 w 488"/>
                <a:gd name="T49" fmla="*/ 457 h 536"/>
                <a:gd name="T50" fmla="*/ 476 w 488"/>
                <a:gd name="T51" fmla="*/ 466 h 536"/>
                <a:gd name="T52" fmla="*/ 485 w 488"/>
                <a:gd name="T53" fmla="*/ 478 h 536"/>
                <a:gd name="T54" fmla="*/ 488 w 488"/>
                <a:gd name="T55" fmla="*/ 494 h 536"/>
                <a:gd name="T56" fmla="*/ 485 w 488"/>
                <a:gd name="T57" fmla="*/ 512 h 536"/>
                <a:gd name="T58" fmla="*/ 476 w 488"/>
                <a:gd name="T59" fmla="*/ 524 h 536"/>
                <a:gd name="T60" fmla="*/ 464 w 488"/>
                <a:gd name="T61" fmla="*/ 533 h 536"/>
                <a:gd name="T62" fmla="*/ 446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38" y="0"/>
                  </a:lnTo>
                  <a:lnTo>
                    <a:pt x="453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3" y="79"/>
                  </a:lnTo>
                  <a:lnTo>
                    <a:pt x="438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33" y="218"/>
                  </a:lnTo>
                  <a:lnTo>
                    <a:pt x="349" y="222"/>
                  </a:lnTo>
                  <a:lnTo>
                    <a:pt x="361" y="231"/>
                  </a:lnTo>
                  <a:lnTo>
                    <a:pt x="370" y="243"/>
                  </a:lnTo>
                  <a:lnTo>
                    <a:pt x="373" y="259"/>
                  </a:lnTo>
                  <a:lnTo>
                    <a:pt x="370" y="276"/>
                  </a:lnTo>
                  <a:lnTo>
                    <a:pt x="361" y="288"/>
                  </a:lnTo>
                  <a:lnTo>
                    <a:pt x="349" y="297"/>
                  </a:lnTo>
                  <a:lnTo>
                    <a:pt x="333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6" y="454"/>
                  </a:lnTo>
                  <a:lnTo>
                    <a:pt x="464" y="457"/>
                  </a:lnTo>
                  <a:lnTo>
                    <a:pt x="476" y="466"/>
                  </a:lnTo>
                  <a:lnTo>
                    <a:pt x="485" y="478"/>
                  </a:lnTo>
                  <a:lnTo>
                    <a:pt x="488" y="494"/>
                  </a:lnTo>
                  <a:lnTo>
                    <a:pt x="485" y="512"/>
                  </a:lnTo>
                  <a:lnTo>
                    <a:pt x="476" y="524"/>
                  </a:lnTo>
                  <a:lnTo>
                    <a:pt x="464" y="533"/>
                  </a:lnTo>
                  <a:lnTo>
                    <a:pt x="44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 dirty="0"/>
            </a:p>
          </p:txBody>
        </p:sp>
        <p:sp>
          <p:nvSpPr>
            <p:cNvPr id="17" name="Freeform 14"/>
            <p:cNvSpPr>
              <a:spLocks/>
            </p:cNvSpPr>
            <p:nvPr userDrawn="1"/>
          </p:nvSpPr>
          <p:spPr bwMode="auto">
            <a:xfrm>
              <a:off x="4647381" y="5515421"/>
              <a:ext cx="91077" cy="87282"/>
            </a:xfrm>
            <a:custGeom>
              <a:avLst/>
              <a:gdLst>
                <a:gd name="T0" fmla="*/ 51 w 96"/>
                <a:gd name="T1" fmla="*/ 0 h 92"/>
                <a:gd name="T2" fmla="*/ 53 w 96"/>
                <a:gd name="T3" fmla="*/ 0 h 92"/>
                <a:gd name="T4" fmla="*/ 70 w 96"/>
                <a:gd name="T5" fmla="*/ 5 h 92"/>
                <a:gd name="T6" fmla="*/ 84 w 96"/>
                <a:gd name="T7" fmla="*/ 15 h 92"/>
                <a:gd name="T8" fmla="*/ 93 w 96"/>
                <a:gd name="T9" fmla="*/ 31 h 92"/>
                <a:gd name="T10" fmla="*/ 96 w 96"/>
                <a:gd name="T11" fmla="*/ 49 h 92"/>
                <a:gd name="T12" fmla="*/ 91 w 96"/>
                <a:gd name="T13" fmla="*/ 66 h 92"/>
                <a:gd name="T14" fmla="*/ 81 w 96"/>
                <a:gd name="T15" fmla="*/ 80 h 92"/>
                <a:gd name="T16" fmla="*/ 65 w 96"/>
                <a:gd name="T17" fmla="*/ 91 h 92"/>
                <a:gd name="T18" fmla="*/ 47 w 96"/>
                <a:gd name="T19" fmla="*/ 92 h 92"/>
                <a:gd name="T20" fmla="*/ 44 w 96"/>
                <a:gd name="T21" fmla="*/ 92 h 92"/>
                <a:gd name="T22" fmla="*/ 26 w 96"/>
                <a:gd name="T23" fmla="*/ 87 h 92"/>
                <a:gd name="T24" fmla="*/ 12 w 96"/>
                <a:gd name="T25" fmla="*/ 77 h 92"/>
                <a:gd name="T26" fmla="*/ 4 w 96"/>
                <a:gd name="T27" fmla="*/ 61 h 92"/>
                <a:gd name="T28" fmla="*/ 0 w 96"/>
                <a:gd name="T29" fmla="*/ 43 h 92"/>
                <a:gd name="T30" fmla="*/ 5 w 96"/>
                <a:gd name="T31" fmla="*/ 26 h 92"/>
                <a:gd name="T32" fmla="*/ 16 w 96"/>
                <a:gd name="T33" fmla="*/ 12 h 92"/>
                <a:gd name="T34" fmla="*/ 32 w 96"/>
                <a:gd name="T35" fmla="*/ 2 h 92"/>
                <a:gd name="T36" fmla="*/ 51 w 96"/>
                <a:gd name="T37" fmla="*/ 0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96" h="92">
                  <a:moveTo>
                    <a:pt x="51" y="0"/>
                  </a:moveTo>
                  <a:lnTo>
                    <a:pt x="53" y="0"/>
                  </a:lnTo>
                  <a:lnTo>
                    <a:pt x="70" y="5"/>
                  </a:lnTo>
                  <a:lnTo>
                    <a:pt x="84" y="15"/>
                  </a:lnTo>
                  <a:lnTo>
                    <a:pt x="93" y="31"/>
                  </a:lnTo>
                  <a:lnTo>
                    <a:pt x="96" y="49"/>
                  </a:lnTo>
                  <a:lnTo>
                    <a:pt x="91" y="66"/>
                  </a:lnTo>
                  <a:lnTo>
                    <a:pt x="81" y="80"/>
                  </a:lnTo>
                  <a:lnTo>
                    <a:pt x="65" y="91"/>
                  </a:lnTo>
                  <a:lnTo>
                    <a:pt x="47" y="92"/>
                  </a:lnTo>
                  <a:lnTo>
                    <a:pt x="44" y="92"/>
                  </a:lnTo>
                  <a:lnTo>
                    <a:pt x="26" y="87"/>
                  </a:lnTo>
                  <a:lnTo>
                    <a:pt x="12" y="77"/>
                  </a:lnTo>
                  <a:lnTo>
                    <a:pt x="4" y="61"/>
                  </a:lnTo>
                  <a:lnTo>
                    <a:pt x="0" y="43"/>
                  </a:lnTo>
                  <a:lnTo>
                    <a:pt x="5" y="26"/>
                  </a:lnTo>
                  <a:lnTo>
                    <a:pt x="16" y="12"/>
                  </a:lnTo>
                  <a:lnTo>
                    <a:pt x="32" y="2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 dirty="0"/>
            </a:p>
          </p:txBody>
        </p:sp>
        <p:sp>
          <p:nvSpPr>
            <p:cNvPr id="18" name="Freeform 15"/>
            <p:cNvSpPr>
              <a:spLocks/>
            </p:cNvSpPr>
            <p:nvPr userDrawn="1"/>
          </p:nvSpPr>
          <p:spPr bwMode="auto">
            <a:xfrm>
              <a:off x="4937689" y="5235549"/>
              <a:ext cx="130923" cy="157487"/>
            </a:xfrm>
            <a:custGeom>
              <a:avLst/>
              <a:gdLst>
                <a:gd name="T0" fmla="*/ 40 w 138"/>
                <a:gd name="T1" fmla="*/ 0 h 166"/>
                <a:gd name="T2" fmla="*/ 57 w 138"/>
                <a:gd name="T3" fmla="*/ 2 h 166"/>
                <a:gd name="T4" fmla="*/ 73 w 138"/>
                <a:gd name="T5" fmla="*/ 9 h 166"/>
                <a:gd name="T6" fmla="*/ 85 w 138"/>
                <a:gd name="T7" fmla="*/ 22 h 166"/>
                <a:gd name="T8" fmla="*/ 132 w 138"/>
                <a:gd name="T9" fmla="*/ 96 h 166"/>
                <a:gd name="T10" fmla="*/ 138 w 138"/>
                <a:gd name="T11" fmla="*/ 113 h 166"/>
                <a:gd name="T12" fmla="*/ 138 w 138"/>
                <a:gd name="T13" fmla="*/ 131 h 166"/>
                <a:gd name="T14" fmla="*/ 129 w 138"/>
                <a:gd name="T15" fmla="*/ 146 h 166"/>
                <a:gd name="T16" fmla="*/ 115 w 138"/>
                <a:gd name="T17" fmla="*/ 159 h 166"/>
                <a:gd name="T18" fmla="*/ 99 w 138"/>
                <a:gd name="T19" fmla="*/ 166 h 166"/>
                <a:gd name="T20" fmla="*/ 80 w 138"/>
                <a:gd name="T21" fmla="*/ 164 h 166"/>
                <a:gd name="T22" fmla="*/ 64 w 138"/>
                <a:gd name="T23" fmla="*/ 157 h 166"/>
                <a:gd name="T24" fmla="*/ 52 w 138"/>
                <a:gd name="T25" fmla="*/ 143 h 166"/>
                <a:gd name="T26" fmla="*/ 5 w 138"/>
                <a:gd name="T27" fmla="*/ 70 h 166"/>
                <a:gd name="T28" fmla="*/ 0 w 138"/>
                <a:gd name="T29" fmla="*/ 52 h 166"/>
                <a:gd name="T30" fmla="*/ 0 w 138"/>
                <a:gd name="T31" fmla="*/ 35 h 166"/>
                <a:gd name="T32" fmla="*/ 8 w 138"/>
                <a:gd name="T33" fmla="*/ 17 h 166"/>
                <a:gd name="T34" fmla="*/ 22 w 138"/>
                <a:gd name="T35" fmla="*/ 7 h 166"/>
                <a:gd name="T36" fmla="*/ 40 w 138"/>
                <a:gd name="T37" fmla="*/ 0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8" h="166">
                  <a:moveTo>
                    <a:pt x="40" y="0"/>
                  </a:moveTo>
                  <a:lnTo>
                    <a:pt x="57" y="2"/>
                  </a:lnTo>
                  <a:lnTo>
                    <a:pt x="73" y="9"/>
                  </a:lnTo>
                  <a:lnTo>
                    <a:pt x="85" y="22"/>
                  </a:lnTo>
                  <a:lnTo>
                    <a:pt x="132" y="96"/>
                  </a:lnTo>
                  <a:lnTo>
                    <a:pt x="138" y="113"/>
                  </a:lnTo>
                  <a:lnTo>
                    <a:pt x="138" y="131"/>
                  </a:lnTo>
                  <a:lnTo>
                    <a:pt x="129" y="146"/>
                  </a:lnTo>
                  <a:lnTo>
                    <a:pt x="115" y="159"/>
                  </a:lnTo>
                  <a:lnTo>
                    <a:pt x="99" y="166"/>
                  </a:lnTo>
                  <a:lnTo>
                    <a:pt x="80" y="164"/>
                  </a:lnTo>
                  <a:lnTo>
                    <a:pt x="64" y="157"/>
                  </a:lnTo>
                  <a:lnTo>
                    <a:pt x="52" y="143"/>
                  </a:lnTo>
                  <a:lnTo>
                    <a:pt x="5" y="70"/>
                  </a:lnTo>
                  <a:lnTo>
                    <a:pt x="0" y="52"/>
                  </a:lnTo>
                  <a:lnTo>
                    <a:pt x="0" y="35"/>
                  </a:lnTo>
                  <a:lnTo>
                    <a:pt x="8" y="17"/>
                  </a:lnTo>
                  <a:lnTo>
                    <a:pt x="22" y="7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 dirty="0"/>
            </a:p>
          </p:txBody>
        </p:sp>
        <p:sp>
          <p:nvSpPr>
            <p:cNvPr id="19" name="Freeform 16"/>
            <p:cNvSpPr>
              <a:spLocks/>
            </p:cNvSpPr>
            <p:nvPr userDrawn="1"/>
          </p:nvSpPr>
          <p:spPr bwMode="auto">
            <a:xfrm>
              <a:off x="5278280" y="5018292"/>
              <a:ext cx="132821" cy="243821"/>
            </a:xfrm>
            <a:custGeom>
              <a:avLst/>
              <a:gdLst>
                <a:gd name="T0" fmla="*/ 53 w 140"/>
                <a:gd name="T1" fmla="*/ 0 h 257"/>
                <a:gd name="T2" fmla="*/ 68 w 140"/>
                <a:gd name="T3" fmla="*/ 7 h 257"/>
                <a:gd name="T4" fmla="*/ 82 w 140"/>
                <a:gd name="T5" fmla="*/ 19 h 257"/>
                <a:gd name="T6" fmla="*/ 89 w 140"/>
                <a:gd name="T7" fmla="*/ 35 h 257"/>
                <a:gd name="T8" fmla="*/ 140 w 140"/>
                <a:gd name="T9" fmla="*/ 199 h 257"/>
                <a:gd name="T10" fmla="*/ 140 w 140"/>
                <a:gd name="T11" fmla="*/ 218 h 257"/>
                <a:gd name="T12" fmla="*/ 135 w 140"/>
                <a:gd name="T13" fmla="*/ 234 h 257"/>
                <a:gd name="T14" fmla="*/ 122 w 140"/>
                <a:gd name="T15" fmla="*/ 248 h 257"/>
                <a:gd name="T16" fmla="*/ 105 w 140"/>
                <a:gd name="T17" fmla="*/ 255 h 257"/>
                <a:gd name="T18" fmla="*/ 88 w 140"/>
                <a:gd name="T19" fmla="*/ 257 h 257"/>
                <a:gd name="T20" fmla="*/ 70 w 140"/>
                <a:gd name="T21" fmla="*/ 250 h 257"/>
                <a:gd name="T22" fmla="*/ 58 w 140"/>
                <a:gd name="T23" fmla="*/ 239 h 257"/>
                <a:gd name="T24" fmla="*/ 49 w 140"/>
                <a:gd name="T25" fmla="*/ 222 h 257"/>
                <a:gd name="T26" fmla="*/ 0 w 140"/>
                <a:gd name="T27" fmla="*/ 58 h 257"/>
                <a:gd name="T28" fmla="*/ 0 w 140"/>
                <a:gd name="T29" fmla="*/ 40 h 257"/>
                <a:gd name="T30" fmla="*/ 5 w 140"/>
                <a:gd name="T31" fmla="*/ 23 h 257"/>
                <a:gd name="T32" fmla="*/ 18 w 140"/>
                <a:gd name="T33" fmla="*/ 11 h 257"/>
                <a:gd name="T34" fmla="*/ 33 w 140"/>
                <a:gd name="T35" fmla="*/ 2 h 257"/>
                <a:gd name="T36" fmla="*/ 53 w 140"/>
                <a:gd name="T37" fmla="*/ 0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40" h="257">
                  <a:moveTo>
                    <a:pt x="53" y="0"/>
                  </a:moveTo>
                  <a:lnTo>
                    <a:pt x="68" y="7"/>
                  </a:lnTo>
                  <a:lnTo>
                    <a:pt x="82" y="19"/>
                  </a:lnTo>
                  <a:lnTo>
                    <a:pt x="89" y="35"/>
                  </a:lnTo>
                  <a:lnTo>
                    <a:pt x="140" y="199"/>
                  </a:lnTo>
                  <a:lnTo>
                    <a:pt x="140" y="218"/>
                  </a:lnTo>
                  <a:lnTo>
                    <a:pt x="135" y="234"/>
                  </a:lnTo>
                  <a:lnTo>
                    <a:pt x="122" y="248"/>
                  </a:lnTo>
                  <a:lnTo>
                    <a:pt x="105" y="255"/>
                  </a:lnTo>
                  <a:lnTo>
                    <a:pt x="88" y="257"/>
                  </a:lnTo>
                  <a:lnTo>
                    <a:pt x="70" y="250"/>
                  </a:lnTo>
                  <a:lnTo>
                    <a:pt x="58" y="239"/>
                  </a:lnTo>
                  <a:lnTo>
                    <a:pt x="49" y="222"/>
                  </a:lnTo>
                  <a:lnTo>
                    <a:pt x="0" y="58"/>
                  </a:lnTo>
                  <a:lnTo>
                    <a:pt x="0" y="40"/>
                  </a:lnTo>
                  <a:lnTo>
                    <a:pt x="5" y="23"/>
                  </a:lnTo>
                  <a:lnTo>
                    <a:pt x="18" y="11"/>
                  </a:lnTo>
                  <a:lnTo>
                    <a:pt x="33" y="2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 dirty="0"/>
            </a:p>
          </p:txBody>
        </p:sp>
        <p:sp>
          <p:nvSpPr>
            <p:cNvPr id="20" name="Freeform 17"/>
            <p:cNvSpPr>
              <a:spLocks/>
            </p:cNvSpPr>
            <p:nvPr userDrawn="1"/>
          </p:nvSpPr>
          <p:spPr bwMode="auto">
            <a:xfrm>
              <a:off x="5649230" y="4842779"/>
              <a:ext cx="112898" cy="335847"/>
            </a:xfrm>
            <a:custGeom>
              <a:avLst/>
              <a:gdLst>
                <a:gd name="T0" fmla="*/ 44 w 119"/>
                <a:gd name="T1" fmla="*/ 0 h 354"/>
                <a:gd name="T2" fmla="*/ 63 w 119"/>
                <a:gd name="T3" fmla="*/ 4 h 354"/>
                <a:gd name="T4" fmla="*/ 77 w 119"/>
                <a:gd name="T5" fmla="*/ 12 h 354"/>
                <a:gd name="T6" fmla="*/ 87 w 119"/>
                <a:gd name="T7" fmla="*/ 26 h 354"/>
                <a:gd name="T8" fmla="*/ 93 w 119"/>
                <a:gd name="T9" fmla="*/ 44 h 354"/>
                <a:gd name="T10" fmla="*/ 119 w 119"/>
                <a:gd name="T11" fmla="*/ 306 h 354"/>
                <a:gd name="T12" fmla="*/ 115 w 119"/>
                <a:gd name="T13" fmla="*/ 323 h 354"/>
                <a:gd name="T14" fmla="*/ 107 w 119"/>
                <a:gd name="T15" fmla="*/ 339 h 354"/>
                <a:gd name="T16" fmla="*/ 93 w 119"/>
                <a:gd name="T17" fmla="*/ 349 h 354"/>
                <a:gd name="T18" fmla="*/ 75 w 119"/>
                <a:gd name="T19" fmla="*/ 354 h 354"/>
                <a:gd name="T20" fmla="*/ 58 w 119"/>
                <a:gd name="T21" fmla="*/ 351 h 354"/>
                <a:gd name="T22" fmla="*/ 42 w 119"/>
                <a:gd name="T23" fmla="*/ 342 h 354"/>
                <a:gd name="T24" fmla="*/ 32 w 119"/>
                <a:gd name="T25" fmla="*/ 328 h 354"/>
                <a:gd name="T26" fmla="*/ 26 w 119"/>
                <a:gd name="T27" fmla="*/ 311 h 354"/>
                <a:gd name="T28" fmla="*/ 0 w 119"/>
                <a:gd name="T29" fmla="*/ 49 h 354"/>
                <a:gd name="T30" fmla="*/ 4 w 119"/>
                <a:gd name="T31" fmla="*/ 32 h 354"/>
                <a:gd name="T32" fmla="*/ 12 w 119"/>
                <a:gd name="T33" fmla="*/ 16 h 354"/>
                <a:gd name="T34" fmla="*/ 26 w 119"/>
                <a:gd name="T35" fmla="*/ 5 h 354"/>
                <a:gd name="T36" fmla="*/ 44 w 119"/>
                <a:gd name="T37" fmla="*/ 0 h 3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9" h="354">
                  <a:moveTo>
                    <a:pt x="44" y="0"/>
                  </a:moveTo>
                  <a:lnTo>
                    <a:pt x="63" y="4"/>
                  </a:lnTo>
                  <a:lnTo>
                    <a:pt x="77" y="12"/>
                  </a:lnTo>
                  <a:lnTo>
                    <a:pt x="87" y="26"/>
                  </a:lnTo>
                  <a:lnTo>
                    <a:pt x="93" y="44"/>
                  </a:lnTo>
                  <a:lnTo>
                    <a:pt x="119" y="306"/>
                  </a:lnTo>
                  <a:lnTo>
                    <a:pt x="115" y="323"/>
                  </a:lnTo>
                  <a:lnTo>
                    <a:pt x="107" y="339"/>
                  </a:lnTo>
                  <a:lnTo>
                    <a:pt x="93" y="349"/>
                  </a:lnTo>
                  <a:lnTo>
                    <a:pt x="75" y="354"/>
                  </a:lnTo>
                  <a:lnTo>
                    <a:pt x="58" y="351"/>
                  </a:lnTo>
                  <a:lnTo>
                    <a:pt x="42" y="342"/>
                  </a:lnTo>
                  <a:lnTo>
                    <a:pt x="32" y="328"/>
                  </a:lnTo>
                  <a:lnTo>
                    <a:pt x="26" y="311"/>
                  </a:lnTo>
                  <a:lnTo>
                    <a:pt x="0" y="49"/>
                  </a:lnTo>
                  <a:lnTo>
                    <a:pt x="4" y="32"/>
                  </a:lnTo>
                  <a:lnTo>
                    <a:pt x="12" y="16"/>
                  </a:lnTo>
                  <a:lnTo>
                    <a:pt x="26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 dirty="0"/>
            </a:p>
          </p:txBody>
        </p:sp>
        <p:sp>
          <p:nvSpPr>
            <p:cNvPr id="21" name="Freeform 18"/>
            <p:cNvSpPr>
              <a:spLocks/>
            </p:cNvSpPr>
            <p:nvPr userDrawn="1"/>
          </p:nvSpPr>
          <p:spPr bwMode="auto">
            <a:xfrm>
              <a:off x="6026821" y="4720394"/>
              <a:ext cx="104359" cy="420283"/>
            </a:xfrm>
            <a:custGeom>
              <a:avLst/>
              <a:gdLst>
                <a:gd name="T0" fmla="*/ 68 w 110"/>
                <a:gd name="T1" fmla="*/ 0 h 443"/>
                <a:gd name="T2" fmla="*/ 86 w 110"/>
                <a:gd name="T3" fmla="*/ 5 h 443"/>
                <a:gd name="T4" fmla="*/ 100 w 110"/>
                <a:gd name="T5" fmla="*/ 16 h 443"/>
                <a:gd name="T6" fmla="*/ 107 w 110"/>
                <a:gd name="T7" fmla="*/ 31 h 443"/>
                <a:gd name="T8" fmla="*/ 110 w 110"/>
                <a:gd name="T9" fmla="*/ 51 h 443"/>
                <a:gd name="T10" fmla="*/ 93 w 110"/>
                <a:gd name="T11" fmla="*/ 401 h 443"/>
                <a:gd name="T12" fmla="*/ 87 w 110"/>
                <a:gd name="T13" fmla="*/ 419 h 443"/>
                <a:gd name="T14" fmla="*/ 75 w 110"/>
                <a:gd name="T15" fmla="*/ 433 h 443"/>
                <a:gd name="T16" fmla="*/ 61 w 110"/>
                <a:gd name="T17" fmla="*/ 442 h 443"/>
                <a:gd name="T18" fmla="*/ 42 w 110"/>
                <a:gd name="T19" fmla="*/ 443 h 443"/>
                <a:gd name="T20" fmla="*/ 25 w 110"/>
                <a:gd name="T21" fmla="*/ 438 h 443"/>
                <a:gd name="T22" fmla="*/ 11 w 110"/>
                <a:gd name="T23" fmla="*/ 426 h 443"/>
                <a:gd name="T24" fmla="*/ 2 w 110"/>
                <a:gd name="T25" fmla="*/ 412 h 443"/>
                <a:gd name="T26" fmla="*/ 0 w 110"/>
                <a:gd name="T27" fmla="*/ 393 h 443"/>
                <a:gd name="T28" fmla="*/ 18 w 110"/>
                <a:gd name="T29" fmla="*/ 42 h 443"/>
                <a:gd name="T30" fmla="*/ 23 w 110"/>
                <a:gd name="T31" fmla="*/ 24 h 443"/>
                <a:gd name="T32" fmla="*/ 33 w 110"/>
                <a:gd name="T33" fmla="*/ 10 h 443"/>
                <a:gd name="T34" fmla="*/ 49 w 110"/>
                <a:gd name="T35" fmla="*/ 2 h 443"/>
                <a:gd name="T36" fmla="*/ 68 w 110"/>
                <a:gd name="T37" fmla="*/ 0 h 4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0" h="443">
                  <a:moveTo>
                    <a:pt x="68" y="0"/>
                  </a:moveTo>
                  <a:lnTo>
                    <a:pt x="86" y="5"/>
                  </a:lnTo>
                  <a:lnTo>
                    <a:pt x="100" y="16"/>
                  </a:lnTo>
                  <a:lnTo>
                    <a:pt x="107" y="31"/>
                  </a:lnTo>
                  <a:lnTo>
                    <a:pt x="110" y="51"/>
                  </a:lnTo>
                  <a:lnTo>
                    <a:pt x="93" y="401"/>
                  </a:lnTo>
                  <a:lnTo>
                    <a:pt x="87" y="419"/>
                  </a:lnTo>
                  <a:lnTo>
                    <a:pt x="75" y="433"/>
                  </a:lnTo>
                  <a:lnTo>
                    <a:pt x="61" y="442"/>
                  </a:lnTo>
                  <a:lnTo>
                    <a:pt x="42" y="443"/>
                  </a:lnTo>
                  <a:lnTo>
                    <a:pt x="25" y="438"/>
                  </a:lnTo>
                  <a:lnTo>
                    <a:pt x="11" y="426"/>
                  </a:lnTo>
                  <a:lnTo>
                    <a:pt x="2" y="412"/>
                  </a:lnTo>
                  <a:lnTo>
                    <a:pt x="0" y="393"/>
                  </a:lnTo>
                  <a:lnTo>
                    <a:pt x="18" y="42"/>
                  </a:lnTo>
                  <a:lnTo>
                    <a:pt x="23" y="24"/>
                  </a:lnTo>
                  <a:lnTo>
                    <a:pt x="33" y="10"/>
                  </a:lnTo>
                  <a:lnTo>
                    <a:pt x="49" y="2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 dirty="0"/>
            </a:p>
          </p:txBody>
        </p:sp>
        <p:sp>
          <p:nvSpPr>
            <p:cNvPr id="22" name="Freeform 19"/>
            <p:cNvSpPr>
              <a:spLocks/>
            </p:cNvSpPr>
            <p:nvPr userDrawn="1"/>
          </p:nvSpPr>
          <p:spPr bwMode="auto">
            <a:xfrm>
              <a:off x="6384489" y="4647343"/>
              <a:ext cx="162232" cy="497129"/>
            </a:xfrm>
            <a:custGeom>
              <a:avLst/>
              <a:gdLst>
                <a:gd name="T0" fmla="*/ 119 w 171"/>
                <a:gd name="T1" fmla="*/ 0 h 524"/>
                <a:gd name="T2" fmla="*/ 136 w 171"/>
                <a:gd name="T3" fmla="*/ 0 h 524"/>
                <a:gd name="T4" fmla="*/ 154 w 171"/>
                <a:gd name="T5" fmla="*/ 9 h 524"/>
                <a:gd name="T6" fmla="*/ 166 w 171"/>
                <a:gd name="T7" fmla="*/ 21 h 524"/>
                <a:gd name="T8" fmla="*/ 171 w 171"/>
                <a:gd name="T9" fmla="*/ 37 h 524"/>
                <a:gd name="T10" fmla="*/ 171 w 171"/>
                <a:gd name="T11" fmla="*/ 56 h 524"/>
                <a:gd name="T12" fmla="*/ 91 w 171"/>
                <a:gd name="T13" fmla="*/ 489 h 524"/>
                <a:gd name="T14" fmla="*/ 84 w 171"/>
                <a:gd name="T15" fmla="*/ 506 h 524"/>
                <a:gd name="T16" fmla="*/ 70 w 171"/>
                <a:gd name="T17" fmla="*/ 517 h 524"/>
                <a:gd name="T18" fmla="*/ 54 w 171"/>
                <a:gd name="T19" fmla="*/ 524 h 524"/>
                <a:gd name="T20" fmla="*/ 37 w 171"/>
                <a:gd name="T21" fmla="*/ 524 h 524"/>
                <a:gd name="T22" fmla="*/ 19 w 171"/>
                <a:gd name="T23" fmla="*/ 517 h 524"/>
                <a:gd name="T24" fmla="*/ 7 w 171"/>
                <a:gd name="T25" fmla="*/ 503 h 524"/>
                <a:gd name="T26" fmla="*/ 0 w 171"/>
                <a:gd name="T27" fmla="*/ 487 h 524"/>
                <a:gd name="T28" fmla="*/ 2 w 171"/>
                <a:gd name="T29" fmla="*/ 468 h 524"/>
                <a:gd name="T30" fmla="*/ 82 w 171"/>
                <a:gd name="T31" fmla="*/ 35 h 524"/>
                <a:gd name="T32" fmla="*/ 89 w 171"/>
                <a:gd name="T33" fmla="*/ 19 h 524"/>
                <a:gd name="T34" fmla="*/ 101 w 171"/>
                <a:gd name="T35" fmla="*/ 7 h 524"/>
                <a:gd name="T36" fmla="*/ 119 w 171"/>
                <a:gd name="T37" fmla="*/ 0 h 5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71" h="524">
                  <a:moveTo>
                    <a:pt x="119" y="0"/>
                  </a:moveTo>
                  <a:lnTo>
                    <a:pt x="136" y="0"/>
                  </a:lnTo>
                  <a:lnTo>
                    <a:pt x="154" y="9"/>
                  </a:lnTo>
                  <a:lnTo>
                    <a:pt x="166" y="21"/>
                  </a:lnTo>
                  <a:lnTo>
                    <a:pt x="171" y="37"/>
                  </a:lnTo>
                  <a:lnTo>
                    <a:pt x="171" y="56"/>
                  </a:lnTo>
                  <a:lnTo>
                    <a:pt x="91" y="489"/>
                  </a:lnTo>
                  <a:lnTo>
                    <a:pt x="84" y="506"/>
                  </a:lnTo>
                  <a:lnTo>
                    <a:pt x="70" y="517"/>
                  </a:lnTo>
                  <a:lnTo>
                    <a:pt x="54" y="524"/>
                  </a:lnTo>
                  <a:lnTo>
                    <a:pt x="37" y="524"/>
                  </a:lnTo>
                  <a:lnTo>
                    <a:pt x="19" y="517"/>
                  </a:lnTo>
                  <a:lnTo>
                    <a:pt x="7" y="503"/>
                  </a:lnTo>
                  <a:lnTo>
                    <a:pt x="0" y="487"/>
                  </a:lnTo>
                  <a:lnTo>
                    <a:pt x="2" y="468"/>
                  </a:lnTo>
                  <a:lnTo>
                    <a:pt x="82" y="35"/>
                  </a:lnTo>
                  <a:lnTo>
                    <a:pt x="89" y="19"/>
                  </a:lnTo>
                  <a:lnTo>
                    <a:pt x="101" y="7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 dirty="0"/>
            </a:p>
          </p:txBody>
        </p:sp>
        <p:sp>
          <p:nvSpPr>
            <p:cNvPr id="23" name="Freeform 20"/>
            <p:cNvSpPr>
              <a:spLocks/>
            </p:cNvSpPr>
            <p:nvPr userDrawn="1"/>
          </p:nvSpPr>
          <p:spPr bwMode="auto">
            <a:xfrm>
              <a:off x="6733618" y="4625522"/>
              <a:ext cx="241924" cy="568283"/>
            </a:xfrm>
            <a:custGeom>
              <a:avLst/>
              <a:gdLst>
                <a:gd name="T0" fmla="*/ 206 w 255"/>
                <a:gd name="T1" fmla="*/ 0 h 599"/>
                <a:gd name="T2" fmla="*/ 226 w 255"/>
                <a:gd name="T3" fmla="*/ 4 h 599"/>
                <a:gd name="T4" fmla="*/ 241 w 255"/>
                <a:gd name="T5" fmla="*/ 13 h 599"/>
                <a:gd name="T6" fmla="*/ 252 w 255"/>
                <a:gd name="T7" fmla="*/ 27 h 599"/>
                <a:gd name="T8" fmla="*/ 255 w 255"/>
                <a:gd name="T9" fmla="*/ 44 h 599"/>
                <a:gd name="T10" fmla="*/ 254 w 255"/>
                <a:gd name="T11" fmla="*/ 62 h 599"/>
                <a:gd name="T12" fmla="*/ 90 w 255"/>
                <a:gd name="T13" fmla="*/ 569 h 599"/>
                <a:gd name="T14" fmla="*/ 81 w 255"/>
                <a:gd name="T15" fmla="*/ 585 h 599"/>
                <a:gd name="T16" fmla="*/ 65 w 255"/>
                <a:gd name="T17" fmla="*/ 596 h 599"/>
                <a:gd name="T18" fmla="*/ 49 w 255"/>
                <a:gd name="T19" fmla="*/ 599 h 599"/>
                <a:gd name="T20" fmla="*/ 30 w 255"/>
                <a:gd name="T21" fmla="*/ 597 h 599"/>
                <a:gd name="T22" fmla="*/ 14 w 255"/>
                <a:gd name="T23" fmla="*/ 587 h 599"/>
                <a:gd name="T24" fmla="*/ 4 w 255"/>
                <a:gd name="T25" fmla="*/ 573 h 599"/>
                <a:gd name="T26" fmla="*/ 0 w 255"/>
                <a:gd name="T27" fmla="*/ 556 h 599"/>
                <a:gd name="T28" fmla="*/ 2 w 255"/>
                <a:gd name="T29" fmla="*/ 538 h 599"/>
                <a:gd name="T30" fmla="*/ 166 w 255"/>
                <a:gd name="T31" fmla="*/ 30 h 599"/>
                <a:gd name="T32" fmla="*/ 175 w 255"/>
                <a:gd name="T33" fmla="*/ 16 h 599"/>
                <a:gd name="T34" fmla="*/ 191 w 255"/>
                <a:gd name="T35" fmla="*/ 6 h 599"/>
                <a:gd name="T36" fmla="*/ 206 w 255"/>
                <a:gd name="T37" fmla="*/ 0 h 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5" h="599">
                  <a:moveTo>
                    <a:pt x="206" y="0"/>
                  </a:moveTo>
                  <a:lnTo>
                    <a:pt x="226" y="4"/>
                  </a:lnTo>
                  <a:lnTo>
                    <a:pt x="241" y="13"/>
                  </a:lnTo>
                  <a:lnTo>
                    <a:pt x="252" y="27"/>
                  </a:lnTo>
                  <a:lnTo>
                    <a:pt x="255" y="44"/>
                  </a:lnTo>
                  <a:lnTo>
                    <a:pt x="254" y="62"/>
                  </a:lnTo>
                  <a:lnTo>
                    <a:pt x="90" y="569"/>
                  </a:lnTo>
                  <a:lnTo>
                    <a:pt x="81" y="585"/>
                  </a:lnTo>
                  <a:lnTo>
                    <a:pt x="65" y="596"/>
                  </a:lnTo>
                  <a:lnTo>
                    <a:pt x="49" y="599"/>
                  </a:lnTo>
                  <a:lnTo>
                    <a:pt x="30" y="597"/>
                  </a:lnTo>
                  <a:lnTo>
                    <a:pt x="14" y="587"/>
                  </a:lnTo>
                  <a:lnTo>
                    <a:pt x="4" y="573"/>
                  </a:lnTo>
                  <a:lnTo>
                    <a:pt x="0" y="556"/>
                  </a:lnTo>
                  <a:lnTo>
                    <a:pt x="2" y="538"/>
                  </a:lnTo>
                  <a:lnTo>
                    <a:pt x="166" y="30"/>
                  </a:lnTo>
                  <a:lnTo>
                    <a:pt x="175" y="16"/>
                  </a:lnTo>
                  <a:lnTo>
                    <a:pt x="191" y="6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 dirty="0"/>
            </a:p>
          </p:txBody>
        </p:sp>
        <p:sp>
          <p:nvSpPr>
            <p:cNvPr id="24" name="Freeform 21"/>
            <p:cNvSpPr>
              <a:spLocks/>
            </p:cNvSpPr>
            <p:nvPr userDrawn="1"/>
          </p:nvSpPr>
          <p:spPr bwMode="auto">
            <a:xfrm>
              <a:off x="7077055" y="4665368"/>
              <a:ext cx="333950" cy="621412"/>
            </a:xfrm>
            <a:custGeom>
              <a:avLst/>
              <a:gdLst>
                <a:gd name="T0" fmla="*/ 309 w 352"/>
                <a:gd name="T1" fmla="*/ 0 h 655"/>
                <a:gd name="T2" fmla="*/ 326 w 352"/>
                <a:gd name="T3" fmla="*/ 6 h 655"/>
                <a:gd name="T4" fmla="*/ 342 w 352"/>
                <a:gd name="T5" fmla="*/ 18 h 655"/>
                <a:gd name="T6" fmla="*/ 349 w 352"/>
                <a:gd name="T7" fmla="*/ 32 h 655"/>
                <a:gd name="T8" fmla="*/ 352 w 352"/>
                <a:gd name="T9" fmla="*/ 49 h 655"/>
                <a:gd name="T10" fmla="*/ 347 w 352"/>
                <a:gd name="T11" fmla="*/ 68 h 655"/>
                <a:gd name="T12" fmla="*/ 87 w 352"/>
                <a:gd name="T13" fmla="*/ 630 h 655"/>
                <a:gd name="T14" fmla="*/ 77 w 352"/>
                <a:gd name="T15" fmla="*/ 644 h 655"/>
                <a:gd name="T16" fmla="*/ 61 w 352"/>
                <a:gd name="T17" fmla="*/ 653 h 655"/>
                <a:gd name="T18" fmla="*/ 43 w 352"/>
                <a:gd name="T19" fmla="*/ 655 h 655"/>
                <a:gd name="T20" fmla="*/ 26 w 352"/>
                <a:gd name="T21" fmla="*/ 650 h 655"/>
                <a:gd name="T22" fmla="*/ 10 w 352"/>
                <a:gd name="T23" fmla="*/ 639 h 655"/>
                <a:gd name="T24" fmla="*/ 3 w 352"/>
                <a:gd name="T25" fmla="*/ 623 h 655"/>
                <a:gd name="T26" fmla="*/ 0 w 352"/>
                <a:gd name="T27" fmla="*/ 606 h 655"/>
                <a:gd name="T28" fmla="*/ 5 w 352"/>
                <a:gd name="T29" fmla="*/ 589 h 655"/>
                <a:gd name="T30" fmla="*/ 265 w 352"/>
                <a:gd name="T31" fmla="*/ 27 h 655"/>
                <a:gd name="T32" fmla="*/ 276 w 352"/>
                <a:gd name="T33" fmla="*/ 11 h 655"/>
                <a:gd name="T34" fmla="*/ 291 w 352"/>
                <a:gd name="T35" fmla="*/ 4 h 655"/>
                <a:gd name="T36" fmla="*/ 309 w 352"/>
                <a:gd name="T37" fmla="*/ 0 h 6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52" h="655">
                  <a:moveTo>
                    <a:pt x="309" y="0"/>
                  </a:moveTo>
                  <a:lnTo>
                    <a:pt x="326" y="6"/>
                  </a:lnTo>
                  <a:lnTo>
                    <a:pt x="342" y="18"/>
                  </a:lnTo>
                  <a:lnTo>
                    <a:pt x="349" y="32"/>
                  </a:lnTo>
                  <a:lnTo>
                    <a:pt x="352" y="49"/>
                  </a:lnTo>
                  <a:lnTo>
                    <a:pt x="347" y="68"/>
                  </a:lnTo>
                  <a:lnTo>
                    <a:pt x="87" y="630"/>
                  </a:lnTo>
                  <a:lnTo>
                    <a:pt x="77" y="644"/>
                  </a:lnTo>
                  <a:lnTo>
                    <a:pt x="61" y="653"/>
                  </a:lnTo>
                  <a:lnTo>
                    <a:pt x="43" y="655"/>
                  </a:lnTo>
                  <a:lnTo>
                    <a:pt x="26" y="650"/>
                  </a:lnTo>
                  <a:lnTo>
                    <a:pt x="10" y="639"/>
                  </a:lnTo>
                  <a:lnTo>
                    <a:pt x="3" y="623"/>
                  </a:lnTo>
                  <a:lnTo>
                    <a:pt x="0" y="606"/>
                  </a:lnTo>
                  <a:lnTo>
                    <a:pt x="5" y="589"/>
                  </a:lnTo>
                  <a:lnTo>
                    <a:pt x="265" y="27"/>
                  </a:lnTo>
                  <a:lnTo>
                    <a:pt x="276" y="11"/>
                  </a:lnTo>
                  <a:lnTo>
                    <a:pt x="291" y="4"/>
                  </a:lnTo>
                  <a:lnTo>
                    <a:pt x="30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 dirty="0"/>
            </a:p>
          </p:txBody>
        </p:sp>
        <p:sp>
          <p:nvSpPr>
            <p:cNvPr id="25" name="Freeform 22"/>
            <p:cNvSpPr>
              <a:spLocks/>
            </p:cNvSpPr>
            <p:nvPr userDrawn="1"/>
          </p:nvSpPr>
          <p:spPr bwMode="auto">
            <a:xfrm>
              <a:off x="7414800" y="4764984"/>
              <a:ext cx="430719" cy="659361"/>
            </a:xfrm>
            <a:custGeom>
              <a:avLst/>
              <a:gdLst>
                <a:gd name="T0" fmla="*/ 417 w 454"/>
                <a:gd name="T1" fmla="*/ 0 h 695"/>
                <a:gd name="T2" fmla="*/ 433 w 454"/>
                <a:gd name="T3" fmla="*/ 7 h 695"/>
                <a:gd name="T4" fmla="*/ 447 w 454"/>
                <a:gd name="T5" fmla="*/ 21 h 695"/>
                <a:gd name="T6" fmla="*/ 454 w 454"/>
                <a:gd name="T7" fmla="*/ 37 h 695"/>
                <a:gd name="T8" fmla="*/ 454 w 454"/>
                <a:gd name="T9" fmla="*/ 54 h 695"/>
                <a:gd name="T10" fmla="*/ 447 w 454"/>
                <a:gd name="T11" fmla="*/ 72 h 695"/>
                <a:gd name="T12" fmla="*/ 84 w 454"/>
                <a:gd name="T13" fmla="*/ 676 h 695"/>
                <a:gd name="T14" fmla="*/ 70 w 454"/>
                <a:gd name="T15" fmla="*/ 688 h 695"/>
                <a:gd name="T16" fmla="*/ 54 w 454"/>
                <a:gd name="T17" fmla="*/ 695 h 695"/>
                <a:gd name="T18" fmla="*/ 37 w 454"/>
                <a:gd name="T19" fmla="*/ 695 h 695"/>
                <a:gd name="T20" fmla="*/ 19 w 454"/>
                <a:gd name="T21" fmla="*/ 688 h 695"/>
                <a:gd name="T22" fmla="*/ 7 w 454"/>
                <a:gd name="T23" fmla="*/ 676 h 695"/>
                <a:gd name="T24" fmla="*/ 0 w 454"/>
                <a:gd name="T25" fmla="*/ 660 h 695"/>
                <a:gd name="T26" fmla="*/ 0 w 454"/>
                <a:gd name="T27" fmla="*/ 642 h 695"/>
                <a:gd name="T28" fmla="*/ 7 w 454"/>
                <a:gd name="T29" fmla="*/ 625 h 695"/>
                <a:gd name="T30" fmla="*/ 370 w 454"/>
                <a:gd name="T31" fmla="*/ 21 h 695"/>
                <a:gd name="T32" fmla="*/ 382 w 454"/>
                <a:gd name="T33" fmla="*/ 7 h 695"/>
                <a:gd name="T34" fmla="*/ 400 w 454"/>
                <a:gd name="T35" fmla="*/ 0 h 695"/>
                <a:gd name="T36" fmla="*/ 417 w 454"/>
                <a:gd name="T37" fmla="*/ 0 h 6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454" h="695">
                  <a:moveTo>
                    <a:pt x="417" y="0"/>
                  </a:moveTo>
                  <a:lnTo>
                    <a:pt x="433" y="7"/>
                  </a:lnTo>
                  <a:lnTo>
                    <a:pt x="447" y="21"/>
                  </a:lnTo>
                  <a:lnTo>
                    <a:pt x="454" y="37"/>
                  </a:lnTo>
                  <a:lnTo>
                    <a:pt x="454" y="54"/>
                  </a:lnTo>
                  <a:lnTo>
                    <a:pt x="447" y="72"/>
                  </a:lnTo>
                  <a:lnTo>
                    <a:pt x="84" y="676"/>
                  </a:lnTo>
                  <a:lnTo>
                    <a:pt x="70" y="688"/>
                  </a:lnTo>
                  <a:lnTo>
                    <a:pt x="54" y="695"/>
                  </a:lnTo>
                  <a:lnTo>
                    <a:pt x="37" y="695"/>
                  </a:lnTo>
                  <a:lnTo>
                    <a:pt x="19" y="688"/>
                  </a:lnTo>
                  <a:lnTo>
                    <a:pt x="7" y="676"/>
                  </a:lnTo>
                  <a:lnTo>
                    <a:pt x="0" y="660"/>
                  </a:lnTo>
                  <a:lnTo>
                    <a:pt x="0" y="642"/>
                  </a:lnTo>
                  <a:lnTo>
                    <a:pt x="7" y="625"/>
                  </a:lnTo>
                  <a:lnTo>
                    <a:pt x="370" y="21"/>
                  </a:lnTo>
                  <a:lnTo>
                    <a:pt x="382" y="7"/>
                  </a:lnTo>
                  <a:lnTo>
                    <a:pt x="400" y="0"/>
                  </a:lnTo>
                  <a:lnTo>
                    <a:pt x="417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 dirty="0"/>
            </a:p>
          </p:txBody>
        </p:sp>
        <p:sp>
          <p:nvSpPr>
            <p:cNvPr id="26" name="Freeform 23"/>
            <p:cNvSpPr>
              <a:spLocks/>
            </p:cNvSpPr>
            <p:nvPr userDrawn="1"/>
          </p:nvSpPr>
          <p:spPr bwMode="auto">
            <a:xfrm>
              <a:off x="7730724" y="4924369"/>
              <a:ext cx="543617" cy="680232"/>
            </a:xfrm>
            <a:custGeom>
              <a:avLst/>
              <a:gdLst>
                <a:gd name="T0" fmla="*/ 522 w 573"/>
                <a:gd name="T1" fmla="*/ 0 h 717"/>
                <a:gd name="T2" fmla="*/ 540 w 573"/>
                <a:gd name="T3" fmla="*/ 1 h 717"/>
                <a:gd name="T4" fmla="*/ 557 w 573"/>
                <a:gd name="T5" fmla="*/ 10 h 717"/>
                <a:gd name="T6" fmla="*/ 568 w 573"/>
                <a:gd name="T7" fmla="*/ 24 h 717"/>
                <a:gd name="T8" fmla="*/ 573 w 573"/>
                <a:gd name="T9" fmla="*/ 40 h 717"/>
                <a:gd name="T10" fmla="*/ 571 w 573"/>
                <a:gd name="T11" fmla="*/ 57 h 717"/>
                <a:gd name="T12" fmla="*/ 562 w 573"/>
                <a:gd name="T13" fmla="*/ 75 h 717"/>
                <a:gd name="T14" fmla="*/ 81 w 573"/>
                <a:gd name="T15" fmla="*/ 700 h 717"/>
                <a:gd name="T16" fmla="*/ 67 w 573"/>
                <a:gd name="T17" fmla="*/ 712 h 717"/>
                <a:gd name="T18" fmla="*/ 51 w 573"/>
                <a:gd name="T19" fmla="*/ 717 h 717"/>
                <a:gd name="T20" fmla="*/ 32 w 573"/>
                <a:gd name="T21" fmla="*/ 715 h 717"/>
                <a:gd name="T22" fmla="*/ 16 w 573"/>
                <a:gd name="T23" fmla="*/ 707 h 717"/>
                <a:gd name="T24" fmla="*/ 5 w 573"/>
                <a:gd name="T25" fmla="*/ 693 h 717"/>
                <a:gd name="T26" fmla="*/ 0 w 573"/>
                <a:gd name="T27" fmla="*/ 675 h 717"/>
                <a:gd name="T28" fmla="*/ 2 w 573"/>
                <a:gd name="T29" fmla="*/ 658 h 717"/>
                <a:gd name="T30" fmla="*/ 11 w 573"/>
                <a:gd name="T31" fmla="*/ 642 h 717"/>
                <a:gd name="T32" fmla="*/ 491 w 573"/>
                <a:gd name="T33" fmla="*/ 15 h 717"/>
                <a:gd name="T34" fmla="*/ 506 w 573"/>
                <a:gd name="T35" fmla="*/ 3 h 717"/>
                <a:gd name="T36" fmla="*/ 522 w 573"/>
                <a:gd name="T37" fmla="*/ 0 h 7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73" h="717">
                  <a:moveTo>
                    <a:pt x="522" y="0"/>
                  </a:moveTo>
                  <a:lnTo>
                    <a:pt x="540" y="1"/>
                  </a:lnTo>
                  <a:lnTo>
                    <a:pt x="557" y="10"/>
                  </a:lnTo>
                  <a:lnTo>
                    <a:pt x="568" y="24"/>
                  </a:lnTo>
                  <a:lnTo>
                    <a:pt x="573" y="40"/>
                  </a:lnTo>
                  <a:lnTo>
                    <a:pt x="571" y="57"/>
                  </a:lnTo>
                  <a:lnTo>
                    <a:pt x="562" y="75"/>
                  </a:lnTo>
                  <a:lnTo>
                    <a:pt x="81" y="700"/>
                  </a:lnTo>
                  <a:lnTo>
                    <a:pt x="67" y="712"/>
                  </a:lnTo>
                  <a:lnTo>
                    <a:pt x="51" y="717"/>
                  </a:lnTo>
                  <a:lnTo>
                    <a:pt x="32" y="715"/>
                  </a:lnTo>
                  <a:lnTo>
                    <a:pt x="16" y="707"/>
                  </a:lnTo>
                  <a:lnTo>
                    <a:pt x="5" y="693"/>
                  </a:lnTo>
                  <a:lnTo>
                    <a:pt x="0" y="675"/>
                  </a:lnTo>
                  <a:lnTo>
                    <a:pt x="2" y="658"/>
                  </a:lnTo>
                  <a:lnTo>
                    <a:pt x="11" y="642"/>
                  </a:lnTo>
                  <a:lnTo>
                    <a:pt x="491" y="15"/>
                  </a:lnTo>
                  <a:lnTo>
                    <a:pt x="506" y="3"/>
                  </a:lnTo>
                  <a:lnTo>
                    <a:pt x="522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 dirty="0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661570" y="320635"/>
            <a:ext cx="9076197" cy="2543545"/>
          </a:xfrm>
        </p:spPr>
        <p:txBody>
          <a:bodyPr anchor="b"/>
          <a:lstStyle>
            <a:lvl1pPr>
              <a:lnSpc>
                <a:spcPct val="80000"/>
              </a:lnSpc>
              <a:defRPr sz="4400" baseline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61568" y="2924299"/>
            <a:ext cx="9086152" cy="1752600"/>
          </a:xfrm>
        </p:spPr>
        <p:txBody>
          <a:bodyPr/>
          <a:lstStyle>
            <a:lvl1pPr marL="0" indent="0" algn="l">
              <a:buNone/>
              <a:defRPr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41366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Picture 27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086" b="1379"/>
          <a:stretch/>
        </p:blipFill>
        <p:spPr>
          <a:xfrm flipV="1">
            <a:off x="0" y="0"/>
            <a:ext cx="12192000" cy="5030078"/>
          </a:xfrm>
          <a:prstGeom prst="rect">
            <a:avLst/>
          </a:prstGeom>
        </p:spPr>
      </p:pic>
      <p:grpSp>
        <p:nvGrpSpPr>
          <p:cNvPr id="27" name="Group 26"/>
          <p:cNvGrpSpPr/>
          <p:nvPr userDrawn="1"/>
        </p:nvGrpSpPr>
        <p:grpSpPr>
          <a:xfrm>
            <a:off x="661569" y="5451819"/>
            <a:ext cx="4140641" cy="975083"/>
            <a:chOff x="2814452" y="4625522"/>
            <a:chExt cx="5459889" cy="1714337"/>
          </a:xfrm>
        </p:grpSpPr>
        <p:sp>
          <p:nvSpPr>
            <p:cNvPr id="9" name="Freeform 6"/>
            <p:cNvSpPr>
              <a:spLocks noEditPoints="1"/>
            </p:cNvSpPr>
            <p:nvPr userDrawn="1"/>
          </p:nvSpPr>
          <p:spPr bwMode="auto">
            <a:xfrm>
              <a:off x="2814452" y="5818063"/>
              <a:ext cx="523694" cy="508514"/>
            </a:xfrm>
            <a:custGeom>
              <a:avLst/>
              <a:gdLst>
                <a:gd name="T0" fmla="*/ 98 w 552"/>
                <a:gd name="T1" fmla="*/ 79 h 536"/>
                <a:gd name="T2" fmla="*/ 98 w 552"/>
                <a:gd name="T3" fmla="*/ 241 h 536"/>
                <a:gd name="T4" fmla="*/ 307 w 552"/>
                <a:gd name="T5" fmla="*/ 241 h 536"/>
                <a:gd name="T6" fmla="*/ 342 w 552"/>
                <a:gd name="T7" fmla="*/ 241 h 536"/>
                <a:gd name="T8" fmla="*/ 374 w 552"/>
                <a:gd name="T9" fmla="*/ 238 h 536"/>
                <a:gd name="T10" fmla="*/ 398 w 552"/>
                <a:gd name="T11" fmla="*/ 231 h 536"/>
                <a:gd name="T12" fmla="*/ 417 w 552"/>
                <a:gd name="T13" fmla="*/ 222 h 536"/>
                <a:gd name="T14" fmla="*/ 431 w 552"/>
                <a:gd name="T15" fmla="*/ 206 h 536"/>
                <a:gd name="T16" fmla="*/ 440 w 552"/>
                <a:gd name="T17" fmla="*/ 187 h 536"/>
                <a:gd name="T18" fmla="*/ 443 w 552"/>
                <a:gd name="T19" fmla="*/ 161 h 536"/>
                <a:gd name="T20" fmla="*/ 440 w 552"/>
                <a:gd name="T21" fmla="*/ 135 h 536"/>
                <a:gd name="T22" fmla="*/ 431 w 552"/>
                <a:gd name="T23" fmla="*/ 114 h 536"/>
                <a:gd name="T24" fmla="*/ 417 w 552"/>
                <a:gd name="T25" fmla="*/ 100 h 536"/>
                <a:gd name="T26" fmla="*/ 398 w 552"/>
                <a:gd name="T27" fmla="*/ 89 h 536"/>
                <a:gd name="T28" fmla="*/ 374 w 552"/>
                <a:gd name="T29" fmla="*/ 84 h 536"/>
                <a:gd name="T30" fmla="*/ 342 w 552"/>
                <a:gd name="T31" fmla="*/ 80 h 536"/>
                <a:gd name="T32" fmla="*/ 307 w 552"/>
                <a:gd name="T33" fmla="*/ 79 h 536"/>
                <a:gd name="T34" fmla="*/ 98 w 552"/>
                <a:gd name="T35" fmla="*/ 79 h 536"/>
                <a:gd name="T36" fmla="*/ 0 w 552"/>
                <a:gd name="T37" fmla="*/ 0 h 536"/>
                <a:gd name="T38" fmla="*/ 323 w 552"/>
                <a:gd name="T39" fmla="*/ 0 h 536"/>
                <a:gd name="T40" fmla="*/ 377 w 552"/>
                <a:gd name="T41" fmla="*/ 2 h 536"/>
                <a:gd name="T42" fmla="*/ 422 w 552"/>
                <a:gd name="T43" fmla="*/ 9 h 536"/>
                <a:gd name="T44" fmla="*/ 461 w 552"/>
                <a:gd name="T45" fmla="*/ 19 h 536"/>
                <a:gd name="T46" fmla="*/ 490 w 552"/>
                <a:gd name="T47" fmla="*/ 37 h 536"/>
                <a:gd name="T48" fmla="*/ 513 w 552"/>
                <a:gd name="T49" fmla="*/ 58 h 536"/>
                <a:gd name="T50" fmla="*/ 529 w 552"/>
                <a:gd name="T51" fmla="*/ 86 h 536"/>
                <a:gd name="T52" fmla="*/ 538 w 552"/>
                <a:gd name="T53" fmla="*/ 119 h 536"/>
                <a:gd name="T54" fmla="*/ 541 w 552"/>
                <a:gd name="T55" fmla="*/ 157 h 536"/>
                <a:gd name="T56" fmla="*/ 538 w 552"/>
                <a:gd name="T57" fmla="*/ 194 h 536"/>
                <a:gd name="T58" fmla="*/ 529 w 552"/>
                <a:gd name="T59" fmla="*/ 225 h 536"/>
                <a:gd name="T60" fmla="*/ 513 w 552"/>
                <a:gd name="T61" fmla="*/ 252 h 536"/>
                <a:gd name="T62" fmla="*/ 494 w 552"/>
                <a:gd name="T63" fmla="*/ 272 h 536"/>
                <a:gd name="T64" fmla="*/ 473 w 552"/>
                <a:gd name="T65" fmla="*/ 290 h 536"/>
                <a:gd name="T66" fmla="*/ 447 w 552"/>
                <a:gd name="T67" fmla="*/ 302 h 536"/>
                <a:gd name="T68" fmla="*/ 421 w 552"/>
                <a:gd name="T69" fmla="*/ 311 h 536"/>
                <a:gd name="T70" fmla="*/ 393 w 552"/>
                <a:gd name="T71" fmla="*/ 314 h 536"/>
                <a:gd name="T72" fmla="*/ 384 w 552"/>
                <a:gd name="T73" fmla="*/ 314 h 536"/>
                <a:gd name="T74" fmla="*/ 552 w 552"/>
                <a:gd name="T75" fmla="*/ 536 h 536"/>
                <a:gd name="T76" fmla="*/ 431 w 552"/>
                <a:gd name="T77" fmla="*/ 536 h 536"/>
                <a:gd name="T78" fmla="*/ 274 w 552"/>
                <a:gd name="T79" fmla="*/ 323 h 536"/>
                <a:gd name="T80" fmla="*/ 274 w 552"/>
                <a:gd name="T81" fmla="*/ 321 h 536"/>
                <a:gd name="T82" fmla="*/ 98 w 552"/>
                <a:gd name="T83" fmla="*/ 321 h 536"/>
                <a:gd name="T84" fmla="*/ 98 w 552"/>
                <a:gd name="T85" fmla="*/ 536 h 536"/>
                <a:gd name="T86" fmla="*/ 0 w 552"/>
                <a:gd name="T87" fmla="*/ 536 h 536"/>
                <a:gd name="T88" fmla="*/ 0 w 552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2" h="536">
                  <a:moveTo>
                    <a:pt x="98" y="79"/>
                  </a:moveTo>
                  <a:lnTo>
                    <a:pt x="98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4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4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8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61" y="19"/>
                  </a:lnTo>
                  <a:lnTo>
                    <a:pt x="490" y="37"/>
                  </a:lnTo>
                  <a:lnTo>
                    <a:pt x="513" y="58"/>
                  </a:lnTo>
                  <a:lnTo>
                    <a:pt x="529" y="86"/>
                  </a:lnTo>
                  <a:lnTo>
                    <a:pt x="538" y="119"/>
                  </a:lnTo>
                  <a:lnTo>
                    <a:pt x="541" y="157"/>
                  </a:lnTo>
                  <a:lnTo>
                    <a:pt x="538" y="194"/>
                  </a:lnTo>
                  <a:lnTo>
                    <a:pt x="529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3" y="290"/>
                  </a:lnTo>
                  <a:lnTo>
                    <a:pt x="447" y="302"/>
                  </a:lnTo>
                  <a:lnTo>
                    <a:pt x="421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2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4" y="321"/>
                  </a:lnTo>
                  <a:lnTo>
                    <a:pt x="98" y="321"/>
                  </a:lnTo>
                  <a:lnTo>
                    <a:pt x="9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 dirty="0"/>
            </a:p>
          </p:txBody>
        </p:sp>
        <p:sp>
          <p:nvSpPr>
            <p:cNvPr id="10" name="Freeform 7"/>
            <p:cNvSpPr>
              <a:spLocks/>
            </p:cNvSpPr>
            <p:nvPr userDrawn="1"/>
          </p:nvSpPr>
          <p:spPr bwMode="auto">
            <a:xfrm>
              <a:off x="3467172" y="5818063"/>
              <a:ext cx="462976" cy="508514"/>
            </a:xfrm>
            <a:custGeom>
              <a:avLst/>
              <a:gdLst>
                <a:gd name="T0" fmla="*/ 0 w 488"/>
                <a:gd name="T1" fmla="*/ 0 h 536"/>
                <a:gd name="T2" fmla="*/ 440 w 488"/>
                <a:gd name="T3" fmla="*/ 0 h 536"/>
                <a:gd name="T4" fmla="*/ 455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5 w 488"/>
                <a:gd name="T17" fmla="*/ 79 h 536"/>
                <a:gd name="T18" fmla="*/ 440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54 w 488"/>
                <a:gd name="T25" fmla="*/ 218 h 536"/>
                <a:gd name="T26" fmla="*/ 370 w 488"/>
                <a:gd name="T27" fmla="*/ 222 h 536"/>
                <a:gd name="T28" fmla="*/ 384 w 488"/>
                <a:gd name="T29" fmla="*/ 231 h 536"/>
                <a:gd name="T30" fmla="*/ 392 w 488"/>
                <a:gd name="T31" fmla="*/ 243 h 536"/>
                <a:gd name="T32" fmla="*/ 396 w 488"/>
                <a:gd name="T33" fmla="*/ 259 h 536"/>
                <a:gd name="T34" fmla="*/ 392 w 488"/>
                <a:gd name="T35" fmla="*/ 276 h 536"/>
                <a:gd name="T36" fmla="*/ 384 w 488"/>
                <a:gd name="T37" fmla="*/ 288 h 536"/>
                <a:gd name="T38" fmla="*/ 370 w 488"/>
                <a:gd name="T39" fmla="*/ 297 h 536"/>
                <a:gd name="T40" fmla="*/ 354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8 w 488"/>
                <a:gd name="T47" fmla="*/ 454 h 536"/>
                <a:gd name="T48" fmla="*/ 464 w 488"/>
                <a:gd name="T49" fmla="*/ 457 h 536"/>
                <a:gd name="T50" fmla="*/ 478 w 488"/>
                <a:gd name="T51" fmla="*/ 466 h 536"/>
                <a:gd name="T52" fmla="*/ 487 w 488"/>
                <a:gd name="T53" fmla="*/ 478 h 536"/>
                <a:gd name="T54" fmla="*/ 488 w 488"/>
                <a:gd name="T55" fmla="*/ 494 h 536"/>
                <a:gd name="T56" fmla="*/ 487 w 488"/>
                <a:gd name="T57" fmla="*/ 512 h 536"/>
                <a:gd name="T58" fmla="*/ 478 w 488"/>
                <a:gd name="T59" fmla="*/ 524 h 536"/>
                <a:gd name="T60" fmla="*/ 464 w 488"/>
                <a:gd name="T61" fmla="*/ 533 h 536"/>
                <a:gd name="T62" fmla="*/ 448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40" y="0"/>
                  </a:lnTo>
                  <a:lnTo>
                    <a:pt x="455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5" y="79"/>
                  </a:lnTo>
                  <a:lnTo>
                    <a:pt x="440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54" y="218"/>
                  </a:lnTo>
                  <a:lnTo>
                    <a:pt x="370" y="222"/>
                  </a:lnTo>
                  <a:lnTo>
                    <a:pt x="384" y="231"/>
                  </a:lnTo>
                  <a:lnTo>
                    <a:pt x="392" y="243"/>
                  </a:lnTo>
                  <a:lnTo>
                    <a:pt x="396" y="259"/>
                  </a:lnTo>
                  <a:lnTo>
                    <a:pt x="392" y="276"/>
                  </a:lnTo>
                  <a:lnTo>
                    <a:pt x="384" y="288"/>
                  </a:lnTo>
                  <a:lnTo>
                    <a:pt x="370" y="297"/>
                  </a:lnTo>
                  <a:lnTo>
                    <a:pt x="354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8" y="454"/>
                  </a:lnTo>
                  <a:lnTo>
                    <a:pt x="464" y="457"/>
                  </a:lnTo>
                  <a:lnTo>
                    <a:pt x="478" y="466"/>
                  </a:lnTo>
                  <a:lnTo>
                    <a:pt x="487" y="478"/>
                  </a:lnTo>
                  <a:lnTo>
                    <a:pt x="488" y="494"/>
                  </a:lnTo>
                  <a:lnTo>
                    <a:pt x="487" y="512"/>
                  </a:lnTo>
                  <a:lnTo>
                    <a:pt x="478" y="524"/>
                  </a:lnTo>
                  <a:lnTo>
                    <a:pt x="464" y="533"/>
                  </a:lnTo>
                  <a:lnTo>
                    <a:pt x="44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 dirty="0"/>
            </a:p>
          </p:txBody>
        </p:sp>
        <p:sp>
          <p:nvSpPr>
            <p:cNvPr id="11" name="Freeform 8"/>
            <p:cNvSpPr>
              <a:spLocks/>
            </p:cNvSpPr>
            <p:nvPr userDrawn="1"/>
          </p:nvSpPr>
          <p:spPr bwMode="auto">
            <a:xfrm>
              <a:off x="4041148" y="5818063"/>
              <a:ext cx="541720" cy="508514"/>
            </a:xfrm>
            <a:custGeom>
              <a:avLst/>
              <a:gdLst>
                <a:gd name="T0" fmla="*/ 48 w 571"/>
                <a:gd name="T1" fmla="*/ 0 h 536"/>
                <a:gd name="T2" fmla="*/ 65 w 571"/>
                <a:gd name="T3" fmla="*/ 4 h 536"/>
                <a:gd name="T4" fmla="*/ 79 w 571"/>
                <a:gd name="T5" fmla="*/ 12 h 536"/>
                <a:gd name="T6" fmla="*/ 89 w 571"/>
                <a:gd name="T7" fmla="*/ 26 h 536"/>
                <a:gd name="T8" fmla="*/ 280 w 571"/>
                <a:gd name="T9" fmla="*/ 431 h 536"/>
                <a:gd name="T10" fmla="*/ 285 w 571"/>
                <a:gd name="T11" fmla="*/ 440 h 536"/>
                <a:gd name="T12" fmla="*/ 484 w 571"/>
                <a:gd name="T13" fmla="*/ 26 h 536"/>
                <a:gd name="T14" fmla="*/ 494 w 571"/>
                <a:gd name="T15" fmla="*/ 12 h 536"/>
                <a:gd name="T16" fmla="*/ 508 w 571"/>
                <a:gd name="T17" fmla="*/ 2 h 536"/>
                <a:gd name="T18" fmla="*/ 526 w 571"/>
                <a:gd name="T19" fmla="*/ 0 h 536"/>
                <a:gd name="T20" fmla="*/ 541 w 571"/>
                <a:gd name="T21" fmla="*/ 2 h 536"/>
                <a:gd name="T22" fmla="*/ 554 w 571"/>
                <a:gd name="T23" fmla="*/ 9 h 536"/>
                <a:gd name="T24" fmla="*/ 564 w 571"/>
                <a:gd name="T25" fmla="*/ 21 h 536"/>
                <a:gd name="T26" fmla="*/ 571 w 571"/>
                <a:gd name="T27" fmla="*/ 35 h 536"/>
                <a:gd name="T28" fmla="*/ 571 w 571"/>
                <a:gd name="T29" fmla="*/ 51 h 536"/>
                <a:gd name="T30" fmla="*/ 568 w 571"/>
                <a:gd name="T31" fmla="*/ 67 h 536"/>
                <a:gd name="T32" fmla="*/ 337 w 571"/>
                <a:gd name="T33" fmla="*/ 536 h 536"/>
                <a:gd name="T34" fmla="*/ 233 w 571"/>
                <a:gd name="T35" fmla="*/ 536 h 536"/>
                <a:gd name="T36" fmla="*/ 6 w 571"/>
                <a:gd name="T37" fmla="*/ 67 h 536"/>
                <a:gd name="T38" fmla="*/ 0 w 571"/>
                <a:gd name="T39" fmla="*/ 51 h 536"/>
                <a:gd name="T40" fmla="*/ 2 w 571"/>
                <a:gd name="T41" fmla="*/ 35 h 536"/>
                <a:gd name="T42" fmla="*/ 7 w 571"/>
                <a:gd name="T43" fmla="*/ 21 h 536"/>
                <a:gd name="T44" fmla="*/ 18 w 571"/>
                <a:gd name="T45" fmla="*/ 9 h 536"/>
                <a:gd name="T46" fmla="*/ 32 w 571"/>
                <a:gd name="T47" fmla="*/ 2 h 536"/>
                <a:gd name="T48" fmla="*/ 48 w 571"/>
                <a:gd name="T4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571" h="536">
                  <a:moveTo>
                    <a:pt x="48" y="0"/>
                  </a:moveTo>
                  <a:lnTo>
                    <a:pt x="65" y="4"/>
                  </a:lnTo>
                  <a:lnTo>
                    <a:pt x="79" y="12"/>
                  </a:lnTo>
                  <a:lnTo>
                    <a:pt x="89" y="26"/>
                  </a:lnTo>
                  <a:lnTo>
                    <a:pt x="280" y="431"/>
                  </a:lnTo>
                  <a:lnTo>
                    <a:pt x="285" y="440"/>
                  </a:lnTo>
                  <a:lnTo>
                    <a:pt x="484" y="26"/>
                  </a:lnTo>
                  <a:lnTo>
                    <a:pt x="494" y="12"/>
                  </a:lnTo>
                  <a:lnTo>
                    <a:pt x="508" y="2"/>
                  </a:lnTo>
                  <a:lnTo>
                    <a:pt x="526" y="0"/>
                  </a:lnTo>
                  <a:lnTo>
                    <a:pt x="541" y="2"/>
                  </a:lnTo>
                  <a:lnTo>
                    <a:pt x="554" y="9"/>
                  </a:lnTo>
                  <a:lnTo>
                    <a:pt x="564" y="21"/>
                  </a:lnTo>
                  <a:lnTo>
                    <a:pt x="571" y="35"/>
                  </a:lnTo>
                  <a:lnTo>
                    <a:pt x="571" y="51"/>
                  </a:lnTo>
                  <a:lnTo>
                    <a:pt x="568" y="67"/>
                  </a:lnTo>
                  <a:lnTo>
                    <a:pt x="337" y="536"/>
                  </a:lnTo>
                  <a:lnTo>
                    <a:pt x="233" y="536"/>
                  </a:lnTo>
                  <a:lnTo>
                    <a:pt x="6" y="67"/>
                  </a:lnTo>
                  <a:lnTo>
                    <a:pt x="0" y="51"/>
                  </a:lnTo>
                  <a:lnTo>
                    <a:pt x="2" y="35"/>
                  </a:lnTo>
                  <a:lnTo>
                    <a:pt x="7" y="21"/>
                  </a:lnTo>
                  <a:lnTo>
                    <a:pt x="18" y="9"/>
                  </a:lnTo>
                  <a:lnTo>
                    <a:pt x="32" y="2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 dirty="0"/>
            </a:p>
          </p:txBody>
        </p:sp>
        <p:sp>
          <p:nvSpPr>
            <p:cNvPr id="12" name="Freeform 9"/>
            <p:cNvSpPr>
              <a:spLocks noEditPoints="1"/>
            </p:cNvSpPr>
            <p:nvPr userDrawn="1"/>
          </p:nvSpPr>
          <p:spPr bwMode="auto">
            <a:xfrm>
              <a:off x="4582868" y="5818063"/>
              <a:ext cx="608130" cy="508514"/>
            </a:xfrm>
            <a:custGeom>
              <a:avLst/>
              <a:gdLst>
                <a:gd name="T0" fmla="*/ 321 w 641"/>
                <a:gd name="T1" fmla="*/ 70 h 536"/>
                <a:gd name="T2" fmla="*/ 201 w 641"/>
                <a:gd name="T3" fmla="*/ 328 h 536"/>
                <a:gd name="T4" fmla="*/ 443 w 641"/>
                <a:gd name="T5" fmla="*/ 328 h 536"/>
                <a:gd name="T6" fmla="*/ 321 w 641"/>
                <a:gd name="T7" fmla="*/ 70 h 536"/>
                <a:gd name="T8" fmla="*/ 264 w 641"/>
                <a:gd name="T9" fmla="*/ 0 h 536"/>
                <a:gd name="T10" fmla="*/ 381 w 641"/>
                <a:gd name="T11" fmla="*/ 0 h 536"/>
                <a:gd name="T12" fmla="*/ 641 w 641"/>
                <a:gd name="T13" fmla="*/ 536 h 536"/>
                <a:gd name="T14" fmla="*/ 538 w 641"/>
                <a:gd name="T15" fmla="*/ 536 h 536"/>
                <a:gd name="T16" fmla="*/ 482 w 641"/>
                <a:gd name="T17" fmla="*/ 414 h 536"/>
                <a:gd name="T18" fmla="*/ 480 w 641"/>
                <a:gd name="T19" fmla="*/ 410 h 536"/>
                <a:gd name="T20" fmla="*/ 161 w 641"/>
                <a:gd name="T21" fmla="*/ 410 h 536"/>
                <a:gd name="T22" fmla="*/ 103 w 641"/>
                <a:gd name="T23" fmla="*/ 536 h 536"/>
                <a:gd name="T24" fmla="*/ 0 w 641"/>
                <a:gd name="T25" fmla="*/ 536 h 536"/>
                <a:gd name="T26" fmla="*/ 264 w 641"/>
                <a:gd name="T2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1" h="536">
                  <a:moveTo>
                    <a:pt x="321" y="70"/>
                  </a:moveTo>
                  <a:lnTo>
                    <a:pt x="201" y="328"/>
                  </a:lnTo>
                  <a:lnTo>
                    <a:pt x="443" y="328"/>
                  </a:lnTo>
                  <a:lnTo>
                    <a:pt x="321" y="70"/>
                  </a:lnTo>
                  <a:close/>
                  <a:moveTo>
                    <a:pt x="264" y="0"/>
                  </a:moveTo>
                  <a:lnTo>
                    <a:pt x="381" y="0"/>
                  </a:lnTo>
                  <a:lnTo>
                    <a:pt x="641" y="536"/>
                  </a:lnTo>
                  <a:lnTo>
                    <a:pt x="538" y="536"/>
                  </a:lnTo>
                  <a:lnTo>
                    <a:pt x="482" y="414"/>
                  </a:lnTo>
                  <a:lnTo>
                    <a:pt x="480" y="410"/>
                  </a:lnTo>
                  <a:lnTo>
                    <a:pt x="161" y="410"/>
                  </a:lnTo>
                  <a:lnTo>
                    <a:pt x="103" y="536"/>
                  </a:lnTo>
                  <a:lnTo>
                    <a:pt x="0" y="536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 dirty="0"/>
            </a:p>
          </p:txBody>
        </p:sp>
        <p:sp>
          <p:nvSpPr>
            <p:cNvPr id="13" name="Freeform 10"/>
            <p:cNvSpPr>
              <a:spLocks/>
            </p:cNvSpPr>
            <p:nvPr userDrawn="1"/>
          </p:nvSpPr>
          <p:spPr bwMode="auto">
            <a:xfrm>
              <a:off x="5169177" y="5818063"/>
              <a:ext cx="555002" cy="508514"/>
            </a:xfrm>
            <a:custGeom>
              <a:avLst/>
              <a:gdLst>
                <a:gd name="T0" fmla="*/ 42 w 585"/>
                <a:gd name="T1" fmla="*/ 0 h 536"/>
                <a:gd name="T2" fmla="*/ 545 w 585"/>
                <a:gd name="T3" fmla="*/ 0 h 536"/>
                <a:gd name="T4" fmla="*/ 560 w 585"/>
                <a:gd name="T5" fmla="*/ 2 h 536"/>
                <a:gd name="T6" fmla="*/ 574 w 585"/>
                <a:gd name="T7" fmla="*/ 12 h 536"/>
                <a:gd name="T8" fmla="*/ 583 w 585"/>
                <a:gd name="T9" fmla="*/ 25 h 536"/>
                <a:gd name="T10" fmla="*/ 585 w 585"/>
                <a:gd name="T11" fmla="*/ 40 h 536"/>
                <a:gd name="T12" fmla="*/ 583 w 585"/>
                <a:gd name="T13" fmla="*/ 56 h 536"/>
                <a:gd name="T14" fmla="*/ 574 w 585"/>
                <a:gd name="T15" fmla="*/ 70 h 536"/>
                <a:gd name="T16" fmla="*/ 560 w 585"/>
                <a:gd name="T17" fmla="*/ 79 h 536"/>
                <a:gd name="T18" fmla="*/ 545 w 585"/>
                <a:gd name="T19" fmla="*/ 82 h 536"/>
                <a:gd name="T20" fmla="*/ 342 w 585"/>
                <a:gd name="T21" fmla="*/ 82 h 536"/>
                <a:gd name="T22" fmla="*/ 342 w 585"/>
                <a:gd name="T23" fmla="*/ 536 h 536"/>
                <a:gd name="T24" fmla="*/ 244 w 585"/>
                <a:gd name="T25" fmla="*/ 536 h 536"/>
                <a:gd name="T26" fmla="*/ 244 w 585"/>
                <a:gd name="T27" fmla="*/ 82 h 536"/>
                <a:gd name="T28" fmla="*/ 42 w 585"/>
                <a:gd name="T29" fmla="*/ 82 h 536"/>
                <a:gd name="T30" fmla="*/ 26 w 585"/>
                <a:gd name="T31" fmla="*/ 79 h 536"/>
                <a:gd name="T32" fmla="*/ 12 w 585"/>
                <a:gd name="T33" fmla="*/ 70 h 536"/>
                <a:gd name="T34" fmla="*/ 4 w 585"/>
                <a:gd name="T35" fmla="*/ 56 h 536"/>
                <a:gd name="T36" fmla="*/ 0 w 585"/>
                <a:gd name="T37" fmla="*/ 40 h 536"/>
                <a:gd name="T38" fmla="*/ 4 w 585"/>
                <a:gd name="T39" fmla="*/ 25 h 536"/>
                <a:gd name="T40" fmla="*/ 12 w 585"/>
                <a:gd name="T41" fmla="*/ 12 h 536"/>
                <a:gd name="T42" fmla="*/ 26 w 585"/>
                <a:gd name="T43" fmla="*/ 2 h 536"/>
                <a:gd name="T44" fmla="*/ 42 w 585"/>
                <a:gd name="T45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585" h="536">
                  <a:moveTo>
                    <a:pt x="42" y="0"/>
                  </a:moveTo>
                  <a:lnTo>
                    <a:pt x="545" y="0"/>
                  </a:lnTo>
                  <a:lnTo>
                    <a:pt x="560" y="2"/>
                  </a:lnTo>
                  <a:lnTo>
                    <a:pt x="574" y="12"/>
                  </a:lnTo>
                  <a:lnTo>
                    <a:pt x="583" y="25"/>
                  </a:lnTo>
                  <a:lnTo>
                    <a:pt x="585" y="40"/>
                  </a:lnTo>
                  <a:lnTo>
                    <a:pt x="583" y="56"/>
                  </a:lnTo>
                  <a:lnTo>
                    <a:pt x="574" y="70"/>
                  </a:lnTo>
                  <a:lnTo>
                    <a:pt x="560" y="79"/>
                  </a:lnTo>
                  <a:lnTo>
                    <a:pt x="545" y="82"/>
                  </a:lnTo>
                  <a:lnTo>
                    <a:pt x="342" y="82"/>
                  </a:lnTo>
                  <a:lnTo>
                    <a:pt x="342" y="536"/>
                  </a:lnTo>
                  <a:lnTo>
                    <a:pt x="244" y="536"/>
                  </a:lnTo>
                  <a:lnTo>
                    <a:pt x="244" y="82"/>
                  </a:lnTo>
                  <a:lnTo>
                    <a:pt x="42" y="82"/>
                  </a:lnTo>
                  <a:lnTo>
                    <a:pt x="26" y="79"/>
                  </a:lnTo>
                  <a:lnTo>
                    <a:pt x="12" y="70"/>
                  </a:lnTo>
                  <a:lnTo>
                    <a:pt x="4" y="56"/>
                  </a:lnTo>
                  <a:lnTo>
                    <a:pt x="0" y="40"/>
                  </a:lnTo>
                  <a:lnTo>
                    <a:pt x="4" y="25"/>
                  </a:lnTo>
                  <a:lnTo>
                    <a:pt x="12" y="12"/>
                  </a:lnTo>
                  <a:lnTo>
                    <a:pt x="26" y="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 dirty="0"/>
            </a:p>
          </p:txBody>
        </p:sp>
        <p:sp>
          <p:nvSpPr>
            <p:cNvPr id="14" name="Freeform 11"/>
            <p:cNvSpPr>
              <a:spLocks/>
            </p:cNvSpPr>
            <p:nvPr userDrawn="1"/>
          </p:nvSpPr>
          <p:spPr bwMode="auto">
            <a:xfrm>
              <a:off x="5831384" y="5818063"/>
              <a:ext cx="541720" cy="521796"/>
            </a:xfrm>
            <a:custGeom>
              <a:avLst/>
              <a:gdLst>
                <a:gd name="T0" fmla="*/ 49 w 571"/>
                <a:gd name="T1" fmla="*/ 0 h 550"/>
                <a:gd name="T2" fmla="*/ 68 w 571"/>
                <a:gd name="T3" fmla="*/ 4 h 550"/>
                <a:gd name="T4" fmla="*/ 84 w 571"/>
                <a:gd name="T5" fmla="*/ 14 h 550"/>
                <a:gd name="T6" fmla="*/ 94 w 571"/>
                <a:gd name="T7" fmla="*/ 30 h 550"/>
                <a:gd name="T8" fmla="*/ 98 w 571"/>
                <a:gd name="T9" fmla="*/ 49 h 550"/>
                <a:gd name="T10" fmla="*/ 98 w 571"/>
                <a:gd name="T11" fmla="*/ 299 h 550"/>
                <a:gd name="T12" fmla="*/ 98 w 571"/>
                <a:gd name="T13" fmla="*/ 320 h 550"/>
                <a:gd name="T14" fmla="*/ 101 w 571"/>
                <a:gd name="T15" fmla="*/ 342 h 550"/>
                <a:gd name="T16" fmla="*/ 105 w 571"/>
                <a:gd name="T17" fmla="*/ 363 h 550"/>
                <a:gd name="T18" fmla="*/ 112 w 571"/>
                <a:gd name="T19" fmla="*/ 384 h 550"/>
                <a:gd name="T20" fmla="*/ 122 w 571"/>
                <a:gd name="T21" fmla="*/ 403 h 550"/>
                <a:gd name="T22" fmla="*/ 136 w 571"/>
                <a:gd name="T23" fmla="*/ 421 h 550"/>
                <a:gd name="T24" fmla="*/ 156 w 571"/>
                <a:gd name="T25" fmla="*/ 437 h 550"/>
                <a:gd name="T26" fmla="*/ 180 w 571"/>
                <a:gd name="T27" fmla="*/ 449 h 550"/>
                <a:gd name="T28" fmla="*/ 208 w 571"/>
                <a:gd name="T29" fmla="*/ 459 h 550"/>
                <a:gd name="T30" fmla="*/ 245 w 571"/>
                <a:gd name="T31" fmla="*/ 464 h 550"/>
                <a:gd name="T32" fmla="*/ 286 w 571"/>
                <a:gd name="T33" fmla="*/ 466 h 550"/>
                <a:gd name="T34" fmla="*/ 328 w 571"/>
                <a:gd name="T35" fmla="*/ 464 h 550"/>
                <a:gd name="T36" fmla="*/ 363 w 571"/>
                <a:gd name="T37" fmla="*/ 459 h 550"/>
                <a:gd name="T38" fmla="*/ 391 w 571"/>
                <a:gd name="T39" fmla="*/ 449 h 550"/>
                <a:gd name="T40" fmla="*/ 416 w 571"/>
                <a:gd name="T41" fmla="*/ 437 h 550"/>
                <a:gd name="T42" fmla="*/ 435 w 571"/>
                <a:gd name="T43" fmla="*/ 421 h 550"/>
                <a:gd name="T44" fmla="*/ 449 w 571"/>
                <a:gd name="T45" fmla="*/ 403 h 550"/>
                <a:gd name="T46" fmla="*/ 459 w 571"/>
                <a:gd name="T47" fmla="*/ 384 h 550"/>
                <a:gd name="T48" fmla="*/ 466 w 571"/>
                <a:gd name="T49" fmla="*/ 363 h 550"/>
                <a:gd name="T50" fmla="*/ 470 w 571"/>
                <a:gd name="T51" fmla="*/ 342 h 550"/>
                <a:gd name="T52" fmla="*/ 473 w 571"/>
                <a:gd name="T53" fmla="*/ 320 h 550"/>
                <a:gd name="T54" fmla="*/ 473 w 571"/>
                <a:gd name="T55" fmla="*/ 299 h 550"/>
                <a:gd name="T56" fmla="*/ 473 w 571"/>
                <a:gd name="T57" fmla="*/ 49 h 550"/>
                <a:gd name="T58" fmla="*/ 477 w 571"/>
                <a:gd name="T59" fmla="*/ 30 h 550"/>
                <a:gd name="T60" fmla="*/ 487 w 571"/>
                <a:gd name="T61" fmla="*/ 14 h 550"/>
                <a:gd name="T62" fmla="*/ 503 w 571"/>
                <a:gd name="T63" fmla="*/ 4 h 550"/>
                <a:gd name="T64" fmla="*/ 522 w 571"/>
                <a:gd name="T65" fmla="*/ 0 h 550"/>
                <a:gd name="T66" fmla="*/ 541 w 571"/>
                <a:gd name="T67" fmla="*/ 4 h 550"/>
                <a:gd name="T68" fmla="*/ 557 w 571"/>
                <a:gd name="T69" fmla="*/ 14 h 550"/>
                <a:gd name="T70" fmla="*/ 567 w 571"/>
                <a:gd name="T71" fmla="*/ 30 h 550"/>
                <a:gd name="T72" fmla="*/ 571 w 571"/>
                <a:gd name="T73" fmla="*/ 49 h 550"/>
                <a:gd name="T74" fmla="*/ 571 w 571"/>
                <a:gd name="T75" fmla="*/ 306 h 550"/>
                <a:gd name="T76" fmla="*/ 567 w 571"/>
                <a:gd name="T77" fmla="*/ 358 h 550"/>
                <a:gd name="T78" fmla="*/ 557 w 571"/>
                <a:gd name="T79" fmla="*/ 402 h 550"/>
                <a:gd name="T80" fmla="*/ 540 w 571"/>
                <a:gd name="T81" fmla="*/ 442 h 550"/>
                <a:gd name="T82" fmla="*/ 513 w 571"/>
                <a:gd name="T83" fmla="*/ 475 h 550"/>
                <a:gd name="T84" fmla="*/ 482 w 571"/>
                <a:gd name="T85" fmla="*/ 501 h 550"/>
                <a:gd name="T86" fmla="*/ 444 w 571"/>
                <a:gd name="T87" fmla="*/ 522 h 550"/>
                <a:gd name="T88" fmla="*/ 398 w 571"/>
                <a:gd name="T89" fmla="*/ 538 h 550"/>
                <a:gd name="T90" fmla="*/ 346 w 571"/>
                <a:gd name="T91" fmla="*/ 547 h 550"/>
                <a:gd name="T92" fmla="*/ 286 w 571"/>
                <a:gd name="T93" fmla="*/ 550 h 550"/>
                <a:gd name="T94" fmla="*/ 225 w 571"/>
                <a:gd name="T95" fmla="*/ 547 h 550"/>
                <a:gd name="T96" fmla="*/ 173 w 571"/>
                <a:gd name="T97" fmla="*/ 538 h 550"/>
                <a:gd name="T98" fmla="*/ 128 w 571"/>
                <a:gd name="T99" fmla="*/ 522 h 550"/>
                <a:gd name="T100" fmla="*/ 89 w 571"/>
                <a:gd name="T101" fmla="*/ 501 h 550"/>
                <a:gd name="T102" fmla="*/ 58 w 571"/>
                <a:gd name="T103" fmla="*/ 475 h 550"/>
                <a:gd name="T104" fmla="*/ 32 w 571"/>
                <a:gd name="T105" fmla="*/ 442 h 550"/>
                <a:gd name="T106" fmla="*/ 14 w 571"/>
                <a:gd name="T107" fmla="*/ 402 h 550"/>
                <a:gd name="T108" fmla="*/ 4 w 571"/>
                <a:gd name="T109" fmla="*/ 358 h 550"/>
                <a:gd name="T110" fmla="*/ 0 w 571"/>
                <a:gd name="T111" fmla="*/ 306 h 550"/>
                <a:gd name="T112" fmla="*/ 0 w 571"/>
                <a:gd name="T113" fmla="*/ 49 h 550"/>
                <a:gd name="T114" fmla="*/ 4 w 571"/>
                <a:gd name="T115" fmla="*/ 30 h 550"/>
                <a:gd name="T116" fmla="*/ 14 w 571"/>
                <a:gd name="T117" fmla="*/ 14 h 550"/>
                <a:gd name="T118" fmla="*/ 30 w 571"/>
                <a:gd name="T119" fmla="*/ 4 h 550"/>
                <a:gd name="T120" fmla="*/ 49 w 571"/>
                <a:gd name="T121" fmla="*/ 0 h 5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71" h="550">
                  <a:moveTo>
                    <a:pt x="49" y="0"/>
                  </a:moveTo>
                  <a:lnTo>
                    <a:pt x="68" y="4"/>
                  </a:lnTo>
                  <a:lnTo>
                    <a:pt x="84" y="14"/>
                  </a:lnTo>
                  <a:lnTo>
                    <a:pt x="94" y="30"/>
                  </a:lnTo>
                  <a:lnTo>
                    <a:pt x="98" y="49"/>
                  </a:lnTo>
                  <a:lnTo>
                    <a:pt x="98" y="299"/>
                  </a:lnTo>
                  <a:lnTo>
                    <a:pt x="98" y="320"/>
                  </a:lnTo>
                  <a:lnTo>
                    <a:pt x="101" y="342"/>
                  </a:lnTo>
                  <a:lnTo>
                    <a:pt x="105" y="363"/>
                  </a:lnTo>
                  <a:lnTo>
                    <a:pt x="112" y="384"/>
                  </a:lnTo>
                  <a:lnTo>
                    <a:pt x="122" y="403"/>
                  </a:lnTo>
                  <a:lnTo>
                    <a:pt x="136" y="421"/>
                  </a:lnTo>
                  <a:lnTo>
                    <a:pt x="156" y="437"/>
                  </a:lnTo>
                  <a:lnTo>
                    <a:pt x="180" y="449"/>
                  </a:lnTo>
                  <a:lnTo>
                    <a:pt x="208" y="459"/>
                  </a:lnTo>
                  <a:lnTo>
                    <a:pt x="245" y="464"/>
                  </a:lnTo>
                  <a:lnTo>
                    <a:pt x="286" y="466"/>
                  </a:lnTo>
                  <a:lnTo>
                    <a:pt x="328" y="464"/>
                  </a:lnTo>
                  <a:lnTo>
                    <a:pt x="363" y="459"/>
                  </a:lnTo>
                  <a:lnTo>
                    <a:pt x="391" y="449"/>
                  </a:lnTo>
                  <a:lnTo>
                    <a:pt x="416" y="437"/>
                  </a:lnTo>
                  <a:lnTo>
                    <a:pt x="435" y="421"/>
                  </a:lnTo>
                  <a:lnTo>
                    <a:pt x="449" y="403"/>
                  </a:lnTo>
                  <a:lnTo>
                    <a:pt x="459" y="384"/>
                  </a:lnTo>
                  <a:lnTo>
                    <a:pt x="466" y="363"/>
                  </a:lnTo>
                  <a:lnTo>
                    <a:pt x="470" y="342"/>
                  </a:lnTo>
                  <a:lnTo>
                    <a:pt x="473" y="320"/>
                  </a:lnTo>
                  <a:lnTo>
                    <a:pt x="473" y="299"/>
                  </a:lnTo>
                  <a:lnTo>
                    <a:pt x="473" y="49"/>
                  </a:lnTo>
                  <a:lnTo>
                    <a:pt x="477" y="30"/>
                  </a:lnTo>
                  <a:lnTo>
                    <a:pt x="487" y="14"/>
                  </a:lnTo>
                  <a:lnTo>
                    <a:pt x="503" y="4"/>
                  </a:lnTo>
                  <a:lnTo>
                    <a:pt x="522" y="0"/>
                  </a:lnTo>
                  <a:lnTo>
                    <a:pt x="541" y="4"/>
                  </a:lnTo>
                  <a:lnTo>
                    <a:pt x="557" y="14"/>
                  </a:lnTo>
                  <a:lnTo>
                    <a:pt x="567" y="30"/>
                  </a:lnTo>
                  <a:lnTo>
                    <a:pt x="571" y="49"/>
                  </a:lnTo>
                  <a:lnTo>
                    <a:pt x="571" y="306"/>
                  </a:lnTo>
                  <a:lnTo>
                    <a:pt x="567" y="358"/>
                  </a:lnTo>
                  <a:lnTo>
                    <a:pt x="557" y="402"/>
                  </a:lnTo>
                  <a:lnTo>
                    <a:pt x="540" y="442"/>
                  </a:lnTo>
                  <a:lnTo>
                    <a:pt x="513" y="475"/>
                  </a:lnTo>
                  <a:lnTo>
                    <a:pt x="482" y="501"/>
                  </a:lnTo>
                  <a:lnTo>
                    <a:pt x="444" y="522"/>
                  </a:lnTo>
                  <a:lnTo>
                    <a:pt x="398" y="538"/>
                  </a:lnTo>
                  <a:lnTo>
                    <a:pt x="346" y="547"/>
                  </a:lnTo>
                  <a:lnTo>
                    <a:pt x="286" y="550"/>
                  </a:lnTo>
                  <a:lnTo>
                    <a:pt x="225" y="547"/>
                  </a:lnTo>
                  <a:lnTo>
                    <a:pt x="173" y="538"/>
                  </a:lnTo>
                  <a:lnTo>
                    <a:pt x="128" y="522"/>
                  </a:lnTo>
                  <a:lnTo>
                    <a:pt x="89" y="501"/>
                  </a:lnTo>
                  <a:lnTo>
                    <a:pt x="58" y="475"/>
                  </a:lnTo>
                  <a:lnTo>
                    <a:pt x="32" y="442"/>
                  </a:lnTo>
                  <a:lnTo>
                    <a:pt x="14" y="402"/>
                  </a:lnTo>
                  <a:lnTo>
                    <a:pt x="4" y="358"/>
                  </a:lnTo>
                  <a:lnTo>
                    <a:pt x="0" y="306"/>
                  </a:lnTo>
                  <a:lnTo>
                    <a:pt x="0" y="49"/>
                  </a:lnTo>
                  <a:lnTo>
                    <a:pt x="4" y="30"/>
                  </a:lnTo>
                  <a:lnTo>
                    <a:pt x="14" y="14"/>
                  </a:lnTo>
                  <a:lnTo>
                    <a:pt x="30" y="4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 dirty="0"/>
            </a:p>
          </p:txBody>
        </p:sp>
        <p:sp>
          <p:nvSpPr>
            <p:cNvPr id="15" name="Freeform 12"/>
            <p:cNvSpPr>
              <a:spLocks noEditPoints="1"/>
            </p:cNvSpPr>
            <p:nvPr userDrawn="1"/>
          </p:nvSpPr>
          <p:spPr bwMode="auto">
            <a:xfrm>
              <a:off x="6530592" y="5818063"/>
              <a:ext cx="521796" cy="508514"/>
            </a:xfrm>
            <a:custGeom>
              <a:avLst/>
              <a:gdLst>
                <a:gd name="T0" fmla="*/ 96 w 550"/>
                <a:gd name="T1" fmla="*/ 79 h 536"/>
                <a:gd name="T2" fmla="*/ 96 w 550"/>
                <a:gd name="T3" fmla="*/ 241 h 536"/>
                <a:gd name="T4" fmla="*/ 307 w 550"/>
                <a:gd name="T5" fmla="*/ 241 h 536"/>
                <a:gd name="T6" fmla="*/ 342 w 550"/>
                <a:gd name="T7" fmla="*/ 241 h 536"/>
                <a:gd name="T8" fmla="*/ 372 w 550"/>
                <a:gd name="T9" fmla="*/ 238 h 536"/>
                <a:gd name="T10" fmla="*/ 398 w 550"/>
                <a:gd name="T11" fmla="*/ 231 h 536"/>
                <a:gd name="T12" fmla="*/ 417 w 550"/>
                <a:gd name="T13" fmla="*/ 222 h 536"/>
                <a:gd name="T14" fmla="*/ 431 w 550"/>
                <a:gd name="T15" fmla="*/ 206 h 536"/>
                <a:gd name="T16" fmla="*/ 440 w 550"/>
                <a:gd name="T17" fmla="*/ 187 h 536"/>
                <a:gd name="T18" fmla="*/ 443 w 550"/>
                <a:gd name="T19" fmla="*/ 161 h 536"/>
                <a:gd name="T20" fmla="*/ 440 w 550"/>
                <a:gd name="T21" fmla="*/ 135 h 536"/>
                <a:gd name="T22" fmla="*/ 431 w 550"/>
                <a:gd name="T23" fmla="*/ 114 h 536"/>
                <a:gd name="T24" fmla="*/ 417 w 550"/>
                <a:gd name="T25" fmla="*/ 100 h 536"/>
                <a:gd name="T26" fmla="*/ 398 w 550"/>
                <a:gd name="T27" fmla="*/ 89 h 536"/>
                <a:gd name="T28" fmla="*/ 372 w 550"/>
                <a:gd name="T29" fmla="*/ 84 h 536"/>
                <a:gd name="T30" fmla="*/ 342 w 550"/>
                <a:gd name="T31" fmla="*/ 80 h 536"/>
                <a:gd name="T32" fmla="*/ 307 w 550"/>
                <a:gd name="T33" fmla="*/ 79 h 536"/>
                <a:gd name="T34" fmla="*/ 96 w 550"/>
                <a:gd name="T35" fmla="*/ 79 h 536"/>
                <a:gd name="T36" fmla="*/ 0 w 550"/>
                <a:gd name="T37" fmla="*/ 0 h 536"/>
                <a:gd name="T38" fmla="*/ 323 w 550"/>
                <a:gd name="T39" fmla="*/ 0 h 536"/>
                <a:gd name="T40" fmla="*/ 377 w 550"/>
                <a:gd name="T41" fmla="*/ 2 h 536"/>
                <a:gd name="T42" fmla="*/ 422 w 550"/>
                <a:gd name="T43" fmla="*/ 9 h 536"/>
                <a:gd name="T44" fmla="*/ 459 w 550"/>
                <a:gd name="T45" fmla="*/ 19 h 536"/>
                <a:gd name="T46" fmla="*/ 489 w 550"/>
                <a:gd name="T47" fmla="*/ 37 h 536"/>
                <a:gd name="T48" fmla="*/ 511 w 550"/>
                <a:gd name="T49" fmla="*/ 58 h 536"/>
                <a:gd name="T50" fmla="*/ 527 w 550"/>
                <a:gd name="T51" fmla="*/ 86 h 536"/>
                <a:gd name="T52" fmla="*/ 537 w 550"/>
                <a:gd name="T53" fmla="*/ 119 h 536"/>
                <a:gd name="T54" fmla="*/ 539 w 550"/>
                <a:gd name="T55" fmla="*/ 157 h 536"/>
                <a:gd name="T56" fmla="*/ 537 w 550"/>
                <a:gd name="T57" fmla="*/ 194 h 536"/>
                <a:gd name="T58" fmla="*/ 527 w 550"/>
                <a:gd name="T59" fmla="*/ 225 h 536"/>
                <a:gd name="T60" fmla="*/ 513 w 550"/>
                <a:gd name="T61" fmla="*/ 252 h 536"/>
                <a:gd name="T62" fmla="*/ 494 w 550"/>
                <a:gd name="T63" fmla="*/ 272 h 536"/>
                <a:gd name="T64" fmla="*/ 471 w 550"/>
                <a:gd name="T65" fmla="*/ 290 h 536"/>
                <a:gd name="T66" fmla="*/ 447 w 550"/>
                <a:gd name="T67" fmla="*/ 302 h 536"/>
                <a:gd name="T68" fmla="*/ 419 w 550"/>
                <a:gd name="T69" fmla="*/ 311 h 536"/>
                <a:gd name="T70" fmla="*/ 393 w 550"/>
                <a:gd name="T71" fmla="*/ 314 h 536"/>
                <a:gd name="T72" fmla="*/ 384 w 550"/>
                <a:gd name="T73" fmla="*/ 314 h 536"/>
                <a:gd name="T74" fmla="*/ 550 w 550"/>
                <a:gd name="T75" fmla="*/ 536 h 536"/>
                <a:gd name="T76" fmla="*/ 431 w 550"/>
                <a:gd name="T77" fmla="*/ 536 h 536"/>
                <a:gd name="T78" fmla="*/ 274 w 550"/>
                <a:gd name="T79" fmla="*/ 323 h 536"/>
                <a:gd name="T80" fmla="*/ 272 w 550"/>
                <a:gd name="T81" fmla="*/ 321 h 536"/>
                <a:gd name="T82" fmla="*/ 96 w 550"/>
                <a:gd name="T83" fmla="*/ 321 h 536"/>
                <a:gd name="T84" fmla="*/ 96 w 550"/>
                <a:gd name="T85" fmla="*/ 536 h 536"/>
                <a:gd name="T86" fmla="*/ 0 w 550"/>
                <a:gd name="T87" fmla="*/ 536 h 536"/>
                <a:gd name="T88" fmla="*/ 0 w 550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0" h="536">
                  <a:moveTo>
                    <a:pt x="96" y="79"/>
                  </a:moveTo>
                  <a:lnTo>
                    <a:pt x="96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2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2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6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59" y="19"/>
                  </a:lnTo>
                  <a:lnTo>
                    <a:pt x="489" y="37"/>
                  </a:lnTo>
                  <a:lnTo>
                    <a:pt x="511" y="58"/>
                  </a:lnTo>
                  <a:lnTo>
                    <a:pt x="527" y="86"/>
                  </a:lnTo>
                  <a:lnTo>
                    <a:pt x="537" y="119"/>
                  </a:lnTo>
                  <a:lnTo>
                    <a:pt x="539" y="157"/>
                  </a:lnTo>
                  <a:lnTo>
                    <a:pt x="537" y="194"/>
                  </a:lnTo>
                  <a:lnTo>
                    <a:pt x="527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1" y="290"/>
                  </a:lnTo>
                  <a:lnTo>
                    <a:pt x="447" y="302"/>
                  </a:lnTo>
                  <a:lnTo>
                    <a:pt x="419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0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2" y="321"/>
                  </a:lnTo>
                  <a:lnTo>
                    <a:pt x="96" y="321"/>
                  </a:lnTo>
                  <a:lnTo>
                    <a:pt x="9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 dirty="0"/>
            </a:p>
          </p:txBody>
        </p:sp>
        <p:sp>
          <p:nvSpPr>
            <p:cNvPr id="16" name="Freeform 13"/>
            <p:cNvSpPr>
              <a:spLocks/>
            </p:cNvSpPr>
            <p:nvPr userDrawn="1"/>
          </p:nvSpPr>
          <p:spPr bwMode="auto">
            <a:xfrm>
              <a:off x="7183312" y="5818063"/>
              <a:ext cx="462976" cy="508514"/>
            </a:xfrm>
            <a:custGeom>
              <a:avLst/>
              <a:gdLst>
                <a:gd name="T0" fmla="*/ 0 w 488"/>
                <a:gd name="T1" fmla="*/ 0 h 536"/>
                <a:gd name="T2" fmla="*/ 438 w 488"/>
                <a:gd name="T3" fmla="*/ 0 h 536"/>
                <a:gd name="T4" fmla="*/ 453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3 w 488"/>
                <a:gd name="T17" fmla="*/ 79 h 536"/>
                <a:gd name="T18" fmla="*/ 438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33 w 488"/>
                <a:gd name="T25" fmla="*/ 218 h 536"/>
                <a:gd name="T26" fmla="*/ 349 w 488"/>
                <a:gd name="T27" fmla="*/ 222 h 536"/>
                <a:gd name="T28" fmla="*/ 361 w 488"/>
                <a:gd name="T29" fmla="*/ 231 h 536"/>
                <a:gd name="T30" fmla="*/ 370 w 488"/>
                <a:gd name="T31" fmla="*/ 243 h 536"/>
                <a:gd name="T32" fmla="*/ 373 w 488"/>
                <a:gd name="T33" fmla="*/ 259 h 536"/>
                <a:gd name="T34" fmla="*/ 370 w 488"/>
                <a:gd name="T35" fmla="*/ 276 h 536"/>
                <a:gd name="T36" fmla="*/ 361 w 488"/>
                <a:gd name="T37" fmla="*/ 288 h 536"/>
                <a:gd name="T38" fmla="*/ 349 w 488"/>
                <a:gd name="T39" fmla="*/ 297 h 536"/>
                <a:gd name="T40" fmla="*/ 333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6 w 488"/>
                <a:gd name="T47" fmla="*/ 454 h 536"/>
                <a:gd name="T48" fmla="*/ 464 w 488"/>
                <a:gd name="T49" fmla="*/ 457 h 536"/>
                <a:gd name="T50" fmla="*/ 476 w 488"/>
                <a:gd name="T51" fmla="*/ 466 h 536"/>
                <a:gd name="T52" fmla="*/ 485 w 488"/>
                <a:gd name="T53" fmla="*/ 478 h 536"/>
                <a:gd name="T54" fmla="*/ 488 w 488"/>
                <a:gd name="T55" fmla="*/ 494 h 536"/>
                <a:gd name="T56" fmla="*/ 485 w 488"/>
                <a:gd name="T57" fmla="*/ 512 h 536"/>
                <a:gd name="T58" fmla="*/ 476 w 488"/>
                <a:gd name="T59" fmla="*/ 524 h 536"/>
                <a:gd name="T60" fmla="*/ 464 w 488"/>
                <a:gd name="T61" fmla="*/ 533 h 536"/>
                <a:gd name="T62" fmla="*/ 446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38" y="0"/>
                  </a:lnTo>
                  <a:lnTo>
                    <a:pt x="453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3" y="79"/>
                  </a:lnTo>
                  <a:lnTo>
                    <a:pt x="438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33" y="218"/>
                  </a:lnTo>
                  <a:lnTo>
                    <a:pt x="349" y="222"/>
                  </a:lnTo>
                  <a:lnTo>
                    <a:pt x="361" y="231"/>
                  </a:lnTo>
                  <a:lnTo>
                    <a:pt x="370" y="243"/>
                  </a:lnTo>
                  <a:lnTo>
                    <a:pt x="373" y="259"/>
                  </a:lnTo>
                  <a:lnTo>
                    <a:pt x="370" y="276"/>
                  </a:lnTo>
                  <a:lnTo>
                    <a:pt x="361" y="288"/>
                  </a:lnTo>
                  <a:lnTo>
                    <a:pt x="349" y="297"/>
                  </a:lnTo>
                  <a:lnTo>
                    <a:pt x="333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6" y="454"/>
                  </a:lnTo>
                  <a:lnTo>
                    <a:pt x="464" y="457"/>
                  </a:lnTo>
                  <a:lnTo>
                    <a:pt x="476" y="466"/>
                  </a:lnTo>
                  <a:lnTo>
                    <a:pt x="485" y="478"/>
                  </a:lnTo>
                  <a:lnTo>
                    <a:pt x="488" y="494"/>
                  </a:lnTo>
                  <a:lnTo>
                    <a:pt x="485" y="512"/>
                  </a:lnTo>
                  <a:lnTo>
                    <a:pt x="476" y="524"/>
                  </a:lnTo>
                  <a:lnTo>
                    <a:pt x="464" y="533"/>
                  </a:lnTo>
                  <a:lnTo>
                    <a:pt x="44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 dirty="0"/>
            </a:p>
          </p:txBody>
        </p:sp>
        <p:sp>
          <p:nvSpPr>
            <p:cNvPr id="17" name="Freeform 14"/>
            <p:cNvSpPr>
              <a:spLocks/>
            </p:cNvSpPr>
            <p:nvPr userDrawn="1"/>
          </p:nvSpPr>
          <p:spPr bwMode="auto">
            <a:xfrm>
              <a:off x="4647381" y="5515421"/>
              <a:ext cx="91077" cy="87282"/>
            </a:xfrm>
            <a:custGeom>
              <a:avLst/>
              <a:gdLst>
                <a:gd name="T0" fmla="*/ 51 w 96"/>
                <a:gd name="T1" fmla="*/ 0 h 92"/>
                <a:gd name="T2" fmla="*/ 53 w 96"/>
                <a:gd name="T3" fmla="*/ 0 h 92"/>
                <a:gd name="T4" fmla="*/ 70 w 96"/>
                <a:gd name="T5" fmla="*/ 5 h 92"/>
                <a:gd name="T6" fmla="*/ 84 w 96"/>
                <a:gd name="T7" fmla="*/ 15 h 92"/>
                <a:gd name="T8" fmla="*/ 93 w 96"/>
                <a:gd name="T9" fmla="*/ 31 h 92"/>
                <a:gd name="T10" fmla="*/ 96 w 96"/>
                <a:gd name="T11" fmla="*/ 49 h 92"/>
                <a:gd name="T12" fmla="*/ 91 w 96"/>
                <a:gd name="T13" fmla="*/ 66 h 92"/>
                <a:gd name="T14" fmla="*/ 81 w 96"/>
                <a:gd name="T15" fmla="*/ 80 h 92"/>
                <a:gd name="T16" fmla="*/ 65 w 96"/>
                <a:gd name="T17" fmla="*/ 91 h 92"/>
                <a:gd name="T18" fmla="*/ 47 w 96"/>
                <a:gd name="T19" fmla="*/ 92 h 92"/>
                <a:gd name="T20" fmla="*/ 44 w 96"/>
                <a:gd name="T21" fmla="*/ 92 h 92"/>
                <a:gd name="T22" fmla="*/ 26 w 96"/>
                <a:gd name="T23" fmla="*/ 87 h 92"/>
                <a:gd name="T24" fmla="*/ 12 w 96"/>
                <a:gd name="T25" fmla="*/ 77 h 92"/>
                <a:gd name="T26" fmla="*/ 4 w 96"/>
                <a:gd name="T27" fmla="*/ 61 h 92"/>
                <a:gd name="T28" fmla="*/ 0 w 96"/>
                <a:gd name="T29" fmla="*/ 43 h 92"/>
                <a:gd name="T30" fmla="*/ 5 w 96"/>
                <a:gd name="T31" fmla="*/ 26 h 92"/>
                <a:gd name="T32" fmla="*/ 16 w 96"/>
                <a:gd name="T33" fmla="*/ 12 h 92"/>
                <a:gd name="T34" fmla="*/ 32 w 96"/>
                <a:gd name="T35" fmla="*/ 2 h 92"/>
                <a:gd name="T36" fmla="*/ 51 w 96"/>
                <a:gd name="T37" fmla="*/ 0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96" h="92">
                  <a:moveTo>
                    <a:pt x="51" y="0"/>
                  </a:moveTo>
                  <a:lnTo>
                    <a:pt x="53" y="0"/>
                  </a:lnTo>
                  <a:lnTo>
                    <a:pt x="70" y="5"/>
                  </a:lnTo>
                  <a:lnTo>
                    <a:pt x="84" y="15"/>
                  </a:lnTo>
                  <a:lnTo>
                    <a:pt x="93" y="31"/>
                  </a:lnTo>
                  <a:lnTo>
                    <a:pt x="96" y="49"/>
                  </a:lnTo>
                  <a:lnTo>
                    <a:pt x="91" y="66"/>
                  </a:lnTo>
                  <a:lnTo>
                    <a:pt x="81" y="80"/>
                  </a:lnTo>
                  <a:lnTo>
                    <a:pt x="65" y="91"/>
                  </a:lnTo>
                  <a:lnTo>
                    <a:pt x="47" y="92"/>
                  </a:lnTo>
                  <a:lnTo>
                    <a:pt x="44" y="92"/>
                  </a:lnTo>
                  <a:lnTo>
                    <a:pt x="26" y="87"/>
                  </a:lnTo>
                  <a:lnTo>
                    <a:pt x="12" y="77"/>
                  </a:lnTo>
                  <a:lnTo>
                    <a:pt x="4" y="61"/>
                  </a:lnTo>
                  <a:lnTo>
                    <a:pt x="0" y="43"/>
                  </a:lnTo>
                  <a:lnTo>
                    <a:pt x="5" y="26"/>
                  </a:lnTo>
                  <a:lnTo>
                    <a:pt x="16" y="12"/>
                  </a:lnTo>
                  <a:lnTo>
                    <a:pt x="32" y="2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 dirty="0"/>
            </a:p>
          </p:txBody>
        </p:sp>
        <p:sp>
          <p:nvSpPr>
            <p:cNvPr id="18" name="Freeform 15"/>
            <p:cNvSpPr>
              <a:spLocks/>
            </p:cNvSpPr>
            <p:nvPr userDrawn="1"/>
          </p:nvSpPr>
          <p:spPr bwMode="auto">
            <a:xfrm>
              <a:off x="4937689" y="5235549"/>
              <a:ext cx="130923" cy="157487"/>
            </a:xfrm>
            <a:custGeom>
              <a:avLst/>
              <a:gdLst>
                <a:gd name="T0" fmla="*/ 40 w 138"/>
                <a:gd name="T1" fmla="*/ 0 h 166"/>
                <a:gd name="T2" fmla="*/ 57 w 138"/>
                <a:gd name="T3" fmla="*/ 2 h 166"/>
                <a:gd name="T4" fmla="*/ 73 w 138"/>
                <a:gd name="T5" fmla="*/ 9 h 166"/>
                <a:gd name="T6" fmla="*/ 85 w 138"/>
                <a:gd name="T7" fmla="*/ 22 h 166"/>
                <a:gd name="T8" fmla="*/ 132 w 138"/>
                <a:gd name="T9" fmla="*/ 96 h 166"/>
                <a:gd name="T10" fmla="*/ 138 w 138"/>
                <a:gd name="T11" fmla="*/ 113 h 166"/>
                <a:gd name="T12" fmla="*/ 138 w 138"/>
                <a:gd name="T13" fmla="*/ 131 h 166"/>
                <a:gd name="T14" fmla="*/ 129 w 138"/>
                <a:gd name="T15" fmla="*/ 146 h 166"/>
                <a:gd name="T16" fmla="*/ 115 w 138"/>
                <a:gd name="T17" fmla="*/ 159 h 166"/>
                <a:gd name="T18" fmla="*/ 99 w 138"/>
                <a:gd name="T19" fmla="*/ 166 h 166"/>
                <a:gd name="T20" fmla="*/ 80 w 138"/>
                <a:gd name="T21" fmla="*/ 164 h 166"/>
                <a:gd name="T22" fmla="*/ 64 w 138"/>
                <a:gd name="T23" fmla="*/ 157 h 166"/>
                <a:gd name="T24" fmla="*/ 52 w 138"/>
                <a:gd name="T25" fmla="*/ 143 h 166"/>
                <a:gd name="T26" fmla="*/ 5 w 138"/>
                <a:gd name="T27" fmla="*/ 70 h 166"/>
                <a:gd name="T28" fmla="*/ 0 w 138"/>
                <a:gd name="T29" fmla="*/ 52 h 166"/>
                <a:gd name="T30" fmla="*/ 0 w 138"/>
                <a:gd name="T31" fmla="*/ 35 h 166"/>
                <a:gd name="T32" fmla="*/ 8 w 138"/>
                <a:gd name="T33" fmla="*/ 17 h 166"/>
                <a:gd name="T34" fmla="*/ 22 w 138"/>
                <a:gd name="T35" fmla="*/ 7 h 166"/>
                <a:gd name="T36" fmla="*/ 40 w 138"/>
                <a:gd name="T37" fmla="*/ 0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8" h="166">
                  <a:moveTo>
                    <a:pt x="40" y="0"/>
                  </a:moveTo>
                  <a:lnTo>
                    <a:pt x="57" y="2"/>
                  </a:lnTo>
                  <a:lnTo>
                    <a:pt x="73" y="9"/>
                  </a:lnTo>
                  <a:lnTo>
                    <a:pt x="85" y="22"/>
                  </a:lnTo>
                  <a:lnTo>
                    <a:pt x="132" y="96"/>
                  </a:lnTo>
                  <a:lnTo>
                    <a:pt x="138" y="113"/>
                  </a:lnTo>
                  <a:lnTo>
                    <a:pt x="138" y="131"/>
                  </a:lnTo>
                  <a:lnTo>
                    <a:pt x="129" y="146"/>
                  </a:lnTo>
                  <a:lnTo>
                    <a:pt x="115" y="159"/>
                  </a:lnTo>
                  <a:lnTo>
                    <a:pt x="99" y="166"/>
                  </a:lnTo>
                  <a:lnTo>
                    <a:pt x="80" y="164"/>
                  </a:lnTo>
                  <a:lnTo>
                    <a:pt x="64" y="157"/>
                  </a:lnTo>
                  <a:lnTo>
                    <a:pt x="52" y="143"/>
                  </a:lnTo>
                  <a:lnTo>
                    <a:pt x="5" y="70"/>
                  </a:lnTo>
                  <a:lnTo>
                    <a:pt x="0" y="52"/>
                  </a:lnTo>
                  <a:lnTo>
                    <a:pt x="0" y="35"/>
                  </a:lnTo>
                  <a:lnTo>
                    <a:pt x="8" y="17"/>
                  </a:lnTo>
                  <a:lnTo>
                    <a:pt x="22" y="7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 dirty="0"/>
            </a:p>
          </p:txBody>
        </p:sp>
        <p:sp>
          <p:nvSpPr>
            <p:cNvPr id="19" name="Freeform 16"/>
            <p:cNvSpPr>
              <a:spLocks/>
            </p:cNvSpPr>
            <p:nvPr userDrawn="1"/>
          </p:nvSpPr>
          <p:spPr bwMode="auto">
            <a:xfrm>
              <a:off x="5278280" y="5018292"/>
              <a:ext cx="132821" cy="243821"/>
            </a:xfrm>
            <a:custGeom>
              <a:avLst/>
              <a:gdLst>
                <a:gd name="T0" fmla="*/ 53 w 140"/>
                <a:gd name="T1" fmla="*/ 0 h 257"/>
                <a:gd name="T2" fmla="*/ 68 w 140"/>
                <a:gd name="T3" fmla="*/ 7 h 257"/>
                <a:gd name="T4" fmla="*/ 82 w 140"/>
                <a:gd name="T5" fmla="*/ 19 h 257"/>
                <a:gd name="T6" fmla="*/ 89 w 140"/>
                <a:gd name="T7" fmla="*/ 35 h 257"/>
                <a:gd name="T8" fmla="*/ 140 w 140"/>
                <a:gd name="T9" fmla="*/ 199 h 257"/>
                <a:gd name="T10" fmla="*/ 140 w 140"/>
                <a:gd name="T11" fmla="*/ 218 h 257"/>
                <a:gd name="T12" fmla="*/ 135 w 140"/>
                <a:gd name="T13" fmla="*/ 234 h 257"/>
                <a:gd name="T14" fmla="*/ 122 w 140"/>
                <a:gd name="T15" fmla="*/ 248 h 257"/>
                <a:gd name="T16" fmla="*/ 105 w 140"/>
                <a:gd name="T17" fmla="*/ 255 h 257"/>
                <a:gd name="T18" fmla="*/ 88 w 140"/>
                <a:gd name="T19" fmla="*/ 257 h 257"/>
                <a:gd name="T20" fmla="*/ 70 w 140"/>
                <a:gd name="T21" fmla="*/ 250 h 257"/>
                <a:gd name="T22" fmla="*/ 58 w 140"/>
                <a:gd name="T23" fmla="*/ 239 h 257"/>
                <a:gd name="T24" fmla="*/ 49 w 140"/>
                <a:gd name="T25" fmla="*/ 222 h 257"/>
                <a:gd name="T26" fmla="*/ 0 w 140"/>
                <a:gd name="T27" fmla="*/ 58 h 257"/>
                <a:gd name="T28" fmla="*/ 0 w 140"/>
                <a:gd name="T29" fmla="*/ 40 h 257"/>
                <a:gd name="T30" fmla="*/ 5 w 140"/>
                <a:gd name="T31" fmla="*/ 23 h 257"/>
                <a:gd name="T32" fmla="*/ 18 w 140"/>
                <a:gd name="T33" fmla="*/ 11 h 257"/>
                <a:gd name="T34" fmla="*/ 33 w 140"/>
                <a:gd name="T35" fmla="*/ 2 h 257"/>
                <a:gd name="T36" fmla="*/ 53 w 140"/>
                <a:gd name="T37" fmla="*/ 0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40" h="257">
                  <a:moveTo>
                    <a:pt x="53" y="0"/>
                  </a:moveTo>
                  <a:lnTo>
                    <a:pt x="68" y="7"/>
                  </a:lnTo>
                  <a:lnTo>
                    <a:pt x="82" y="19"/>
                  </a:lnTo>
                  <a:lnTo>
                    <a:pt x="89" y="35"/>
                  </a:lnTo>
                  <a:lnTo>
                    <a:pt x="140" y="199"/>
                  </a:lnTo>
                  <a:lnTo>
                    <a:pt x="140" y="218"/>
                  </a:lnTo>
                  <a:lnTo>
                    <a:pt x="135" y="234"/>
                  </a:lnTo>
                  <a:lnTo>
                    <a:pt x="122" y="248"/>
                  </a:lnTo>
                  <a:lnTo>
                    <a:pt x="105" y="255"/>
                  </a:lnTo>
                  <a:lnTo>
                    <a:pt x="88" y="257"/>
                  </a:lnTo>
                  <a:lnTo>
                    <a:pt x="70" y="250"/>
                  </a:lnTo>
                  <a:lnTo>
                    <a:pt x="58" y="239"/>
                  </a:lnTo>
                  <a:lnTo>
                    <a:pt x="49" y="222"/>
                  </a:lnTo>
                  <a:lnTo>
                    <a:pt x="0" y="58"/>
                  </a:lnTo>
                  <a:lnTo>
                    <a:pt x="0" y="40"/>
                  </a:lnTo>
                  <a:lnTo>
                    <a:pt x="5" y="23"/>
                  </a:lnTo>
                  <a:lnTo>
                    <a:pt x="18" y="11"/>
                  </a:lnTo>
                  <a:lnTo>
                    <a:pt x="33" y="2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 dirty="0"/>
            </a:p>
          </p:txBody>
        </p:sp>
        <p:sp>
          <p:nvSpPr>
            <p:cNvPr id="20" name="Freeform 17"/>
            <p:cNvSpPr>
              <a:spLocks/>
            </p:cNvSpPr>
            <p:nvPr userDrawn="1"/>
          </p:nvSpPr>
          <p:spPr bwMode="auto">
            <a:xfrm>
              <a:off x="5649230" y="4842779"/>
              <a:ext cx="112898" cy="335847"/>
            </a:xfrm>
            <a:custGeom>
              <a:avLst/>
              <a:gdLst>
                <a:gd name="T0" fmla="*/ 44 w 119"/>
                <a:gd name="T1" fmla="*/ 0 h 354"/>
                <a:gd name="T2" fmla="*/ 63 w 119"/>
                <a:gd name="T3" fmla="*/ 4 h 354"/>
                <a:gd name="T4" fmla="*/ 77 w 119"/>
                <a:gd name="T5" fmla="*/ 12 h 354"/>
                <a:gd name="T6" fmla="*/ 87 w 119"/>
                <a:gd name="T7" fmla="*/ 26 h 354"/>
                <a:gd name="T8" fmla="*/ 93 w 119"/>
                <a:gd name="T9" fmla="*/ 44 h 354"/>
                <a:gd name="T10" fmla="*/ 119 w 119"/>
                <a:gd name="T11" fmla="*/ 306 h 354"/>
                <a:gd name="T12" fmla="*/ 115 w 119"/>
                <a:gd name="T13" fmla="*/ 323 h 354"/>
                <a:gd name="T14" fmla="*/ 107 w 119"/>
                <a:gd name="T15" fmla="*/ 339 h 354"/>
                <a:gd name="T16" fmla="*/ 93 w 119"/>
                <a:gd name="T17" fmla="*/ 349 h 354"/>
                <a:gd name="T18" fmla="*/ 75 w 119"/>
                <a:gd name="T19" fmla="*/ 354 h 354"/>
                <a:gd name="T20" fmla="*/ 58 w 119"/>
                <a:gd name="T21" fmla="*/ 351 h 354"/>
                <a:gd name="T22" fmla="*/ 42 w 119"/>
                <a:gd name="T23" fmla="*/ 342 h 354"/>
                <a:gd name="T24" fmla="*/ 32 w 119"/>
                <a:gd name="T25" fmla="*/ 328 h 354"/>
                <a:gd name="T26" fmla="*/ 26 w 119"/>
                <a:gd name="T27" fmla="*/ 311 h 354"/>
                <a:gd name="T28" fmla="*/ 0 w 119"/>
                <a:gd name="T29" fmla="*/ 49 h 354"/>
                <a:gd name="T30" fmla="*/ 4 w 119"/>
                <a:gd name="T31" fmla="*/ 32 h 354"/>
                <a:gd name="T32" fmla="*/ 12 w 119"/>
                <a:gd name="T33" fmla="*/ 16 h 354"/>
                <a:gd name="T34" fmla="*/ 26 w 119"/>
                <a:gd name="T35" fmla="*/ 5 h 354"/>
                <a:gd name="T36" fmla="*/ 44 w 119"/>
                <a:gd name="T37" fmla="*/ 0 h 3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9" h="354">
                  <a:moveTo>
                    <a:pt x="44" y="0"/>
                  </a:moveTo>
                  <a:lnTo>
                    <a:pt x="63" y="4"/>
                  </a:lnTo>
                  <a:lnTo>
                    <a:pt x="77" y="12"/>
                  </a:lnTo>
                  <a:lnTo>
                    <a:pt x="87" y="26"/>
                  </a:lnTo>
                  <a:lnTo>
                    <a:pt x="93" y="44"/>
                  </a:lnTo>
                  <a:lnTo>
                    <a:pt x="119" y="306"/>
                  </a:lnTo>
                  <a:lnTo>
                    <a:pt x="115" y="323"/>
                  </a:lnTo>
                  <a:lnTo>
                    <a:pt x="107" y="339"/>
                  </a:lnTo>
                  <a:lnTo>
                    <a:pt x="93" y="349"/>
                  </a:lnTo>
                  <a:lnTo>
                    <a:pt x="75" y="354"/>
                  </a:lnTo>
                  <a:lnTo>
                    <a:pt x="58" y="351"/>
                  </a:lnTo>
                  <a:lnTo>
                    <a:pt x="42" y="342"/>
                  </a:lnTo>
                  <a:lnTo>
                    <a:pt x="32" y="328"/>
                  </a:lnTo>
                  <a:lnTo>
                    <a:pt x="26" y="311"/>
                  </a:lnTo>
                  <a:lnTo>
                    <a:pt x="0" y="49"/>
                  </a:lnTo>
                  <a:lnTo>
                    <a:pt x="4" y="32"/>
                  </a:lnTo>
                  <a:lnTo>
                    <a:pt x="12" y="16"/>
                  </a:lnTo>
                  <a:lnTo>
                    <a:pt x="26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 dirty="0"/>
            </a:p>
          </p:txBody>
        </p:sp>
        <p:sp>
          <p:nvSpPr>
            <p:cNvPr id="21" name="Freeform 18"/>
            <p:cNvSpPr>
              <a:spLocks/>
            </p:cNvSpPr>
            <p:nvPr userDrawn="1"/>
          </p:nvSpPr>
          <p:spPr bwMode="auto">
            <a:xfrm>
              <a:off x="6026821" y="4720394"/>
              <a:ext cx="104359" cy="420283"/>
            </a:xfrm>
            <a:custGeom>
              <a:avLst/>
              <a:gdLst>
                <a:gd name="T0" fmla="*/ 68 w 110"/>
                <a:gd name="T1" fmla="*/ 0 h 443"/>
                <a:gd name="T2" fmla="*/ 86 w 110"/>
                <a:gd name="T3" fmla="*/ 5 h 443"/>
                <a:gd name="T4" fmla="*/ 100 w 110"/>
                <a:gd name="T5" fmla="*/ 16 h 443"/>
                <a:gd name="T6" fmla="*/ 107 w 110"/>
                <a:gd name="T7" fmla="*/ 31 h 443"/>
                <a:gd name="T8" fmla="*/ 110 w 110"/>
                <a:gd name="T9" fmla="*/ 51 h 443"/>
                <a:gd name="T10" fmla="*/ 93 w 110"/>
                <a:gd name="T11" fmla="*/ 401 h 443"/>
                <a:gd name="T12" fmla="*/ 87 w 110"/>
                <a:gd name="T13" fmla="*/ 419 h 443"/>
                <a:gd name="T14" fmla="*/ 75 w 110"/>
                <a:gd name="T15" fmla="*/ 433 h 443"/>
                <a:gd name="T16" fmla="*/ 61 w 110"/>
                <a:gd name="T17" fmla="*/ 442 h 443"/>
                <a:gd name="T18" fmla="*/ 42 w 110"/>
                <a:gd name="T19" fmla="*/ 443 h 443"/>
                <a:gd name="T20" fmla="*/ 25 w 110"/>
                <a:gd name="T21" fmla="*/ 438 h 443"/>
                <a:gd name="T22" fmla="*/ 11 w 110"/>
                <a:gd name="T23" fmla="*/ 426 h 443"/>
                <a:gd name="T24" fmla="*/ 2 w 110"/>
                <a:gd name="T25" fmla="*/ 412 h 443"/>
                <a:gd name="T26" fmla="*/ 0 w 110"/>
                <a:gd name="T27" fmla="*/ 393 h 443"/>
                <a:gd name="T28" fmla="*/ 18 w 110"/>
                <a:gd name="T29" fmla="*/ 42 h 443"/>
                <a:gd name="T30" fmla="*/ 23 w 110"/>
                <a:gd name="T31" fmla="*/ 24 h 443"/>
                <a:gd name="T32" fmla="*/ 33 w 110"/>
                <a:gd name="T33" fmla="*/ 10 h 443"/>
                <a:gd name="T34" fmla="*/ 49 w 110"/>
                <a:gd name="T35" fmla="*/ 2 h 443"/>
                <a:gd name="T36" fmla="*/ 68 w 110"/>
                <a:gd name="T37" fmla="*/ 0 h 4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0" h="443">
                  <a:moveTo>
                    <a:pt x="68" y="0"/>
                  </a:moveTo>
                  <a:lnTo>
                    <a:pt x="86" y="5"/>
                  </a:lnTo>
                  <a:lnTo>
                    <a:pt x="100" y="16"/>
                  </a:lnTo>
                  <a:lnTo>
                    <a:pt x="107" y="31"/>
                  </a:lnTo>
                  <a:lnTo>
                    <a:pt x="110" y="51"/>
                  </a:lnTo>
                  <a:lnTo>
                    <a:pt x="93" y="401"/>
                  </a:lnTo>
                  <a:lnTo>
                    <a:pt x="87" y="419"/>
                  </a:lnTo>
                  <a:lnTo>
                    <a:pt x="75" y="433"/>
                  </a:lnTo>
                  <a:lnTo>
                    <a:pt x="61" y="442"/>
                  </a:lnTo>
                  <a:lnTo>
                    <a:pt x="42" y="443"/>
                  </a:lnTo>
                  <a:lnTo>
                    <a:pt x="25" y="438"/>
                  </a:lnTo>
                  <a:lnTo>
                    <a:pt x="11" y="426"/>
                  </a:lnTo>
                  <a:lnTo>
                    <a:pt x="2" y="412"/>
                  </a:lnTo>
                  <a:lnTo>
                    <a:pt x="0" y="393"/>
                  </a:lnTo>
                  <a:lnTo>
                    <a:pt x="18" y="42"/>
                  </a:lnTo>
                  <a:lnTo>
                    <a:pt x="23" y="24"/>
                  </a:lnTo>
                  <a:lnTo>
                    <a:pt x="33" y="10"/>
                  </a:lnTo>
                  <a:lnTo>
                    <a:pt x="49" y="2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 dirty="0"/>
            </a:p>
          </p:txBody>
        </p:sp>
        <p:sp>
          <p:nvSpPr>
            <p:cNvPr id="22" name="Freeform 19"/>
            <p:cNvSpPr>
              <a:spLocks/>
            </p:cNvSpPr>
            <p:nvPr userDrawn="1"/>
          </p:nvSpPr>
          <p:spPr bwMode="auto">
            <a:xfrm>
              <a:off x="6384489" y="4647343"/>
              <a:ext cx="162232" cy="497129"/>
            </a:xfrm>
            <a:custGeom>
              <a:avLst/>
              <a:gdLst>
                <a:gd name="T0" fmla="*/ 119 w 171"/>
                <a:gd name="T1" fmla="*/ 0 h 524"/>
                <a:gd name="T2" fmla="*/ 136 w 171"/>
                <a:gd name="T3" fmla="*/ 0 h 524"/>
                <a:gd name="T4" fmla="*/ 154 w 171"/>
                <a:gd name="T5" fmla="*/ 9 h 524"/>
                <a:gd name="T6" fmla="*/ 166 w 171"/>
                <a:gd name="T7" fmla="*/ 21 h 524"/>
                <a:gd name="T8" fmla="*/ 171 w 171"/>
                <a:gd name="T9" fmla="*/ 37 h 524"/>
                <a:gd name="T10" fmla="*/ 171 w 171"/>
                <a:gd name="T11" fmla="*/ 56 h 524"/>
                <a:gd name="T12" fmla="*/ 91 w 171"/>
                <a:gd name="T13" fmla="*/ 489 h 524"/>
                <a:gd name="T14" fmla="*/ 84 w 171"/>
                <a:gd name="T15" fmla="*/ 506 h 524"/>
                <a:gd name="T16" fmla="*/ 70 w 171"/>
                <a:gd name="T17" fmla="*/ 517 h 524"/>
                <a:gd name="T18" fmla="*/ 54 w 171"/>
                <a:gd name="T19" fmla="*/ 524 h 524"/>
                <a:gd name="T20" fmla="*/ 37 w 171"/>
                <a:gd name="T21" fmla="*/ 524 h 524"/>
                <a:gd name="T22" fmla="*/ 19 w 171"/>
                <a:gd name="T23" fmla="*/ 517 h 524"/>
                <a:gd name="T24" fmla="*/ 7 w 171"/>
                <a:gd name="T25" fmla="*/ 503 h 524"/>
                <a:gd name="T26" fmla="*/ 0 w 171"/>
                <a:gd name="T27" fmla="*/ 487 h 524"/>
                <a:gd name="T28" fmla="*/ 2 w 171"/>
                <a:gd name="T29" fmla="*/ 468 h 524"/>
                <a:gd name="T30" fmla="*/ 82 w 171"/>
                <a:gd name="T31" fmla="*/ 35 h 524"/>
                <a:gd name="T32" fmla="*/ 89 w 171"/>
                <a:gd name="T33" fmla="*/ 19 h 524"/>
                <a:gd name="T34" fmla="*/ 101 w 171"/>
                <a:gd name="T35" fmla="*/ 7 h 524"/>
                <a:gd name="T36" fmla="*/ 119 w 171"/>
                <a:gd name="T37" fmla="*/ 0 h 5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71" h="524">
                  <a:moveTo>
                    <a:pt x="119" y="0"/>
                  </a:moveTo>
                  <a:lnTo>
                    <a:pt x="136" y="0"/>
                  </a:lnTo>
                  <a:lnTo>
                    <a:pt x="154" y="9"/>
                  </a:lnTo>
                  <a:lnTo>
                    <a:pt x="166" y="21"/>
                  </a:lnTo>
                  <a:lnTo>
                    <a:pt x="171" y="37"/>
                  </a:lnTo>
                  <a:lnTo>
                    <a:pt x="171" y="56"/>
                  </a:lnTo>
                  <a:lnTo>
                    <a:pt x="91" y="489"/>
                  </a:lnTo>
                  <a:lnTo>
                    <a:pt x="84" y="506"/>
                  </a:lnTo>
                  <a:lnTo>
                    <a:pt x="70" y="517"/>
                  </a:lnTo>
                  <a:lnTo>
                    <a:pt x="54" y="524"/>
                  </a:lnTo>
                  <a:lnTo>
                    <a:pt x="37" y="524"/>
                  </a:lnTo>
                  <a:lnTo>
                    <a:pt x="19" y="517"/>
                  </a:lnTo>
                  <a:lnTo>
                    <a:pt x="7" y="503"/>
                  </a:lnTo>
                  <a:lnTo>
                    <a:pt x="0" y="487"/>
                  </a:lnTo>
                  <a:lnTo>
                    <a:pt x="2" y="468"/>
                  </a:lnTo>
                  <a:lnTo>
                    <a:pt x="82" y="35"/>
                  </a:lnTo>
                  <a:lnTo>
                    <a:pt x="89" y="19"/>
                  </a:lnTo>
                  <a:lnTo>
                    <a:pt x="101" y="7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 dirty="0"/>
            </a:p>
          </p:txBody>
        </p:sp>
        <p:sp>
          <p:nvSpPr>
            <p:cNvPr id="23" name="Freeform 20"/>
            <p:cNvSpPr>
              <a:spLocks/>
            </p:cNvSpPr>
            <p:nvPr userDrawn="1"/>
          </p:nvSpPr>
          <p:spPr bwMode="auto">
            <a:xfrm>
              <a:off x="6733618" y="4625522"/>
              <a:ext cx="241924" cy="568283"/>
            </a:xfrm>
            <a:custGeom>
              <a:avLst/>
              <a:gdLst>
                <a:gd name="T0" fmla="*/ 206 w 255"/>
                <a:gd name="T1" fmla="*/ 0 h 599"/>
                <a:gd name="T2" fmla="*/ 226 w 255"/>
                <a:gd name="T3" fmla="*/ 4 h 599"/>
                <a:gd name="T4" fmla="*/ 241 w 255"/>
                <a:gd name="T5" fmla="*/ 13 h 599"/>
                <a:gd name="T6" fmla="*/ 252 w 255"/>
                <a:gd name="T7" fmla="*/ 27 h 599"/>
                <a:gd name="T8" fmla="*/ 255 w 255"/>
                <a:gd name="T9" fmla="*/ 44 h 599"/>
                <a:gd name="T10" fmla="*/ 254 w 255"/>
                <a:gd name="T11" fmla="*/ 62 h 599"/>
                <a:gd name="T12" fmla="*/ 90 w 255"/>
                <a:gd name="T13" fmla="*/ 569 h 599"/>
                <a:gd name="T14" fmla="*/ 81 w 255"/>
                <a:gd name="T15" fmla="*/ 585 h 599"/>
                <a:gd name="T16" fmla="*/ 65 w 255"/>
                <a:gd name="T17" fmla="*/ 596 h 599"/>
                <a:gd name="T18" fmla="*/ 49 w 255"/>
                <a:gd name="T19" fmla="*/ 599 h 599"/>
                <a:gd name="T20" fmla="*/ 30 w 255"/>
                <a:gd name="T21" fmla="*/ 597 h 599"/>
                <a:gd name="T22" fmla="*/ 14 w 255"/>
                <a:gd name="T23" fmla="*/ 587 h 599"/>
                <a:gd name="T24" fmla="*/ 4 w 255"/>
                <a:gd name="T25" fmla="*/ 573 h 599"/>
                <a:gd name="T26" fmla="*/ 0 w 255"/>
                <a:gd name="T27" fmla="*/ 556 h 599"/>
                <a:gd name="T28" fmla="*/ 2 w 255"/>
                <a:gd name="T29" fmla="*/ 538 h 599"/>
                <a:gd name="T30" fmla="*/ 166 w 255"/>
                <a:gd name="T31" fmla="*/ 30 h 599"/>
                <a:gd name="T32" fmla="*/ 175 w 255"/>
                <a:gd name="T33" fmla="*/ 16 h 599"/>
                <a:gd name="T34" fmla="*/ 191 w 255"/>
                <a:gd name="T35" fmla="*/ 6 h 599"/>
                <a:gd name="T36" fmla="*/ 206 w 255"/>
                <a:gd name="T37" fmla="*/ 0 h 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5" h="599">
                  <a:moveTo>
                    <a:pt x="206" y="0"/>
                  </a:moveTo>
                  <a:lnTo>
                    <a:pt x="226" y="4"/>
                  </a:lnTo>
                  <a:lnTo>
                    <a:pt x="241" y="13"/>
                  </a:lnTo>
                  <a:lnTo>
                    <a:pt x="252" y="27"/>
                  </a:lnTo>
                  <a:lnTo>
                    <a:pt x="255" y="44"/>
                  </a:lnTo>
                  <a:lnTo>
                    <a:pt x="254" y="62"/>
                  </a:lnTo>
                  <a:lnTo>
                    <a:pt x="90" y="569"/>
                  </a:lnTo>
                  <a:lnTo>
                    <a:pt x="81" y="585"/>
                  </a:lnTo>
                  <a:lnTo>
                    <a:pt x="65" y="596"/>
                  </a:lnTo>
                  <a:lnTo>
                    <a:pt x="49" y="599"/>
                  </a:lnTo>
                  <a:lnTo>
                    <a:pt x="30" y="597"/>
                  </a:lnTo>
                  <a:lnTo>
                    <a:pt x="14" y="587"/>
                  </a:lnTo>
                  <a:lnTo>
                    <a:pt x="4" y="573"/>
                  </a:lnTo>
                  <a:lnTo>
                    <a:pt x="0" y="556"/>
                  </a:lnTo>
                  <a:lnTo>
                    <a:pt x="2" y="538"/>
                  </a:lnTo>
                  <a:lnTo>
                    <a:pt x="166" y="30"/>
                  </a:lnTo>
                  <a:lnTo>
                    <a:pt x="175" y="16"/>
                  </a:lnTo>
                  <a:lnTo>
                    <a:pt x="191" y="6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 dirty="0"/>
            </a:p>
          </p:txBody>
        </p:sp>
        <p:sp>
          <p:nvSpPr>
            <p:cNvPr id="24" name="Freeform 21"/>
            <p:cNvSpPr>
              <a:spLocks/>
            </p:cNvSpPr>
            <p:nvPr userDrawn="1"/>
          </p:nvSpPr>
          <p:spPr bwMode="auto">
            <a:xfrm>
              <a:off x="7077055" y="4665368"/>
              <a:ext cx="333950" cy="621412"/>
            </a:xfrm>
            <a:custGeom>
              <a:avLst/>
              <a:gdLst>
                <a:gd name="T0" fmla="*/ 309 w 352"/>
                <a:gd name="T1" fmla="*/ 0 h 655"/>
                <a:gd name="T2" fmla="*/ 326 w 352"/>
                <a:gd name="T3" fmla="*/ 6 h 655"/>
                <a:gd name="T4" fmla="*/ 342 w 352"/>
                <a:gd name="T5" fmla="*/ 18 h 655"/>
                <a:gd name="T6" fmla="*/ 349 w 352"/>
                <a:gd name="T7" fmla="*/ 32 h 655"/>
                <a:gd name="T8" fmla="*/ 352 w 352"/>
                <a:gd name="T9" fmla="*/ 49 h 655"/>
                <a:gd name="T10" fmla="*/ 347 w 352"/>
                <a:gd name="T11" fmla="*/ 68 h 655"/>
                <a:gd name="T12" fmla="*/ 87 w 352"/>
                <a:gd name="T13" fmla="*/ 630 h 655"/>
                <a:gd name="T14" fmla="*/ 77 w 352"/>
                <a:gd name="T15" fmla="*/ 644 h 655"/>
                <a:gd name="T16" fmla="*/ 61 w 352"/>
                <a:gd name="T17" fmla="*/ 653 h 655"/>
                <a:gd name="T18" fmla="*/ 43 w 352"/>
                <a:gd name="T19" fmla="*/ 655 h 655"/>
                <a:gd name="T20" fmla="*/ 26 w 352"/>
                <a:gd name="T21" fmla="*/ 650 h 655"/>
                <a:gd name="T22" fmla="*/ 10 w 352"/>
                <a:gd name="T23" fmla="*/ 639 h 655"/>
                <a:gd name="T24" fmla="*/ 3 w 352"/>
                <a:gd name="T25" fmla="*/ 623 h 655"/>
                <a:gd name="T26" fmla="*/ 0 w 352"/>
                <a:gd name="T27" fmla="*/ 606 h 655"/>
                <a:gd name="T28" fmla="*/ 5 w 352"/>
                <a:gd name="T29" fmla="*/ 589 h 655"/>
                <a:gd name="T30" fmla="*/ 265 w 352"/>
                <a:gd name="T31" fmla="*/ 27 h 655"/>
                <a:gd name="T32" fmla="*/ 276 w 352"/>
                <a:gd name="T33" fmla="*/ 11 h 655"/>
                <a:gd name="T34" fmla="*/ 291 w 352"/>
                <a:gd name="T35" fmla="*/ 4 h 655"/>
                <a:gd name="T36" fmla="*/ 309 w 352"/>
                <a:gd name="T37" fmla="*/ 0 h 6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52" h="655">
                  <a:moveTo>
                    <a:pt x="309" y="0"/>
                  </a:moveTo>
                  <a:lnTo>
                    <a:pt x="326" y="6"/>
                  </a:lnTo>
                  <a:lnTo>
                    <a:pt x="342" y="18"/>
                  </a:lnTo>
                  <a:lnTo>
                    <a:pt x="349" y="32"/>
                  </a:lnTo>
                  <a:lnTo>
                    <a:pt x="352" y="49"/>
                  </a:lnTo>
                  <a:lnTo>
                    <a:pt x="347" y="68"/>
                  </a:lnTo>
                  <a:lnTo>
                    <a:pt x="87" y="630"/>
                  </a:lnTo>
                  <a:lnTo>
                    <a:pt x="77" y="644"/>
                  </a:lnTo>
                  <a:lnTo>
                    <a:pt x="61" y="653"/>
                  </a:lnTo>
                  <a:lnTo>
                    <a:pt x="43" y="655"/>
                  </a:lnTo>
                  <a:lnTo>
                    <a:pt x="26" y="650"/>
                  </a:lnTo>
                  <a:lnTo>
                    <a:pt x="10" y="639"/>
                  </a:lnTo>
                  <a:lnTo>
                    <a:pt x="3" y="623"/>
                  </a:lnTo>
                  <a:lnTo>
                    <a:pt x="0" y="606"/>
                  </a:lnTo>
                  <a:lnTo>
                    <a:pt x="5" y="589"/>
                  </a:lnTo>
                  <a:lnTo>
                    <a:pt x="265" y="27"/>
                  </a:lnTo>
                  <a:lnTo>
                    <a:pt x="276" y="11"/>
                  </a:lnTo>
                  <a:lnTo>
                    <a:pt x="291" y="4"/>
                  </a:lnTo>
                  <a:lnTo>
                    <a:pt x="30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 dirty="0"/>
            </a:p>
          </p:txBody>
        </p:sp>
        <p:sp>
          <p:nvSpPr>
            <p:cNvPr id="25" name="Freeform 22"/>
            <p:cNvSpPr>
              <a:spLocks/>
            </p:cNvSpPr>
            <p:nvPr userDrawn="1"/>
          </p:nvSpPr>
          <p:spPr bwMode="auto">
            <a:xfrm>
              <a:off x="7414800" y="4764984"/>
              <a:ext cx="430719" cy="659361"/>
            </a:xfrm>
            <a:custGeom>
              <a:avLst/>
              <a:gdLst>
                <a:gd name="T0" fmla="*/ 417 w 454"/>
                <a:gd name="T1" fmla="*/ 0 h 695"/>
                <a:gd name="T2" fmla="*/ 433 w 454"/>
                <a:gd name="T3" fmla="*/ 7 h 695"/>
                <a:gd name="T4" fmla="*/ 447 w 454"/>
                <a:gd name="T5" fmla="*/ 21 h 695"/>
                <a:gd name="T6" fmla="*/ 454 w 454"/>
                <a:gd name="T7" fmla="*/ 37 h 695"/>
                <a:gd name="T8" fmla="*/ 454 w 454"/>
                <a:gd name="T9" fmla="*/ 54 h 695"/>
                <a:gd name="T10" fmla="*/ 447 w 454"/>
                <a:gd name="T11" fmla="*/ 72 h 695"/>
                <a:gd name="T12" fmla="*/ 84 w 454"/>
                <a:gd name="T13" fmla="*/ 676 h 695"/>
                <a:gd name="T14" fmla="*/ 70 w 454"/>
                <a:gd name="T15" fmla="*/ 688 h 695"/>
                <a:gd name="T16" fmla="*/ 54 w 454"/>
                <a:gd name="T17" fmla="*/ 695 h 695"/>
                <a:gd name="T18" fmla="*/ 37 w 454"/>
                <a:gd name="T19" fmla="*/ 695 h 695"/>
                <a:gd name="T20" fmla="*/ 19 w 454"/>
                <a:gd name="T21" fmla="*/ 688 h 695"/>
                <a:gd name="T22" fmla="*/ 7 w 454"/>
                <a:gd name="T23" fmla="*/ 676 h 695"/>
                <a:gd name="T24" fmla="*/ 0 w 454"/>
                <a:gd name="T25" fmla="*/ 660 h 695"/>
                <a:gd name="T26" fmla="*/ 0 w 454"/>
                <a:gd name="T27" fmla="*/ 642 h 695"/>
                <a:gd name="T28" fmla="*/ 7 w 454"/>
                <a:gd name="T29" fmla="*/ 625 h 695"/>
                <a:gd name="T30" fmla="*/ 370 w 454"/>
                <a:gd name="T31" fmla="*/ 21 h 695"/>
                <a:gd name="T32" fmla="*/ 382 w 454"/>
                <a:gd name="T33" fmla="*/ 7 h 695"/>
                <a:gd name="T34" fmla="*/ 400 w 454"/>
                <a:gd name="T35" fmla="*/ 0 h 695"/>
                <a:gd name="T36" fmla="*/ 417 w 454"/>
                <a:gd name="T37" fmla="*/ 0 h 6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454" h="695">
                  <a:moveTo>
                    <a:pt x="417" y="0"/>
                  </a:moveTo>
                  <a:lnTo>
                    <a:pt x="433" y="7"/>
                  </a:lnTo>
                  <a:lnTo>
                    <a:pt x="447" y="21"/>
                  </a:lnTo>
                  <a:lnTo>
                    <a:pt x="454" y="37"/>
                  </a:lnTo>
                  <a:lnTo>
                    <a:pt x="454" y="54"/>
                  </a:lnTo>
                  <a:lnTo>
                    <a:pt x="447" y="72"/>
                  </a:lnTo>
                  <a:lnTo>
                    <a:pt x="84" y="676"/>
                  </a:lnTo>
                  <a:lnTo>
                    <a:pt x="70" y="688"/>
                  </a:lnTo>
                  <a:lnTo>
                    <a:pt x="54" y="695"/>
                  </a:lnTo>
                  <a:lnTo>
                    <a:pt x="37" y="695"/>
                  </a:lnTo>
                  <a:lnTo>
                    <a:pt x="19" y="688"/>
                  </a:lnTo>
                  <a:lnTo>
                    <a:pt x="7" y="676"/>
                  </a:lnTo>
                  <a:lnTo>
                    <a:pt x="0" y="660"/>
                  </a:lnTo>
                  <a:lnTo>
                    <a:pt x="0" y="642"/>
                  </a:lnTo>
                  <a:lnTo>
                    <a:pt x="7" y="625"/>
                  </a:lnTo>
                  <a:lnTo>
                    <a:pt x="370" y="21"/>
                  </a:lnTo>
                  <a:lnTo>
                    <a:pt x="382" y="7"/>
                  </a:lnTo>
                  <a:lnTo>
                    <a:pt x="400" y="0"/>
                  </a:lnTo>
                  <a:lnTo>
                    <a:pt x="417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 dirty="0"/>
            </a:p>
          </p:txBody>
        </p:sp>
        <p:sp>
          <p:nvSpPr>
            <p:cNvPr id="26" name="Freeform 23"/>
            <p:cNvSpPr>
              <a:spLocks/>
            </p:cNvSpPr>
            <p:nvPr userDrawn="1"/>
          </p:nvSpPr>
          <p:spPr bwMode="auto">
            <a:xfrm>
              <a:off x="7730724" y="4924369"/>
              <a:ext cx="543617" cy="680232"/>
            </a:xfrm>
            <a:custGeom>
              <a:avLst/>
              <a:gdLst>
                <a:gd name="T0" fmla="*/ 522 w 573"/>
                <a:gd name="T1" fmla="*/ 0 h 717"/>
                <a:gd name="T2" fmla="*/ 540 w 573"/>
                <a:gd name="T3" fmla="*/ 1 h 717"/>
                <a:gd name="T4" fmla="*/ 557 w 573"/>
                <a:gd name="T5" fmla="*/ 10 h 717"/>
                <a:gd name="T6" fmla="*/ 568 w 573"/>
                <a:gd name="T7" fmla="*/ 24 h 717"/>
                <a:gd name="T8" fmla="*/ 573 w 573"/>
                <a:gd name="T9" fmla="*/ 40 h 717"/>
                <a:gd name="T10" fmla="*/ 571 w 573"/>
                <a:gd name="T11" fmla="*/ 57 h 717"/>
                <a:gd name="T12" fmla="*/ 562 w 573"/>
                <a:gd name="T13" fmla="*/ 75 h 717"/>
                <a:gd name="T14" fmla="*/ 81 w 573"/>
                <a:gd name="T15" fmla="*/ 700 h 717"/>
                <a:gd name="T16" fmla="*/ 67 w 573"/>
                <a:gd name="T17" fmla="*/ 712 h 717"/>
                <a:gd name="T18" fmla="*/ 51 w 573"/>
                <a:gd name="T19" fmla="*/ 717 h 717"/>
                <a:gd name="T20" fmla="*/ 32 w 573"/>
                <a:gd name="T21" fmla="*/ 715 h 717"/>
                <a:gd name="T22" fmla="*/ 16 w 573"/>
                <a:gd name="T23" fmla="*/ 707 h 717"/>
                <a:gd name="T24" fmla="*/ 5 w 573"/>
                <a:gd name="T25" fmla="*/ 693 h 717"/>
                <a:gd name="T26" fmla="*/ 0 w 573"/>
                <a:gd name="T27" fmla="*/ 675 h 717"/>
                <a:gd name="T28" fmla="*/ 2 w 573"/>
                <a:gd name="T29" fmla="*/ 658 h 717"/>
                <a:gd name="T30" fmla="*/ 11 w 573"/>
                <a:gd name="T31" fmla="*/ 642 h 717"/>
                <a:gd name="T32" fmla="*/ 491 w 573"/>
                <a:gd name="T33" fmla="*/ 15 h 717"/>
                <a:gd name="T34" fmla="*/ 506 w 573"/>
                <a:gd name="T35" fmla="*/ 3 h 717"/>
                <a:gd name="T36" fmla="*/ 522 w 573"/>
                <a:gd name="T37" fmla="*/ 0 h 7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73" h="717">
                  <a:moveTo>
                    <a:pt x="522" y="0"/>
                  </a:moveTo>
                  <a:lnTo>
                    <a:pt x="540" y="1"/>
                  </a:lnTo>
                  <a:lnTo>
                    <a:pt x="557" y="10"/>
                  </a:lnTo>
                  <a:lnTo>
                    <a:pt x="568" y="24"/>
                  </a:lnTo>
                  <a:lnTo>
                    <a:pt x="573" y="40"/>
                  </a:lnTo>
                  <a:lnTo>
                    <a:pt x="571" y="57"/>
                  </a:lnTo>
                  <a:lnTo>
                    <a:pt x="562" y="75"/>
                  </a:lnTo>
                  <a:lnTo>
                    <a:pt x="81" y="700"/>
                  </a:lnTo>
                  <a:lnTo>
                    <a:pt x="67" y="712"/>
                  </a:lnTo>
                  <a:lnTo>
                    <a:pt x="51" y="717"/>
                  </a:lnTo>
                  <a:lnTo>
                    <a:pt x="32" y="715"/>
                  </a:lnTo>
                  <a:lnTo>
                    <a:pt x="16" y="707"/>
                  </a:lnTo>
                  <a:lnTo>
                    <a:pt x="5" y="693"/>
                  </a:lnTo>
                  <a:lnTo>
                    <a:pt x="0" y="675"/>
                  </a:lnTo>
                  <a:lnTo>
                    <a:pt x="2" y="658"/>
                  </a:lnTo>
                  <a:lnTo>
                    <a:pt x="11" y="642"/>
                  </a:lnTo>
                  <a:lnTo>
                    <a:pt x="491" y="15"/>
                  </a:lnTo>
                  <a:lnTo>
                    <a:pt x="506" y="3"/>
                  </a:lnTo>
                  <a:lnTo>
                    <a:pt x="522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 dirty="0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661570" y="320635"/>
            <a:ext cx="9076197" cy="2543545"/>
          </a:xfrm>
        </p:spPr>
        <p:txBody>
          <a:bodyPr anchor="b"/>
          <a:lstStyle>
            <a:lvl1pPr>
              <a:lnSpc>
                <a:spcPct val="80000"/>
              </a:lnSpc>
              <a:defRPr sz="4400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61568" y="2924299"/>
            <a:ext cx="9086152" cy="1752600"/>
          </a:xfrm>
        </p:spPr>
        <p:txBody>
          <a:bodyPr/>
          <a:lstStyle>
            <a:lvl1pPr marL="0" indent="0" algn="l">
              <a:buNone/>
              <a:defRPr baseline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82672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7499" b="6701"/>
          <a:stretch/>
        </p:blipFill>
        <p:spPr>
          <a:xfrm flipV="1">
            <a:off x="0" y="1740437"/>
            <a:ext cx="12192000" cy="1502227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620" b="16130"/>
          <a:stretch/>
        </p:blipFill>
        <p:spPr>
          <a:xfrm flipH="1">
            <a:off x="3688" y="3242663"/>
            <a:ext cx="12192000" cy="3615334"/>
          </a:xfrm>
          <a:prstGeom prst="rect">
            <a:avLst/>
          </a:prstGeom>
        </p:spPr>
      </p:pic>
      <p:sp>
        <p:nvSpPr>
          <p:cNvPr id="9" name="Rectangle 8"/>
          <p:cNvSpPr/>
          <p:nvPr userDrawn="1"/>
        </p:nvSpPr>
        <p:spPr>
          <a:xfrm>
            <a:off x="-4" y="1"/>
            <a:ext cx="12191999" cy="174043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grpSp>
        <p:nvGrpSpPr>
          <p:cNvPr id="10" name="Group 9"/>
          <p:cNvGrpSpPr/>
          <p:nvPr userDrawn="1"/>
        </p:nvGrpSpPr>
        <p:grpSpPr>
          <a:xfrm>
            <a:off x="661569" y="382677"/>
            <a:ext cx="4140641" cy="975083"/>
            <a:chOff x="2814452" y="4625522"/>
            <a:chExt cx="5459889" cy="1714337"/>
          </a:xfrm>
        </p:grpSpPr>
        <p:sp>
          <p:nvSpPr>
            <p:cNvPr id="11" name="Freeform 6"/>
            <p:cNvSpPr>
              <a:spLocks noEditPoints="1"/>
            </p:cNvSpPr>
            <p:nvPr userDrawn="1"/>
          </p:nvSpPr>
          <p:spPr bwMode="auto">
            <a:xfrm>
              <a:off x="2814452" y="5818063"/>
              <a:ext cx="523694" cy="508514"/>
            </a:xfrm>
            <a:custGeom>
              <a:avLst/>
              <a:gdLst>
                <a:gd name="T0" fmla="*/ 98 w 552"/>
                <a:gd name="T1" fmla="*/ 79 h 536"/>
                <a:gd name="T2" fmla="*/ 98 w 552"/>
                <a:gd name="T3" fmla="*/ 241 h 536"/>
                <a:gd name="T4" fmla="*/ 307 w 552"/>
                <a:gd name="T5" fmla="*/ 241 h 536"/>
                <a:gd name="T6" fmla="*/ 342 w 552"/>
                <a:gd name="T7" fmla="*/ 241 h 536"/>
                <a:gd name="T8" fmla="*/ 374 w 552"/>
                <a:gd name="T9" fmla="*/ 238 h 536"/>
                <a:gd name="T10" fmla="*/ 398 w 552"/>
                <a:gd name="T11" fmla="*/ 231 h 536"/>
                <a:gd name="T12" fmla="*/ 417 w 552"/>
                <a:gd name="T13" fmla="*/ 222 h 536"/>
                <a:gd name="T14" fmla="*/ 431 w 552"/>
                <a:gd name="T15" fmla="*/ 206 h 536"/>
                <a:gd name="T16" fmla="*/ 440 w 552"/>
                <a:gd name="T17" fmla="*/ 187 h 536"/>
                <a:gd name="T18" fmla="*/ 443 w 552"/>
                <a:gd name="T19" fmla="*/ 161 h 536"/>
                <a:gd name="T20" fmla="*/ 440 w 552"/>
                <a:gd name="T21" fmla="*/ 135 h 536"/>
                <a:gd name="T22" fmla="*/ 431 w 552"/>
                <a:gd name="T23" fmla="*/ 114 h 536"/>
                <a:gd name="T24" fmla="*/ 417 w 552"/>
                <a:gd name="T25" fmla="*/ 100 h 536"/>
                <a:gd name="T26" fmla="*/ 398 w 552"/>
                <a:gd name="T27" fmla="*/ 89 h 536"/>
                <a:gd name="T28" fmla="*/ 374 w 552"/>
                <a:gd name="T29" fmla="*/ 84 h 536"/>
                <a:gd name="T30" fmla="*/ 342 w 552"/>
                <a:gd name="T31" fmla="*/ 80 h 536"/>
                <a:gd name="T32" fmla="*/ 307 w 552"/>
                <a:gd name="T33" fmla="*/ 79 h 536"/>
                <a:gd name="T34" fmla="*/ 98 w 552"/>
                <a:gd name="T35" fmla="*/ 79 h 536"/>
                <a:gd name="T36" fmla="*/ 0 w 552"/>
                <a:gd name="T37" fmla="*/ 0 h 536"/>
                <a:gd name="T38" fmla="*/ 323 w 552"/>
                <a:gd name="T39" fmla="*/ 0 h 536"/>
                <a:gd name="T40" fmla="*/ 377 w 552"/>
                <a:gd name="T41" fmla="*/ 2 h 536"/>
                <a:gd name="T42" fmla="*/ 422 w 552"/>
                <a:gd name="T43" fmla="*/ 9 h 536"/>
                <a:gd name="T44" fmla="*/ 461 w 552"/>
                <a:gd name="T45" fmla="*/ 19 h 536"/>
                <a:gd name="T46" fmla="*/ 490 w 552"/>
                <a:gd name="T47" fmla="*/ 37 h 536"/>
                <a:gd name="T48" fmla="*/ 513 w 552"/>
                <a:gd name="T49" fmla="*/ 58 h 536"/>
                <a:gd name="T50" fmla="*/ 529 w 552"/>
                <a:gd name="T51" fmla="*/ 86 h 536"/>
                <a:gd name="T52" fmla="*/ 538 w 552"/>
                <a:gd name="T53" fmla="*/ 119 h 536"/>
                <a:gd name="T54" fmla="*/ 541 w 552"/>
                <a:gd name="T55" fmla="*/ 157 h 536"/>
                <a:gd name="T56" fmla="*/ 538 w 552"/>
                <a:gd name="T57" fmla="*/ 194 h 536"/>
                <a:gd name="T58" fmla="*/ 529 w 552"/>
                <a:gd name="T59" fmla="*/ 225 h 536"/>
                <a:gd name="T60" fmla="*/ 513 w 552"/>
                <a:gd name="T61" fmla="*/ 252 h 536"/>
                <a:gd name="T62" fmla="*/ 494 w 552"/>
                <a:gd name="T63" fmla="*/ 272 h 536"/>
                <a:gd name="T64" fmla="*/ 473 w 552"/>
                <a:gd name="T65" fmla="*/ 290 h 536"/>
                <a:gd name="T66" fmla="*/ 447 w 552"/>
                <a:gd name="T67" fmla="*/ 302 h 536"/>
                <a:gd name="T68" fmla="*/ 421 w 552"/>
                <a:gd name="T69" fmla="*/ 311 h 536"/>
                <a:gd name="T70" fmla="*/ 393 w 552"/>
                <a:gd name="T71" fmla="*/ 314 h 536"/>
                <a:gd name="T72" fmla="*/ 384 w 552"/>
                <a:gd name="T73" fmla="*/ 314 h 536"/>
                <a:gd name="T74" fmla="*/ 552 w 552"/>
                <a:gd name="T75" fmla="*/ 536 h 536"/>
                <a:gd name="T76" fmla="*/ 431 w 552"/>
                <a:gd name="T77" fmla="*/ 536 h 536"/>
                <a:gd name="T78" fmla="*/ 274 w 552"/>
                <a:gd name="T79" fmla="*/ 323 h 536"/>
                <a:gd name="T80" fmla="*/ 274 w 552"/>
                <a:gd name="T81" fmla="*/ 321 h 536"/>
                <a:gd name="T82" fmla="*/ 98 w 552"/>
                <a:gd name="T83" fmla="*/ 321 h 536"/>
                <a:gd name="T84" fmla="*/ 98 w 552"/>
                <a:gd name="T85" fmla="*/ 536 h 536"/>
                <a:gd name="T86" fmla="*/ 0 w 552"/>
                <a:gd name="T87" fmla="*/ 536 h 536"/>
                <a:gd name="T88" fmla="*/ 0 w 552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2" h="536">
                  <a:moveTo>
                    <a:pt x="98" y="79"/>
                  </a:moveTo>
                  <a:lnTo>
                    <a:pt x="98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4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4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8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61" y="19"/>
                  </a:lnTo>
                  <a:lnTo>
                    <a:pt x="490" y="37"/>
                  </a:lnTo>
                  <a:lnTo>
                    <a:pt x="513" y="58"/>
                  </a:lnTo>
                  <a:lnTo>
                    <a:pt x="529" y="86"/>
                  </a:lnTo>
                  <a:lnTo>
                    <a:pt x="538" y="119"/>
                  </a:lnTo>
                  <a:lnTo>
                    <a:pt x="541" y="157"/>
                  </a:lnTo>
                  <a:lnTo>
                    <a:pt x="538" y="194"/>
                  </a:lnTo>
                  <a:lnTo>
                    <a:pt x="529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3" y="290"/>
                  </a:lnTo>
                  <a:lnTo>
                    <a:pt x="447" y="302"/>
                  </a:lnTo>
                  <a:lnTo>
                    <a:pt x="421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2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4" y="321"/>
                  </a:lnTo>
                  <a:lnTo>
                    <a:pt x="98" y="321"/>
                  </a:lnTo>
                  <a:lnTo>
                    <a:pt x="9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 dirty="0"/>
            </a:p>
          </p:txBody>
        </p:sp>
        <p:sp>
          <p:nvSpPr>
            <p:cNvPr id="12" name="Freeform 7"/>
            <p:cNvSpPr>
              <a:spLocks/>
            </p:cNvSpPr>
            <p:nvPr userDrawn="1"/>
          </p:nvSpPr>
          <p:spPr bwMode="auto">
            <a:xfrm>
              <a:off x="3467172" y="5818063"/>
              <a:ext cx="462976" cy="508514"/>
            </a:xfrm>
            <a:custGeom>
              <a:avLst/>
              <a:gdLst>
                <a:gd name="T0" fmla="*/ 0 w 488"/>
                <a:gd name="T1" fmla="*/ 0 h 536"/>
                <a:gd name="T2" fmla="*/ 440 w 488"/>
                <a:gd name="T3" fmla="*/ 0 h 536"/>
                <a:gd name="T4" fmla="*/ 455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5 w 488"/>
                <a:gd name="T17" fmla="*/ 79 h 536"/>
                <a:gd name="T18" fmla="*/ 440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54 w 488"/>
                <a:gd name="T25" fmla="*/ 218 h 536"/>
                <a:gd name="T26" fmla="*/ 370 w 488"/>
                <a:gd name="T27" fmla="*/ 222 h 536"/>
                <a:gd name="T28" fmla="*/ 384 w 488"/>
                <a:gd name="T29" fmla="*/ 231 h 536"/>
                <a:gd name="T30" fmla="*/ 392 w 488"/>
                <a:gd name="T31" fmla="*/ 243 h 536"/>
                <a:gd name="T32" fmla="*/ 396 w 488"/>
                <a:gd name="T33" fmla="*/ 259 h 536"/>
                <a:gd name="T34" fmla="*/ 392 w 488"/>
                <a:gd name="T35" fmla="*/ 276 h 536"/>
                <a:gd name="T36" fmla="*/ 384 w 488"/>
                <a:gd name="T37" fmla="*/ 288 h 536"/>
                <a:gd name="T38" fmla="*/ 370 w 488"/>
                <a:gd name="T39" fmla="*/ 297 h 536"/>
                <a:gd name="T40" fmla="*/ 354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8 w 488"/>
                <a:gd name="T47" fmla="*/ 454 h 536"/>
                <a:gd name="T48" fmla="*/ 464 w 488"/>
                <a:gd name="T49" fmla="*/ 457 h 536"/>
                <a:gd name="T50" fmla="*/ 478 w 488"/>
                <a:gd name="T51" fmla="*/ 466 h 536"/>
                <a:gd name="T52" fmla="*/ 487 w 488"/>
                <a:gd name="T53" fmla="*/ 478 h 536"/>
                <a:gd name="T54" fmla="*/ 488 w 488"/>
                <a:gd name="T55" fmla="*/ 494 h 536"/>
                <a:gd name="T56" fmla="*/ 487 w 488"/>
                <a:gd name="T57" fmla="*/ 512 h 536"/>
                <a:gd name="T58" fmla="*/ 478 w 488"/>
                <a:gd name="T59" fmla="*/ 524 h 536"/>
                <a:gd name="T60" fmla="*/ 464 w 488"/>
                <a:gd name="T61" fmla="*/ 533 h 536"/>
                <a:gd name="T62" fmla="*/ 448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40" y="0"/>
                  </a:lnTo>
                  <a:lnTo>
                    <a:pt x="455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5" y="79"/>
                  </a:lnTo>
                  <a:lnTo>
                    <a:pt x="440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54" y="218"/>
                  </a:lnTo>
                  <a:lnTo>
                    <a:pt x="370" y="222"/>
                  </a:lnTo>
                  <a:lnTo>
                    <a:pt x="384" y="231"/>
                  </a:lnTo>
                  <a:lnTo>
                    <a:pt x="392" y="243"/>
                  </a:lnTo>
                  <a:lnTo>
                    <a:pt x="396" y="259"/>
                  </a:lnTo>
                  <a:lnTo>
                    <a:pt x="392" y="276"/>
                  </a:lnTo>
                  <a:lnTo>
                    <a:pt x="384" y="288"/>
                  </a:lnTo>
                  <a:lnTo>
                    <a:pt x="370" y="297"/>
                  </a:lnTo>
                  <a:lnTo>
                    <a:pt x="354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8" y="454"/>
                  </a:lnTo>
                  <a:lnTo>
                    <a:pt x="464" y="457"/>
                  </a:lnTo>
                  <a:lnTo>
                    <a:pt x="478" y="466"/>
                  </a:lnTo>
                  <a:lnTo>
                    <a:pt x="487" y="478"/>
                  </a:lnTo>
                  <a:lnTo>
                    <a:pt x="488" y="494"/>
                  </a:lnTo>
                  <a:lnTo>
                    <a:pt x="487" y="512"/>
                  </a:lnTo>
                  <a:lnTo>
                    <a:pt x="478" y="524"/>
                  </a:lnTo>
                  <a:lnTo>
                    <a:pt x="464" y="533"/>
                  </a:lnTo>
                  <a:lnTo>
                    <a:pt x="44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 dirty="0"/>
            </a:p>
          </p:txBody>
        </p:sp>
        <p:sp>
          <p:nvSpPr>
            <p:cNvPr id="13" name="Freeform 8"/>
            <p:cNvSpPr>
              <a:spLocks/>
            </p:cNvSpPr>
            <p:nvPr userDrawn="1"/>
          </p:nvSpPr>
          <p:spPr bwMode="auto">
            <a:xfrm>
              <a:off x="4041148" y="5818063"/>
              <a:ext cx="541720" cy="508514"/>
            </a:xfrm>
            <a:custGeom>
              <a:avLst/>
              <a:gdLst>
                <a:gd name="T0" fmla="*/ 48 w 571"/>
                <a:gd name="T1" fmla="*/ 0 h 536"/>
                <a:gd name="T2" fmla="*/ 65 w 571"/>
                <a:gd name="T3" fmla="*/ 4 h 536"/>
                <a:gd name="T4" fmla="*/ 79 w 571"/>
                <a:gd name="T5" fmla="*/ 12 h 536"/>
                <a:gd name="T6" fmla="*/ 89 w 571"/>
                <a:gd name="T7" fmla="*/ 26 h 536"/>
                <a:gd name="T8" fmla="*/ 280 w 571"/>
                <a:gd name="T9" fmla="*/ 431 h 536"/>
                <a:gd name="T10" fmla="*/ 285 w 571"/>
                <a:gd name="T11" fmla="*/ 440 h 536"/>
                <a:gd name="T12" fmla="*/ 484 w 571"/>
                <a:gd name="T13" fmla="*/ 26 h 536"/>
                <a:gd name="T14" fmla="*/ 494 w 571"/>
                <a:gd name="T15" fmla="*/ 12 h 536"/>
                <a:gd name="T16" fmla="*/ 508 w 571"/>
                <a:gd name="T17" fmla="*/ 2 h 536"/>
                <a:gd name="T18" fmla="*/ 526 w 571"/>
                <a:gd name="T19" fmla="*/ 0 h 536"/>
                <a:gd name="T20" fmla="*/ 541 w 571"/>
                <a:gd name="T21" fmla="*/ 2 h 536"/>
                <a:gd name="T22" fmla="*/ 554 w 571"/>
                <a:gd name="T23" fmla="*/ 9 h 536"/>
                <a:gd name="T24" fmla="*/ 564 w 571"/>
                <a:gd name="T25" fmla="*/ 21 h 536"/>
                <a:gd name="T26" fmla="*/ 571 w 571"/>
                <a:gd name="T27" fmla="*/ 35 h 536"/>
                <a:gd name="T28" fmla="*/ 571 w 571"/>
                <a:gd name="T29" fmla="*/ 51 h 536"/>
                <a:gd name="T30" fmla="*/ 568 w 571"/>
                <a:gd name="T31" fmla="*/ 67 h 536"/>
                <a:gd name="T32" fmla="*/ 337 w 571"/>
                <a:gd name="T33" fmla="*/ 536 h 536"/>
                <a:gd name="T34" fmla="*/ 233 w 571"/>
                <a:gd name="T35" fmla="*/ 536 h 536"/>
                <a:gd name="T36" fmla="*/ 6 w 571"/>
                <a:gd name="T37" fmla="*/ 67 h 536"/>
                <a:gd name="T38" fmla="*/ 0 w 571"/>
                <a:gd name="T39" fmla="*/ 51 h 536"/>
                <a:gd name="T40" fmla="*/ 2 w 571"/>
                <a:gd name="T41" fmla="*/ 35 h 536"/>
                <a:gd name="T42" fmla="*/ 7 w 571"/>
                <a:gd name="T43" fmla="*/ 21 h 536"/>
                <a:gd name="T44" fmla="*/ 18 w 571"/>
                <a:gd name="T45" fmla="*/ 9 h 536"/>
                <a:gd name="T46" fmla="*/ 32 w 571"/>
                <a:gd name="T47" fmla="*/ 2 h 536"/>
                <a:gd name="T48" fmla="*/ 48 w 571"/>
                <a:gd name="T4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571" h="536">
                  <a:moveTo>
                    <a:pt x="48" y="0"/>
                  </a:moveTo>
                  <a:lnTo>
                    <a:pt x="65" y="4"/>
                  </a:lnTo>
                  <a:lnTo>
                    <a:pt x="79" y="12"/>
                  </a:lnTo>
                  <a:lnTo>
                    <a:pt x="89" y="26"/>
                  </a:lnTo>
                  <a:lnTo>
                    <a:pt x="280" y="431"/>
                  </a:lnTo>
                  <a:lnTo>
                    <a:pt x="285" y="440"/>
                  </a:lnTo>
                  <a:lnTo>
                    <a:pt x="484" y="26"/>
                  </a:lnTo>
                  <a:lnTo>
                    <a:pt x="494" y="12"/>
                  </a:lnTo>
                  <a:lnTo>
                    <a:pt x="508" y="2"/>
                  </a:lnTo>
                  <a:lnTo>
                    <a:pt x="526" y="0"/>
                  </a:lnTo>
                  <a:lnTo>
                    <a:pt x="541" y="2"/>
                  </a:lnTo>
                  <a:lnTo>
                    <a:pt x="554" y="9"/>
                  </a:lnTo>
                  <a:lnTo>
                    <a:pt x="564" y="21"/>
                  </a:lnTo>
                  <a:lnTo>
                    <a:pt x="571" y="35"/>
                  </a:lnTo>
                  <a:lnTo>
                    <a:pt x="571" y="51"/>
                  </a:lnTo>
                  <a:lnTo>
                    <a:pt x="568" y="67"/>
                  </a:lnTo>
                  <a:lnTo>
                    <a:pt x="337" y="536"/>
                  </a:lnTo>
                  <a:lnTo>
                    <a:pt x="233" y="536"/>
                  </a:lnTo>
                  <a:lnTo>
                    <a:pt x="6" y="67"/>
                  </a:lnTo>
                  <a:lnTo>
                    <a:pt x="0" y="51"/>
                  </a:lnTo>
                  <a:lnTo>
                    <a:pt x="2" y="35"/>
                  </a:lnTo>
                  <a:lnTo>
                    <a:pt x="7" y="21"/>
                  </a:lnTo>
                  <a:lnTo>
                    <a:pt x="18" y="9"/>
                  </a:lnTo>
                  <a:lnTo>
                    <a:pt x="32" y="2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 dirty="0"/>
            </a:p>
          </p:txBody>
        </p:sp>
        <p:sp>
          <p:nvSpPr>
            <p:cNvPr id="14" name="Freeform 9"/>
            <p:cNvSpPr>
              <a:spLocks noEditPoints="1"/>
            </p:cNvSpPr>
            <p:nvPr userDrawn="1"/>
          </p:nvSpPr>
          <p:spPr bwMode="auto">
            <a:xfrm>
              <a:off x="4582868" y="5818063"/>
              <a:ext cx="608130" cy="508514"/>
            </a:xfrm>
            <a:custGeom>
              <a:avLst/>
              <a:gdLst>
                <a:gd name="T0" fmla="*/ 321 w 641"/>
                <a:gd name="T1" fmla="*/ 70 h 536"/>
                <a:gd name="T2" fmla="*/ 201 w 641"/>
                <a:gd name="T3" fmla="*/ 328 h 536"/>
                <a:gd name="T4" fmla="*/ 443 w 641"/>
                <a:gd name="T5" fmla="*/ 328 h 536"/>
                <a:gd name="T6" fmla="*/ 321 w 641"/>
                <a:gd name="T7" fmla="*/ 70 h 536"/>
                <a:gd name="T8" fmla="*/ 264 w 641"/>
                <a:gd name="T9" fmla="*/ 0 h 536"/>
                <a:gd name="T10" fmla="*/ 381 w 641"/>
                <a:gd name="T11" fmla="*/ 0 h 536"/>
                <a:gd name="T12" fmla="*/ 641 w 641"/>
                <a:gd name="T13" fmla="*/ 536 h 536"/>
                <a:gd name="T14" fmla="*/ 538 w 641"/>
                <a:gd name="T15" fmla="*/ 536 h 536"/>
                <a:gd name="T16" fmla="*/ 482 w 641"/>
                <a:gd name="T17" fmla="*/ 414 h 536"/>
                <a:gd name="T18" fmla="*/ 480 w 641"/>
                <a:gd name="T19" fmla="*/ 410 h 536"/>
                <a:gd name="T20" fmla="*/ 161 w 641"/>
                <a:gd name="T21" fmla="*/ 410 h 536"/>
                <a:gd name="T22" fmla="*/ 103 w 641"/>
                <a:gd name="T23" fmla="*/ 536 h 536"/>
                <a:gd name="T24" fmla="*/ 0 w 641"/>
                <a:gd name="T25" fmla="*/ 536 h 536"/>
                <a:gd name="T26" fmla="*/ 264 w 641"/>
                <a:gd name="T2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1" h="536">
                  <a:moveTo>
                    <a:pt x="321" y="70"/>
                  </a:moveTo>
                  <a:lnTo>
                    <a:pt x="201" y="328"/>
                  </a:lnTo>
                  <a:lnTo>
                    <a:pt x="443" y="328"/>
                  </a:lnTo>
                  <a:lnTo>
                    <a:pt x="321" y="70"/>
                  </a:lnTo>
                  <a:close/>
                  <a:moveTo>
                    <a:pt x="264" y="0"/>
                  </a:moveTo>
                  <a:lnTo>
                    <a:pt x="381" y="0"/>
                  </a:lnTo>
                  <a:lnTo>
                    <a:pt x="641" y="536"/>
                  </a:lnTo>
                  <a:lnTo>
                    <a:pt x="538" y="536"/>
                  </a:lnTo>
                  <a:lnTo>
                    <a:pt x="482" y="414"/>
                  </a:lnTo>
                  <a:lnTo>
                    <a:pt x="480" y="410"/>
                  </a:lnTo>
                  <a:lnTo>
                    <a:pt x="161" y="410"/>
                  </a:lnTo>
                  <a:lnTo>
                    <a:pt x="103" y="536"/>
                  </a:lnTo>
                  <a:lnTo>
                    <a:pt x="0" y="536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 dirty="0"/>
            </a:p>
          </p:txBody>
        </p:sp>
        <p:sp>
          <p:nvSpPr>
            <p:cNvPr id="15" name="Freeform 10"/>
            <p:cNvSpPr>
              <a:spLocks/>
            </p:cNvSpPr>
            <p:nvPr userDrawn="1"/>
          </p:nvSpPr>
          <p:spPr bwMode="auto">
            <a:xfrm>
              <a:off x="5169177" y="5818063"/>
              <a:ext cx="555002" cy="508514"/>
            </a:xfrm>
            <a:custGeom>
              <a:avLst/>
              <a:gdLst>
                <a:gd name="T0" fmla="*/ 42 w 585"/>
                <a:gd name="T1" fmla="*/ 0 h 536"/>
                <a:gd name="T2" fmla="*/ 545 w 585"/>
                <a:gd name="T3" fmla="*/ 0 h 536"/>
                <a:gd name="T4" fmla="*/ 560 w 585"/>
                <a:gd name="T5" fmla="*/ 2 h 536"/>
                <a:gd name="T6" fmla="*/ 574 w 585"/>
                <a:gd name="T7" fmla="*/ 12 h 536"/>
                <a:gd name="T8" fmla="*/ 583 w 585"/>
                <a:gd name="T9" fmla="*/ 25 h 536"/>
                <a:gd name="T10" fmla="*/ 585 w 585"/>
                <a:gd name="T11" fmla="*/ 40 h 536"/>
                <a:gd name="T12" fmla="*/ 583 w 585"/>
                <a:gd name="T13" fmla="*/ 56 h 536"/>
                <a:gd name="T14" fmla="*/ 574 w 585"/>
                <a:gd name="T15" fmla="*/ 70 h 536"/>
                <a:gd name="T16" fmla="*/ 560 w 585"/>
                <a:gd name="T17" fmla="*/ 79 h 536"/>
                <a:gd name="T18" fmla="*/ 545 w 585"/>
                <a:gd name="T19" fmla="*/ 82 h 536"/>
                <a:gd name="T20" fmla="*/ 342 w 585"/>
                <a:gd name="T21" fmla="*/ 82 h 536"/>
                <a:gd name="T22" fmla="*/ 342 w 585"/>
                <a:gd name="T23" fmla="*/ 536 h 536"/>
                <a:gd name="T24" fmla="*/ 244 w 585"/>
                <a:gd name="T25" fmla="*/ 536 h 536"/>
                <a:gd name="T26" fmla="*/ 244 w 585"/>
                <a:gd name="T27" fmla="*/ 82 h 536"/>
                <a:gd name="T28" fmla="*/ 42 w 585"/>
                <a:gd name="T29" fmla="*/ 82 h 536"/>
                <a:gd name="T30" fmla="*/ 26 w 585"/>
                <a:gd name="T31" fmla="*/ 79 h 536"/>
                <a:gd name="T32" fmla="*/ 12 w 585"/>
                <a:gd name="T33" fmla="*/ 70 h 536"/>
                <a:gd name="T34" fmla="*/ 4 w 585"/>
                <a:gd name="T35" fmla="*/ 56 h 536"/>
                <a:gd name="T36" fmla="*/ 0 w 585"/>
                <a:gd name="T37" fmla="*/ 40 h 536"/>
                <a:gd name="T38" fmla="*/ 4 w 585"/>
                <a:gd name="T39" fmla="*/ 25 h 536"/>
                <a:gd name="T40" fmla="*/ 12 w 585"/>
                <a:gd name="T41" fmla="*/ 12 h 536"/>
                <a:gd name="T42" fmla="*/ 26 w 585"/>
                <a:gd name="T43" fmla="*/ 2 h 536"/>
                <a:gd name="T44" fmla="*/ 42 w 585"/>
                <a:gd name="T45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585" h="536">
                  <a:moveTo>
                    <a:pt x="42" y="0"/>
                  </a:moveTo>
                  <a:lnTo>
                    <a:pt x="545" y="0"/>
                  </a:lnTo>
                  <a:lnTo>
                    <a:pt x="560" y="2"/>
                  </a:lnTo>
                  <a:lnTo>
                    <a:pt x="574" y="12"/>
                  </a:lnTo>
                  <a:lnTo>
                    <a:pt x="583" y="25"/>
                  </a:lnTo>
                  <a:lnTo>
                    <a:pt x="585" y="40"/>
                  </a:lnTo>
                  <a:lnTo>
                    <a:pt x="583" y="56"/>
                  </a:lnTo>
                  <a:lnTo>
                    <a:pt x="574" y="70"/>
                  </a:lnTo>
                  <a:lnTo>
                    <a:pt x="560" y="79"/>
                  </a:lnTo>
                  <a:lnTo>
                    <a:pt x="545" y="82"/>
                  </a:lnTo>
                  <a:lnTo>
                    <a:pt x="342" y="82"/>
                  </a:lnTo>
                  <a:lnTo>
                    <a:pt x="342" y="536"/>
                  </a:lnTo>
                  <a:lnTo>
                    <a:pt x="244" y="536"/>
                  </a:lnTo>
                  <a:lnTo>
                    <a:pt x="244" y="82"/>
                  </a:lnTo>
                  <a:lnTo>
                    <a:pt x="42" y="82"/>
                  </a:lnTo>
                  <a:lnTo>
                    <a:pt x="26" y="79"/>
                  </a:lnTo>
                  <a:lnTo>
                    <a:pt x="12" y="70"/>
                  </a:lnTo>
                  <a:lnTo>
                    <a:pt x="4" y="56"/>
                  </a:lnTo>
                  <a:lnTo>
                    <a:pt x="0" y="40"/>
                  </a:lnTo>
                  <a:lnTo>
                    <a:pt x="4" y="25"/>
                  </a:lnTo>
                  <a:lnTo>
                    <a:pt x="12" y="12"/>
                  </a:lnTo>
                  <a:lnTo>
                    <a:pt x="26" y="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 dirty="0"/>
            </a:p>
          </p:txBody>
        </p:sp>
        <p:sp>
          <p:nvSpPr>
            <p:cNvPr id="16" name="Freeform 11"/>
            <p:cNvSpPr>
              <a:spLocks/>
            </p:cNvSpPr>
            <p:nvPr userDrawn="1"/>
          </p:nvSpPr>
          <p:spPr bwMode="auto">
            <a:xfrm>
              <a:off x="5831384" y="5818063"/>
              <a:ext cx="541720" cy="521796"/>
            </a:xfrm>
            <a:custGeom>
              <a:avLst/>
              <a:gdLst>
                <a:gd name="T0" fmla="*/ 49 w 571"/>
                <a:gd name="T1" fmla="*/ 0 h 550"/>
                <a:gd name="T2" fmla="*/ 68 w 571"/>
                <a:gd name="T3" fmla="*/ 4 h 550"/>
                <a:gd name="T4" fmla="*/ 84 w 571"/>
                <a:gd name="T5" fmla="*/ 14 h 550"/>
                <a:gd name="T6" fmla="*/ 94 w 571"/>
                <a:gd name="T7" fmla="*/ 30 h 550"/>
                <a:gd name="T8" fmla="*/ 98 w 571"/>
                <a:gd name="T9" fmla="*/ 49 h 550"/>
                <a:gd name="T10" fmla="*/ 98 w 571"/>
                <a:gd name="T11" fmla="*/ 299 h 550"/>
                <a:gd name="T12" fmla="*/ 98 w 571"/>
                <a:gd name="T13" fmla="*/ 320 h 550"/>
                <a:gd name="T14" fmla="*/ 101 w 571"/>
                <a:gd name="T15" fmla="*/ 342 h 550"/>
                <a:gd name="T16" fmla="*/ 105 w 571"/>
                <a:gd name="T17" fmla="*/ 363 h 550"/>
                <a:gd name="T18" fmla="*/ 112 w 571"/>
                <a:gd name="T19" fmla="*/ 384 h 550"/>
                <a:gd name="T20" fmla="*/ 122 w 571"/>
                <a:gd name="T21" fmla="*/ 403 h 550"/>
                <a:gd name="T22" fmla="*/ 136 w 571"/>
                <a:gd name="T23" fmla="*/ 421 h 550"/>
                <a:gd name="T24" fmla="*/ 156 w 571"/>
                <a:gd name="T25" fmla="*/ 437 h 550"/>
                <a:gd name="T26" fmla="*/ 180 w 571"/>
                <a:gd name="T27" fmla="*/ 449 h 550"/>
                <a:gd name="T28" fmla="*/ 208 w 571"/>
                <a:gd name="T29" fmla="*/ 459 h 550"/>
                <a:gd name="T30" fmla="*/ 245 w 571"/>
                <a:gd name="T31" fmla="*/ 464 h 550"/>
                <a:gd name="T32" fmla="*/ 286 w 571"/>
                <a:gd name="T33" fmla="*/ 466 h 550"/>
                <a:gd name="T34" fmla="*/ 328 w 571"/>
                <a:gd name="T35" fmla="*/ 464 h 550"/>
                <a:gd name="T36" fmla="*/ 363 w 571"/>
                <a:gd name="T37" fmla="*/ 459 h 550"/>
                <a:gd name="T38" fmla="*/ 391 w 571"/>
                <a:gd name="T39" fmla="*/ 449 h 550"/>
                <a:gd name="T40" fmla="*/ 416 w 571"/>
                <a:gd name="T41" fmla="*/ 437 h 550"/>
                <a:gd name="T42" fmla="*/ 435 w 571"/>
                <a:gd name="T43" fmla="*/ 421 h 550"/>
                <a:gd name="T44" fmla="*/ 449 w 571"/>
                <a:gd name="T45" fmla="*/ 403 h 550"/>
                <a:gd name="T46" fmla="*/ 459 w 571"/>
                <a:gd name="T47" fmla="*/ 384 h 550"/>
                <a:gd name="T48" fmla="*/ 466 w 571"/>
                <a:gd name="T49" fmla="*/ 363 h 550"/>
                <a:gd name="T50" fmla="*/ 470 w 571"/>
                <a:gd name="T51" fmla="*/ 342 h 550"/>
                <a:gd name="T52" fmla="*/ 473 w 571"/>
                <a:gd name="T53" fmla="*/ 320 h 550"/>
                <a:gd name="T54" fmla="*/ 473 w 571"/>
                <a:gd name="T55" fmla="*/ 299 h 550"/>
                <a:gd name="T56" fmla="*/ 473 w 571"/>
                <a:gd name="T57" fmla="*/ 49 h 550"/>
                <a:gd name="T58" fmla="*/ 477 w 571"/>
                <a:gd name="T59" fmla="*/ 30 h 550"/>
                <a:gd name="T60" fmla="*/ 487 w 571"/>
                <a:gd name="T61" fmla="*/ 14 h 550"/>
                <a:gd name="T62" fmla="*/ 503 w 571"/>
                <a:gd name="T63" fmla="*/ 4 h 550"/>
                <a:gd name="T64" fmla="*/ 522 w 571"/>
                <a:gd name="T65" fmla="*/ 0 h 550"/>
                <a:gd name="T66" fmla="*/ 541 w 571"/>
                <a:gd name="T67" fmla="*/ 4 h 550"/>
                <a:gd name="T68" fmla="*/ 557 w 571"/>
                <a:gd name="T69" fmla="*/ 14 h 550"/>
                <a:gd name="T70" fmla="*/ 567 w 571"/>
                <a:gd name="T71" fmla="*/ 30 h 550"/>
                <a:gd name="T72" fmla="*/ 571 w 571"/>
                <a:gd name="T73" fmla="*/ 49 h 550"/>
                <a:gd name="T74" fmla="*/ 571 w 571"/>
                <a:gd name="T75" fmla="*/ 306 h 550"/>
                <a:gd name="T76" fmla="*/ 567 w 571"/>
                <a:gd name="T77" fmla="*/ 358 h 550"/>
                <a:gd name="T78" fmla="*/ 557 w 571"/>
                <a:gd name="T79" fmla="*/ 402 h 550"/>
                <a:gd name="T80" fmla="*/ 540 w 571"/>
                <a:gd name="T81" fmla="*/ 442 h 550"/>
                <a:gd name="T82" fmla="*/ 513 w 571"/>
                <a:gd name="T83" fmla="*/ 475 h 550"/>
                <a:gd name="T84" fmla="*/ 482 w 571"/>
                <a:gd name="T85" fmla="*/ 501 h 550"/>
                <a:gd name="T86" fmla="*/ 444 w 571"/>
                <a:gd name="T87" fmla="*/ 522 h 550"/>
                <a:gd name="T88" fmla="*/ 398 w 571"/>
                <a:gd name="T89" fmla="*/ 538 h 550"/>
                <a:gd name="T90" fmla="*/ 346 w 571"/>
                <a:gd name="T91" fmla="*/ 547 h 550"/>
                <a:gd name="T92" fmla="*/ 286 w 571"/>
                <a:gd name="T93" fmla="*/ 550 h 550"/>
                <a:gd name="T94" fmla="*/ 225 w 571"/>
                <a:gd name="T95" fmla="*/ 547 h 550"/>
                <a:gd name="T96" fmla="*/ 173 w 571"/>
                <a:gd name="T97" fmla="*/ 538 h 550"/>
                <a:gd name="T98" fmla="*/ 128 w 571"/>
                <a:gd name="T99" fmla="*/ 522 h 550"/>
                <a:gd name="T100" fmla="*/ 89 w 571"/>
                <a:gd name="T101" fmla="*/ 501 h 550"/>
                <a:gd name="T102" fmla="*/ 58 w 571"/>
                <a:gd name="T103" fmla="*/ 475 h 550"/>
                <a:gd name="T104" fmla="*/ 32 w 571"/>
                <a:gd name="T105" fmla="*/ 442 h 550"/>
                <a:gd name="T106" fmla="*/ 14 w 571"/>
                <a:gd name="T107" fmla="*/ 402 h 550"/>
                <a:gd name="T108" fmla="*/ 4 w 571"/>
                <a:gd name="T109" fmla="*/ 358 h 550"/>
                <a:gd name="T110" fmla="*/ 0 w 571"/>
                <a:gd name="T111" fmla="*/ 306 h 550"/>
                <a:gd name="T112" fmla="*/ 0 w 571"/>
                <a:gd name="T113" fmla="*/ 49 h 550"/>
                <a:gd name="T114" fmla="*/ 4 w 571"/>
                <a:gd name="T115" fmla="*/ 30 h 550"/>
                <a:gd name="T116" fmla="*/ 14 w 571"/>
                <a:gd name="T117" fmla="*/ 14 h 550"/>
                <a:gd name="T118" fmla="*/ 30 w 571"/>
                <a:gd name="T119" fmla="*/ 4 h 550"/>
                <a:gd name="T120" fmla="*/ 49 w 571"/>
                <a:gd name="T121" fmla="*/ 0 h 5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71" h="550">
                  <a:moveTo>
                    <a:pt x="49" y="0"/>
                  </a:moveTo>
                  <a:lnTo>
                    <a:pt x="68" y="4"/>
                  </a:lnTo>
                  <a:lnTo>
                    <a:pt x="84" y="14"/>
                  </a:lnTo>
                  <a:lnTo>
                    <a:pt x="94" y="30"/>
                  </a:lnTo>
                  <a:lnTo>
                    <a:pt x="98" y="49"/>
                  </a:lnTo>
                  <a:lnTo>
                    <a:pt x="98" y="299"/>
                  </a:lnTo>
                  <a:lnTo>
                    <a:pt x="98" y="320"/>
                  </a:lnTo>
                  <a:lnTo>
                    <a:pt x="101" y="342"/>
                  </a:lnTo>
                  <a:lnTo>
                    <a:pt x="105" y="363"/>
                  </a:lnTo>
                  <a:lnTo>
                    <a:pt x="112" y="384"/>
                  </a:lnTo>
                  <a:lnTo>
                    <a:pt x="122" y="403"/>
                  </a:lnTo>
                  <a:lnTo>
                    <a:pt x="136" y="421"/>
                  </a:lnTo>
                  <a:lnTo>
                    <a:pt x="156" y="437"/>
                  </a:lnTo>
                  <a:lnTo>
                    <a:pt x="180" y="449"/>
                  </a:lnTo>
                  <a:lnTo>
                    <a:pt x="208" y="459"/>
                  </a:lnTo>
                  <a:lnTo>
                    <a:pt x="245" y="464"/>
                  </a:lnTo>
                  <a:lnTo>
                    <a:pt x="286" y="466"/>
                  </a:lnTo>
                  <a:lnTo>
                    <a:pt x="328" y="464"/>
                  </a:lnTo>
                  <a:lnTo>
                    <a:pt x="363" y="459"/>
                  </a:lnTo>
                  <a:lnTo>
                    <a:pt x="391" y="449"/>
                  </a:lnTo>
                  <a:lnTo>
                    <a:pt x="416" y="437"/>
                  </a:lnTo>
                  <a:lnTo>
                    <a:pt x="435" y="421"/>
                  </a:lnTo>
                  <a:lnTo>
                    <a:pt x="449" y="403"/>
                  </a:lnTo>
                  <a:lnTo>
                    <a:pt x="459" y="384"/>
                  </a:lnTo>
                  <a:lnTo>
                    <a:pt x="466" y="363"/>
                  </a:lnTo>
                  <a:lnTo>
                    <a:pt x="470" y="342"/>
                  </a:lnTo>
                  <a:lnTo>
                    <a:pt x="473" y="320"/>
                  </a:lnTo>
                  <a:lnTo>
                    <a:pt x="473" y="299"/>
                  </a:lnTo>
                  <a:lnTo>
                    <a:pt x="473" y="49"/>
                  </a:lnTo>
                  <a:lnTo>
                    <a:pt x="477" y="30"/>
                  </a:lnTo>
                  <a:lnTo>
                    <a:pt x="487" y="14"/>
                  </a:lnTo>
                  <a:lnTo>
                    <a:pt x="503" y="4"/>
                  </a:lnTo>
                  <a:lnTo>
                    <a:pt x="522" y="0"/>
                  </a:lnTo>
                  <a:lnTo>
                    <a:pt x="541" y="4"/>
                  </a:lnTo>
                  <a:lnTo>
                    <a:pt x="557" y="14"/>
                  </a:lnTo>
                  <a:lnTo>
                    <a:pt x="567" y="30"/>
                  </a:lnTo>
                  <a:lnTo>
                    <a:pt x="571" y="49"/>
                  </a:lnTo>
                  <a:lnTo>
                    <a:pt x="571" y="306"/>
                  </a:lnTo>
                  <a:lnTo>
                    <a:pt x="567" y="358"/>
                  </a:lnTo>
                  <a:lnTo>
                    <a:pt x="557" y="402"/>
                  </a:lnTo>
                  <a:lnTo>
                    <a:pt x="540" y="442"/>
                  </a:lnTo>
                  <a:lnTo>
                    <a:pt x="513" y="475"/>
                  </a:lnTo>
                  <a:lnTo>
                    <a:pt x="482" y="501"/>
                  </a:lnTo>
                  <a:lnTo>
                    <a:pt x="444" y="522"/>
                  </a:lnTo>
                  <a:lnTo>
                    <a:pt x="398" y="538"/>
                  </a:lnTo>
                  <a:lnTo>
                    <a:pt x="346" y="547"/>
                  </a:lnTo>
                  <a:lnTo>
                    <a:pt x="286" y="550"/>
                  </a:lnTo>
                  <a:lnTo>
                    <a:pt x="225" y="547"/>
                  </a:lnTo>
                  <a:lnTo>
                    <a:pt x="173" y="538"/>
                  </a:lnTo>
                  <a:lnTo>
                    <a:pt x="128" y="522"/>
                  </a:lnTo>
                  <a:lnTo>
                    <a:pt x="89" y="501"/>
                  </a:lnTo>
                  <a:lnTo>
                    <a:pt x="58" y="475"/>
                  </a:lnTo>
                  <a:lnTo>
                    <a:pt x="32" y="442"/>
                  </a:lnTo>
                  <a:lnTo>
                    <a:pt x="14" y="402"/>
                  </a:lnTo>
                  <a:lnTo>
                    <a:pt x="4" y="358"/>
                  </a:lnTo>
                  <a:lnTo>
                    <a:pt x="0" y="306"/>
                  </a:lnTo>
                  <a:lnTo>
                    <a:pt x="0" y="49"/>
                  </a:lnTo>
                  <a:lnTo>
                    <a:pt x="4" y="30"/>
                  </a:lnTo>
                  <a:lnTo>
                    <a:pt x="14" y="14"/>
                  </a:lnTo>
                  <a:lnTo>
                    <a:pt x="30" y="4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 dirty="0"/>
            </a:p>
          </p:txBody>
        </p:sp>
        <p:sp>
          <p:nvSpPr>
            <p:cNvPr id="17" name="Freeform 12"/>
            <p:cNvSpPr>
              <a:spLocks noEditPoints="1"/>
            </p:cNvSpPr>
            <p:nvPr userDrawn="1"/>
          </p:nvSpPr>
          <p:spPr bwMode="auto">
            <a:xfrm>
              <a:off x="6530592" y="5818063"/>
              <a:ext cx="521796" cy="508514"/>
            </a:xfrm>
            <a:custGeom>
              <a:avLst/>
              <a:gdLst>
                <a:gd name="T0" fmla="*/ 96 w 550"/>
                <a:gd name="T1" fmla="*/ 79 h 536"/>
                <a:gd name="T2" fmla="*/ 96 w 550"/>
                <a:gd name="T3" fmla="*/ 241 h 536"/>
                <a:gd name="T4" fmla="*/ 307 w 550"/>
                <a:gd name="T5" fmla="*/ 241 h 536"/>
                <a:gd name="T6" fmla="*/ 342 w 550"/>
                <a:gd name="T7" fmla="*/ 241 h 536"/>
                <a:gd name="T8" fmla="*/ 372 w 550"/>
                <a:gd name="T9" fmla="*/ 238 h 536"/>
                <a:gd name="T10" fmla="*/ 398 w 550"/>
                <a:gd name="T11" fmla="*/ 231 h 536"/>
                <a:gd name="T12" fmla="*/ 417 w 550"/>
                <a:gd name="T13" fmla="*/ 222 h 536"/>
                <a:gd name="T14" fmla="*/ 431 w 550"/>
                <a:gd name="T15" fmla="*/ 206 h 536"/>
                <a:gd name="T16" fmla="*/ 440 w 550"/>
                <a:gd name="T17" fmla="*/ 187 h 536"/>
                <a:gd name="T18" fmla="*/ 443 w 550"/>
                <a:gd name="T19" fmla="*/ 161 h 536"/>
                <a:gd name="T20" fmla="*/ 440 w 550"/>
                <a:gd name="T21" fmla="*/ 135 h 536"/>
                <a:gd name="T22" fmla="*/ 431 w 550"/>
                <a:gd name="T23" fmla="*/ 114 h 536"/>
                <a:gd name="T24" fmla="*/ 417 w 550"/>
                <a:gd name="T25" fmla="*/ 100 h 536"/>
                <a:gd name="T26" fmla="*/ 398 w 550"/>
                <a:gd name="T27" fmla="*/ 89 h 536"/>
                <a:gd name="T28" fmla="*/ 372 w 550"/>
                <a:gd name="T29" fmla="*/ 84 h 536"/>
                <a:gd name="T30" fmla="*/ 342 w 550"/>
                <a:gd name="T31" fmla="*/ 80 h 536"/>
                <a:gd name="T32" fmla="*/ 307 w 550"/>
                <a:gd name="T33" fmla="*/ 79 h 536"/>
                <a:gd name="T34" fmla="*/ 96 w 550"/>
                <a:gd name="T35" fmla="*/ 79 h 536"/>
                <a:gd name="T36" fmla="*/ 0 w 550"/>
                <a:gd name="T37" fmla="*/ 0 h 536"/>
                <a:gd name="T38" fmla="*/ 323 w 550"/>
                <a:gd name="T39" fmla="*/ 0 h 536"/>
                <a:gd name="T40" fmla="*/ 377 w 550"/>
                <a:gd name="T41" fmla="*/ 2 h 536"/>
                <a:gd name="T42" fmla="*/ 422 w 550"/>
                <a:gd name="T43" fmla="*/ 9 h 536"/>
                <a:gd name="T44" fmla="*/ 459 w 550"/>
                <a:gd name="T45" fmla="*/ 19 h 536"/>
                <a:gd name="T46" fmla="*/ 489 w 550"/>
                <a:gd name="T47" fmla="*/ 37 h 536"/>
                <a:gd name="T48" fmla="*/ 511 w 550"/>
                <a:gd name="T49" fmla="*/ 58 h 536"/>
                <a:gd name="T50" fmla="*/ 527 w 550"/>
                <a:gd name="T51" fmla="*/ 86 h 536"/>
                <a:gd name="T52" fmla="*/ 537 w 550"/>
                <a:gd name="T53" fmla="*/ 119 h 536"/>
                <a:gd name="T54" fmla="*/ 539 w 550"/>
                <a:gd name="T55" fmla="*/ 157 h 536"/>
                <a:gd name="T56" fmla="*/ 537 w 550"/>
                <a:gd name="T57" fmla="*/ 194 h 536"/>
                <a:gd name="T58" fmla="*/ 527 w 550"/>
                <a:gd name="T59" fmla="*/ 225 h 536"/>
                <a:gd name="T60" fmla="*/ 513 w 550"/>
                <a:gd name="T61" fmla="*/ 252 h 536"/>
                <a:gd name="T62" fmla="*/ 494 w 550"/>
                <a:gd name="T63" fmla="*/ 272 h 536"/>
                <a:gd name="T64" fmla="*/ 471 w 550"/>
                <a:gd name="T65" fmla="*/ 290 h 536"/>
                <a:gd name="T66" fmla="*/ 447 w 550"/>
                <a:gd name="T67" fmla="*/ 302 h 536"/>
                <a:gd name="T68" fmla="*/ 419 w 550"/>
                <a:gd name="T69" fmla="*/ 311 h 536"/>
                <a:gd name="T70" fmla="*/ 393 w 550"/>
                <a:gd name="T71" fmla="*/ 314 h 536"/>
                <a:gd name="T72" fmla="*/ 384 w 550"/>
                <a:gd name="T73" fmla="*/ 314 h 536"/>
                <a:gd name="T74" fmla="*/ 550 w 550"/>
                <a:gd name="T75" fmla="*/ 536 h 536"/>
                <a:gd name="T76" fmla="*/ 431 w 550"/>
                <a:gd name="T77" fmla="*/ 536 h 536"/>
                <a:gd name="T78" fmla="*/ 274 w 550"/>
                <a:gd name="T79" fmla="*/ 323 h 536"/>
                <a:gd name="T80" fmla="*/ 272 w 550"/>
                <a:gd name="T81" fmla="*/ 321 h 536"/>
                <a:gd name="T82" fmla="*/ 96 w 550"/>
                <a:gd name="T83" fmla="*/ 321 h 536"/>
                <a:gd name="T84" fmla="*/ 96 w 550"/>
                <a:gd name="T85" fmla="*/ 536 h 536"/>
                <a:gd name="T86" fmla="*/ 0 w 550"/>
                <a:gd name="T87" fmla="*/ 536 h 536"/>
                <a:gd name="T88" fmla="*/ 0 w 550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0" h="536">
                  <a:moveTo>
                    <a:pt x="96" y="79"/>
                  </a:moveTo>
                  <a:lnTo>
                    <a:pt x="96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2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2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6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59" y="19"/>
                  </a:lnTo>
                  <a:lnTo>
                    <a:pt x="489" y="37"/>
                  </a:lnTo>
                  <a:lnTo>
                    <a:pt x="511" y="58"/>
                  </a:lnTo>
                  <a:lnTo>
                    <a:pt x="527" y="86"/>
                  </a:lnTo>
                  <a:lnTo>
                    <a:pt x="537" y="119"/>
                  </a:lnTo>
                  <a:lnTo>
                    <a:pt x="539" y="157"/>
                  </a:lnTo>
                  <a:lnTo>
                    <a:pt x="537" y="194"/>
                  </a:lnTo>
                  <a:lnTo>
                    <a:pt x="527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1" y="290"/>
                  </a:lnTo>
                  <a:lnTo>
                    <a:pt x="447" y="302"/>
                  </a:lnTo>
                  <a:lnTo>
                    <a:pt x="419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0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2" y="321"/>
                  </a:lnTo>
                  <a:lnTo>
                    <a:pt x="96" y="321"/>
                  </a:lnTo>
                  <a:lnTo>
                    <a:pt x="9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 dirty="0"/>
            </a:p>
          </p:txBody>
        </p:sp>
        <p:sp>
          <p:nvSpPr>
            <p:cNvPr id="18" name="Freeform 13"/>
            <p:cNvSpPr>
              <a:spLocks/>
            </p:cNvSpPr>
            <p:nvPr userDrawn="1"/>
          </p:nvSpPr>
          <p:spPr bwMode="auto">
            <a:xfrm>
              <a:off x="7183312" y="5818063"/>
              <a:ext cx="462976" cy="508514"/>
            </a:xfrm>
            <a:custGeom>
              <a:avLst/>
              <a:gdLst>
                <a:gd name="T0" fmla="*/ 0 w 488"/>
                <a:gd name="T1" fmla="*/ 0 h 536"/>
                <a:gd name="T2" fmla="*/ 438 w 488"/>
                <a:gd name="T3" fmla="*/ 0 h 536"/>
                <a:gd name="T4" fmla="*/ 453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3 w 488"/>
                <a:gd name="T17" fmla="*/ 79 h 536"/>
                <a:gd name="T18" fmla="*/ 438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33 w 488"/>
                <a:gd name="T25" fmla="*/ 218 h 536"/>
                <a:gd name="T26" fmla="*/ 349 w 488"/>
                <a:gd name="T27" fmla="*/ 222 h 536"/>
                <a:gd name="T28" fmla="*/ 361 w 488"/>
                <a:gd name="T29" fmla="*/ 231 h 536"/>
                <a:gd name="T30" fmla="*/ 370 w 488"/>
                <a:gd name="T31" fmla="*/ 243 h 536"/>
                <a:gd name="T32" fmla="*/ 373 w 488"/>
                <a:gd name="T33" fmla="*/ 259 h 536"/>
                <a:gd name="T34" fmla="*/ 370 w 488"/>
                <a:gd name="T35" fmla="*/ 276 h 536"/>
                <a:gd name="T36" fmla="*/ 361 w 488"/>
                <a:gd name="T37" fmla="*/ 288 h 536"/>
                <a:gd name="T38" fmla="*/ 349 w 488"/>
                <a:gd name="T39" fmla="*/ 297 h 536"/>
                <a:gd name="T40" fmla="*/ 333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6 w 488"/>
                <a:gd name="T47" fmla="*/ 454 h 536"/>
                <a:gd name="T48" fmla="*/ 464 w 488"/>
                <a:gd name="T49" fmla="*/ 457 h 536"/>
                <a:gd name="T50" fmla="*/ 476 w 488"/>
                <a:gd name="T51" fmla="*/ 466 h 536"/>
                <a:gd name="T52" fmla="*/ 485 w 488"/>
                <a:gd name="T53" fmla="*/ 478 h 536"/>
                <a:gd name="T54" fmla="*/ 488 w 488"/>
                <a:gd name="T55" fmla="*/ 494 h 536"/>
                <a:gd name="T56" fmla="*/ 485 w 488"/>
                <a:gd name="T57" fmla="*/ 512 h 536"/>
                <a:gd name="T58" fmla="*/ 476 w 488"/>
                <a:gd name="T59" fmla="*/ 524 h 536"/>
                <a:gd name="T60" fmla="*/ 464 w 488"/>
                <a:gd name="T61" fmla="*/ 533 h 536"/>
                <a:gd name="T62" fmla="*/ 446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38" y="0"/>
                  </a:lnTo>
                  <a:lnTo>
                    <a:pt x="453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3" y="79"/>
                  </a:lnTo>
                  <a:lnTo>
                    <a:pt x="438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33" y="218"/>
                  </a:lnTo>
                  <a:lnTo>
                    <a:pt x="349" y="222"/>
                  </a:lnTo>
                  <a:lnTo>
                    <a:pt x="361" y="231"/>
                  </a:lnTo>
                  <a:lnTo>
                    <a:pt x="370" y="243"/>
                  </a:lnTo>
                  <a:lnTo>
                    <a:pt x="373" y="259"/>
                  </a:lnTo>
                  <a:lnTo>
                    <a:pt x="370" y="276"/>
                  </a:lnTo>
                  <a:lnTo>
                    <a:pt x="361" y="288"/>
                  </a:lnTo>
                  <a:lnTo>
                    <a:pt x="349" y="297"/>
                  </a:lnTo>
                  <a:lnTo>
                    <a:pt x="333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6" y="454"/>
                  </a:lnTo>
                  <a:lnTo>
                    <a:pt x="464" y="457"/>
                  </a:lnTo>
                  <a:lnTo>
                    <a:pt x="476" y="466"/>
                  </a:lnTo>
                  <a:lnTo>
                    <a:pt x="485" y="478"/>
                  </a:lnTo>
                  <a:lnTo>
                    <a:pt x="488" y="494"/>
                  </a:lnTo>
                  <a:lnTo>
                    <a:pt x="485" y="512"/>
                  </a:lnTo>
                  <a:lnTo>
                    <a:pt x="476" y="524"/>
                  </a:lnTo>
                  <a:lnTo>
                    <a:pt x="464" y="533"/>
                  </a:lnTo>
                  <a:lnTo>
                    <a:pt x="44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 dirty="0"/>
            </a:p>
          </p:txBody>
        </p:sp>
        <p:sp>
          <p:nvSpPr>
            <p:cNvPr id="19" name="Freeform 14"/>
            <p:cNvSpPr>
              <a:spLocks/>
            </p:cNvSpPr>
            <p:nvPr userDrawn="1"/>
          </p:nvSpPr>
          <p:spPr bwMode="auto">
            <a:xfrm>
              <a:off x="4647381" y="5515421"/>
              <a:ext cx="91077" cy="87282"/>
            </a:xfrm>
            <a:custGeom>
              <a:avLst/>
              <a:gdLst>
                <a:gd name="T0" fmla="*/ 51 w 96"/>
                <a:gd name="T1" fmla="*/ 0 h 92"/>
                <a:gd name="T2" fmla="*/ 53 w 96"/>
                <a:gd name="T3" fmla="*/ 0 h 92"/>
                <a:gd name="T4" fmla="*/ 70 w 96"/>
                <a:gd name="T5" fmla="*/ 5 h 92"/>
                <a:gd name="T6" fmla="*/ 84 w 96"/>
                <a:gd name="T7" fmla="*/ 15 h 92"/>
                <a:gd name="T8" fmla="*/ 93 w 96"/>
                <a:gd name="T9" fmla="*/ 31 h 92"/>
                <a:gd name="T10" fmla="*/ 96 w 96"/>
                <a:gd name="T11" fmla="*/ 49 h 92"/>
                <a:gd name="T12" fmla="*/ 91 w 96"/>
                <a:gd name="T13" fmla="*/ 66 h 92"/>
                <a:gd name="T14" fmla="*/ 81 w 96"/>
                <a:gd name="T15" fmla="*/ 80 h 92"/>
                <a:gd name="T16" fmla="*/ 65 w 96"/>
                <a:gd name="T17" fmla="*/ 91 h 92"/>
                <a:gd name="T18" fmla="*/ 47 w 96"/>
                <a:gd name="T19" fmla="*/ 92 h 92"/>
                <a:gd name="T20" fmla="*/ 44 w 96"/>
                <a:gd name="T21" fmla="*/ 92 h 92"/>
                <a:gd name="T22" fmla="*/ 26 w 96"/>
                <a:gd name="T23" fmla="*/ 87 h 92"/>
                <a:gd name="T24" fmla="*/ 12 w 96"/>
                <a:gd name="T25" fmla="*/ 77 h 92"/>
                <a:gd name="T26" fmla="*/ 4 w 96"/>
                <a:gd name="T27" fmla="*/ 61 h 92"/>
                <a:gd name="T28" fmla="*/ 0 w 96"/>
                <a:gd name="T29" fmla="*/ 43 h 92"/>
                <a:gd name="T30" fmla="*/ 5 w 96"/>
                <a:gd name="T31" fmla="*/ 26 h 92"/>
                <a:gd name="T32" fmla="*/ 16 w 96"/>
                <a:gd name="T33" fmla="*/ 12 h 92"/>
                <a:gd name="T34" fmla="*/ 32 w 96"/>
                <a:gd name="T35" fmla="*/ 2 h 92"/>
                <a:gd name="T36" fmla="*/ 51 w 96"/>
                <a:gd name="T37" fmla="*/ 0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96" h="92">
                  <a:moveTo>
                    <a:pt x="51" y="0"/>
                  </a:moveTo>
                  <a:lnTo>
                    <a:pt x="53" y="0"/>
                  </a:lnTo>
                  <a:lnTo>
                    <a:pt x="70" y="5"/>
                  </a:lnTo>
                  <a:lnTo>
                    <a:pt x="84" y="15"/>
                  </a:lnTo>
                  <a:lnTo>
                    <a:pt x="93" y="31"/>
                  </a:lnTo>
                  <a:lnTo>
                    <a:pt x="96" y="49"/>
                  </a:lnTo>
                  <a:lnTo>
                    <a:pt x="91" y="66"/>
                  </a:lnTo>
                  <a:lnTo>
                    <a:pt x="81" y="80"/>
                  </a:lnTo>
                  <a:lnTo>
                    <a:pt x="65" y="91"/>
                  </a:lnTo>
                  <a:lnTo>
                    <a:pt x="47" y="92"/>
                  </a:lnTo>
                  <a:lnTo>
                    <a:pt x="44" y="92"/>
                  </a:lnTo>
                  <a:lnTo>
                    <a:pt x="26" y="87"/>
                  </a:lnTo>
                  <a:lnTo>
                    <a:pt x="12" y="77"/>
                  </a:lnTo>
                  <a:lnTo>
                    <a:pt x="4" y="61"/>
                  </a:lnTo>
                  <a:lnTo>
                    <a:pt x="0" y="43"/>
                  </a:lnTo>
                  <a:lnTo>
                    <a:pt x="5" y="26"/>
                  </a:lnTo>
                  <a:lnTo>
                    <a:pt x="16" y="12"/>
                  </a:lnTo>
                  <a:lnTo>
                    <a:pt x="32" y="2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 dirty="0"/>
            </a:p>
          </p:txBody>
        </p:sp>
        <p:sp>
          <p:nvSpPr>
            <p:cNvPr id="20" name="Freeform 15"/>
            <p:cNvSpPr>
              <a:spLocks/>
            </p:cNvSpPr>
            <p:nvPr userDrawn="1"/>
          </p:nvSpPr>
          <p:spPr bwMode="auto">
            <a:xfrm>
              <a:off x="4937689" y="5235549"/>
              <a:ext cx="130923" cy="157487"/>
            </a:xfrm>
            <a:custGeom>
              <a:avLst/>
              <a:gdLst>
                <a:gd name="T0" fmla="*/ 40 w 138"/>
                <a:gd name="T1" fmla="*/ 0 h 166"/>
                <a:gd name="T2" fmla="*/ 57 w 138"/>
                <a:gd name="T3" fmla="*/ 2 h 166"/>
                <a:gd name="T4" fmla="*/ 73 w 138"/>
                <a:gd name="T5" fmla="*/ 9 h 166"/>
                <a:gd name="T6" fmla="*/ 85 w 138"/>
                <a:gd name="T7" fmla="*/ 22 h 166"/>
                <a:gd name="T8" fmla="*/ 132 w 138"/>
                <a:gd name="T9" fmla="*/ 96 h 166"/>
                <a:gd name="T10" fmla="*/ 138 w 138"/>
                <a:gd name="T11" fmla="*/ 113 h 166"/>
                <a:gd name="T12" fmla="*/ 138 w 138"/>
                <a:gd name="T13" fmla="*/ 131 h 166"/>
                <a:gd name="T14" fmla="*/ 129 w 138"/>
                <a:gd name="T15" fmla="*/ 146 h 166"/>
                <a:gd name="T16" fmla="*/ 115 w 138"/>
                <a:gd name="T17" fmla="*/ 159 h 166"/>
                <a:gd name="T18" fmla="*/ 99 w 138"/>
                <a:gd name="T19" fmla="*/ 166 h 166"/>
                <a:gd name="T20" fmla="*/ 80 w 138"/>
                <a:gd name="T21" fmla="*/ 164 h 166"/>
                <a:gd name="T22" fmla="*/ 64 w 138"/>
                <a:gd name="T23" fmla="*/ 157 h 166"/>
                <a:gd name="T24" fmla="*/ 52 w 138"/>
                <a:gd name="T25" fmla="*/ 143 h 166"/>
                <a:gd name="T26" fmla="*/ 5 w 138"/>
                <a:gd name="T27" fmla="*/ 70 h 166"/>
                <a:gd name="T28" fmla="*/ 0 w 138"/>
                <a:gd name="T29" fmla="*/ 52 h 166"/>
                <a:gd name="T30" fmla="*/ 0 w 138"/>
                <a:gd name="T31" fmla="*/ 35 h 166"/>
                <a:gd name="T32" fmla="*/ 8 w 138"/>
                <a:gd name="T33" fmla="*/ 17 h 166"/>
                <a:gd name="T34" fmla="*/ 22 w 138"/>
                <a:gd name="T35" fmla="*/ 7 h 166"/>
                <a:gd name="T36" fmla="*/ 40 w 138"/>
                <a:gd name="T37" fmla="*/ 0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8" h="166">
                  <a:moveTo>
                    <a:pt x="40" y="0"/>
                  </a:moveTo>
                  <a:lnTo>
                    <a:pt x="57" y="2"/>
                  </a:lnTo>
                  <a:lnTo>
                    <a:pt x="73" y="9"/>
                  </a:lnTo>
                  <a:lnTo>
                    <a:pt x="85" y="22"/>
                  </a:lnTo>
                  <a:lnTo>
                    <a:pt x="132" y="96"/>
                  </a:lnTo>
                  <a:lnTo>
                    <a:pt x="138" y="113"/>
                  </a:lnTo>
                  <a:lnTo>
                    <a:pt x="138" y="131"/>
                  </a:lnTo>
                  <a:lnTo>
                    <a:pt x="129" y="146"/>
                  </a:lnTo>
                  <a:lnTo>
                    <a:pt x="115" y="159"/>
                  </a:lnTo>
                  <a:lnTo>
                    <a:pt x="99" y="166"/>
                  </a:lnTo>
                  <a:lnTo>
                    <a:pt x="80" y="164"/>
                  </a:lnTo>
                  <a:lnTo>
                    <a:pt x="64" y="157"/>
                  </a:lnTo>
                  <a:lnTo>
                    <a:pt x="52" y="143"/>
                  </a:lnTo>
                  <a:lnTo>
                    <a:pt x="5" y="70"/>
                  </a:lnTo>
                  <a:lnTo>
                    <a:pt x="0" y="52"/>
                  </a:lnTo>
                  <a:lnTo>
                    <a:pt x="0" y="35"/>
                  </a:lnTo>
                  <a:lnTo>
                    <a:pt x="8" y="17"/>
                  </a:lnTo>
                  <a:lnTo>
                    <a:pt x="22" y="7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 dirty="0"/>
            </a:p>
          </p:txBody>
        </p:sp>
        <p:sp>
          <p:nvSpPr>
            <p:cNvPr id="21" name="Freeform 16"/>
            <p:cNvSpPr>
              <a:spLocks/>
            </p:cNvSpPr>
            <p:nvPr userDrawn="1"/>
          </p:nvSpPr>
          <p:spPr bwMode="auto">
            <a:xfrm>
              <a:off x="5278280" y="5018292"/>
              <a:ext cx="132821" cy="243821"/>
            </a:xfrm>
            <a:custGeom>
              <a:avLst/>
              <a:gdLst>
                <a:gd name="T0" fmla="*/ 53 w 140"/>
                <a:gd name="T1" fmla="*/ 0 h 257"/>
                <a:gd name="T2" fmla="*/ 68 w 140"/>
                <a:gd name="T3" fmla="*/ 7 h 257"/>
                <a:gd name="T4" fmla="*/ 82 w 140"/>
                <a:gd name="T5" fmla="*/ 19 h 257"/>
                <a:gd name="T6" fmla="*/ 89 w 140"/>
                <a:gd name="T7" fmla="*/ 35 h 257"/>
                <a:gd name="T8" fmla="*/ 140 w 140"/>
                <a:gd name="T9" fmla="*/ 199 h 257"/>
                <a:gd name="T10" fmla="*/ 140 w 140"/>
                <a:gd name="T11" fmla="*/ 218 h 257"/>
                <a:gd name="T12" fmla="*/ 135 w 140"/>
                <a:gd name="T13" fmla="*/ 234 h 257"/>
                <a:gd name="T14" fmla="*/ 122 w 140"/>
                <a:gd name="T15" fmla="*/ 248 h 257"/>
                <a:gd name="T16" fmla="*/ 105 w 140"/>
                <a:gd name="T17" fmla="*/ 255 h 257"/>
                <a:gd name="T18" fmla="*/ 88 w 140"/>
                <a:gd name="T19" fmla="*/ 257 h 257"/>
                <a:gd name="T20" fmla="*/ 70 w 140"/>
                <a:gd name="T21" fmla="*/ 250 h 257"/>
                <a:gd name="T22" fmla="*/ 58 w 140"/>
                <a:gd name="T23" fmla="*/ 239 h 257"/>
                <a:gd name="T24" fmla="*/ 49 w 140"/>
                <a:gd name="T25" fmla="*/ 222 h 257"/>
                <a:gd name="T26" fmla="*/ 0 w 140"/>
                <a:gd name="T27" fmla="*/ 58 h 257"/>
                <a:gd name="T28" fmla="*/ 0 w 140"/>
                <a:gd name="T29" fmla="*/ 40 h 257"/>
                <a:gd name="T30" fmla="*/ 5 w 140"/>
                <a:gd name="T31" fmla="*/ 23 h 257"/>
                <a:gd name="T32" fmla="*/ 18 w 140"/>
                <a:gd name="T33" fmla="*/ 11 h 257"/>
                <a:gd name="T34" fmla="*/ 33 w 140"/>
                <a:gd name="T35" fmla="*/ 2 h 257"/>
                <a:gd name="T36" fmla="*/ 53 w 140"/>
                <a:gd name="T37" fmla="*/ 0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40" h="257">
                  <a:moveTo>
                    <a:pt x="53" y="0"/>
                  </a:moveTo>
                  <a:lnTo>
                    <a:pt x="68" y="7"/>
                  </a:lnTo>
                  <a:lnTo>
                    <a:pt x="82" y="19"/>
                  </a:lnTo>
                  <a:lnTo>
                    <a:pt x="89" y="35"/>
                  </a:lnTo>
                  <a:lnTo>
                    <a:pt x="140" y="199"/>
                  </a:lnTo>
                  <a:lnTo>
                    <a:pt x="140" y="218"/>
                  </a:lnTo>
                  <a:lnTo>
                    <a:pt x="135" y="234"/>
                  </a:lnTo>
                  <a:lnTo>
                    <a:pt x="122" y="248"/>
                  </a:lnTo>
                  <a:lnTo>
                    <a:pt x="105" y="255"/>
                  </a:lnTo>
                  <a:lnTo>
                    <a:pt x="88" y="257"/>
                  </a:lnTo>
                  <a:lnTo>
                    <a:pt x="70" y="250"/>
                  </a:lnTo>
                  <a:lnTo>
                    <a:pt x="58" y="239"/>
                  </a:lnTo>
                  <a:lnTo>
                    <a:pt x="49" y="222"/>
                  </a:lnTo>
                  <a:lnTo>
                    <a:pt x="0" y="58"/>
                  </a:lnTo>
                  <a:lnTo>
                    <a:pt x="0" y="40"/>
                  </a:lnTo>
                  <a:lnTo>
                    <a:pt x="5" y="23"/>
                  </a:lnTo>
                  <a:lnTo>
                    <a:pt x="18" y="11"/>
                  </a:lnTo>
                  <a:lnTo>
                    <a:pt x="33" y="2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 dirty="0"/>
            </a:p>
          </p:txBody>
        </p:sp>
        <p:sp>
          <p:nvSpPr>
            <p:cNvPr id="22" name="Freeform 17"/>
            <p:cNvSpPr>
              <a:spLocks/>
            </p:cNvSpPr>
            <p:nvPr userDrawn="1"/>
          </p:nvSpPr>
          <p:spPr bwMode="auto">
            <a:xfrm>
              <a:off x="5649230" y="4842779"/>
              <a:ext cx="112898" cy="335847"/>
            </a:xfrm>
            <a:custGeom>
              <a:avLst/>
              <a:gdLst>
                <a:gd name="T0" fmla="*/ 44 w 119"/>
                <a:gd name="T1" fmla="*/ 0 h 354"/>
                <a:gd name="T2" fmla="*/ 63 w 119"/>
                <a:gd name="T3" fmla="*/ 4 h 354"/>
                <a:gd name="T4" fmla="*/ 77 w 119"/>
                <a:gd name="T5" fmla="*/ 12 h 354"/>
                <a:gd name="T6" fmla="*/ 87 w 119"/>
                <a:gd name="T7" fmla="*/ 26 h 354"/>
                <a:gd name="T8" fmla="*/ 93 w 119"/>
                <a:gd name="T9" fmla="*/ 44 h 354"/>
                <a:gd name="T10" fmla="*/ 119 w 119"/>
                <a:gd name="T11" fmla="*/ 306 h 354"/>
                <a:gd name="T12" fmla="*/ 115 w 119"/>
                <a:gd name="T13" fmla="*/ 323 h 354"/>
                <a:gd name="T14" fmla="*/ 107 w 119"/>
                <a:gd name="T15" fmla="*/ 339 h 354"/>
                <a:gd name="T16" fmla="*/ 93 w 119"/>
                <a:gd name="T17" fmla="*/ 349 h 354"/>
                <a:gd name="T18" fmla="*/ 75 w 119"/>
                <a:gd name="T19" fmla="*/ 354 h 354"/>
                <a:gd name="T20" fmla="*/ 58 w 119"/>
                <a:gd name="T21" fmla="*/ 351 h 354"/>
                <a:gd name="T22" fmla="*/ 42 w 119"/>
                <a:gd name="T23" fmla="*/ 342 h 354"/>
                <a:gd name="T24" fmla="*/ 32 w 119"/>
                <a:gd name="T25" fmla="*/ 328 h 354"/>
                <a:gd name="T26" fmla="*/ 26 w 119"/>
                <a:gd name="T27" fmla="*/ 311 h 354"/>
                <a:gd name="T28" fmla="*/ 0 w 119"/>
                <a:gd name="T29" fmla="*/ 49 h 354"/>
                <a:gd name="T30" fmla="*/ 4 w 119"/>
                <a:gd name="T31" fmla="*/ 32 h 354"/>
                <a:gd name="T32" fmla="*/ 12 w 119"/>
                <a:gd name="T33" fmla="*/ 16 h 354"/>
                <a:gd name="T34" fmla="*/ 26 w 119"/>
                <a:gd name="T35" fmla="*/ 5 h 354"/>
                <a:gd name="T36" fmla="*/ 44 w 119"/>
                <a:gd name="T37" fmla="*/ 0 h 3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9" h="354">
                  <a:moveTo>
                    <a:pt x="44" y="0"/>
                  </a:moveTo>
                  <a:lnTo>
                    <a:pt x="63" y="4"/>
                  </a:lnTo>
                  <a:lnTo>
                    <a:pt x="77" y="12"/>
                  </a:lnTo>
                  <a:lnTo>
                    <a:pt x="87" y="26"/>
                  </a:lnTo>
                  <a:lnTo>
                    <a:pt x="93" y="44"/>
                  </a:lnTo>
                  <a:lnTo>
                    <a:pt x="119" y="306"/>
                  </a:lnTo>
                  <a:lnTo>
                    <a:pt x="115" y="323"/>
                  </a:lnTo>
                  <a:lnTo>
                    <a:pt x="107" y="339"/>
                  </a:lnTo>
                  <a:lnTo>
                    <a:pt x="93" y="349"/>
                  </a:lnTo>
                  <a:lnTo>
                    <a:pt x="75" y="354"/>
                  </a:lnTo>
                  <a:lnTo>
                    <a:pt x="58" y="351"/>
                  </a:lnTo>
                  <a:lnTo>
                    <a:pt x="42" y="342"/>
                  </a:lnTo>
                  <a:lnTo>
                    <a:pt x="32" y="328"/>
                  </a:lnTo>
                  <a:lnTo>
                    <a:pt x="26" y="311"/>
                  </a:lnTo>
                  <a:lnTo>
                    <a:pt x="0" y="49"/>
                  </a:lnTo>
                  <a:lnTo>
                    <a:pt x="4" y="32"/>
                  </a:lnTo>
                  <a:lnTo>
                    <a:pt x="12" y="16"/>
                  </a:lnTo>
                  <a:lnTo>
                    <a:pt x="26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 dirty="0"/>
            </a:p>
          </p:txBody>
        </p:sp>
        <p:sp>
          <p:nvSpPr>
            <p:cNvPr id="23" name="Freeform 18"/>
            <p:cNvSpPr>
              <a:spLocks/>
            </p:cNvSpPr>
            <p:nvPr userDrawn="1"/>
          </p:nvSpPr>
          <p:spPr bwMode="auto">
            <a:xfrm>
              <a:off x="6026821" y="4720394"/>
              <a:ext cx="104359" cy="420283"/>
            </a:xfrm>
            <a:custGeom>
              <a:avLst/>
              <a:gdLst>
                <a:gd name="T0" fmla="*/ 68 w 110"/>
                <a:gd name="T1" fmla="*/ 0 h 443"/>
                <a:gd name="T2" fmla="*/ 86 w 110"/>
                <a:gd name="T3" fmla="*/ 5 h 443"/>
                <a:gd name="T4" fmla="*/ 100 w 110"/>
                <a:gd name="T5" fmla="*/ 16 h 443"/>
                <a:gd name="T6" fmla="*/ 107 w 110"/>
                <a:gd name="T7" fmla="*/ 31 h 443"/>
                <a:gd name="T8" fmla="*/ 110 w 110"/>
                <a:gd name="T9" fmla="*/ 51 h 443"/>
                <a:gd name="T10" fmla="*/ 93 w 110"/>
                <a:gd name="T11" fmla="*/ 401 h 443"/>
                <a:gd name="T12" fmla="*/ 87 w 110"/>
                <a:gd name="T13" fmla="*/ 419 h 443"/>
                <a:gd name="T14" fmla="*/ 75 w 110"/>
                <a:gd name="T15" fmla="*/ 433 h 443"/>
                <a:gd name="T16" fmla="*/ 61 w 110"/>
                <a:gd name="T17" fmla="*/ 442 h 443"/>
                <a:gd name="T18" fmla="*/ 42 w 110"/>
                <a:gd name="T19" fmla="*/ 443 h 443"/>
                <a:gd name="T20" fmla="*/ 25 w 110"/>
                <a:gd name="T21" fmla="*/ 438 h 443"/>
                <a:gd name="T22" fmla="*/ 11 w 110"/>
                <a:gd name="T23" fmla="*/ 426 h 443"/>
                <a:gd name="T24" fmla="*/ 2 w 110"/>
                <a:gd name="T25" fmla="*/ 412 h 443"/>
                <a:gd name="T26" fmla="*/ 0 w 110"/>
                <a:gd name="T27" fmla="*/ 393 h 443"/>
                <a:gd name="T28" fmla="*/ 18 w 110"/>
                <a:gd name="T29" fmla="*/ 42 h 443"/>
                <a:gd name="T30" fmla="*/ 23 w 110"/>
                <a:gd name="T31" fmla="*/ 24 h 443"/>
                <a:gd name="T32" fmla="*/ 33 w 110"/>
                <a:gd name="T33" fmla="*/ 10 h 443"/>
                <a:gd name="T34" fmla="*/ 49 w 110"/>
                <a:gd name="T35" fmla="*/ 2 h 443"/>
                <a:gd name="T36" fmla="*/ 68 w 110"/>
                <a:gd name="T37" fmla="*/ 0 h 4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0" h="443">
                  <a:moveTo>
                    <a:pt x="68" y="0"/>
                  </a:moveTo>
                  <a:lnTo>
                    <a:pt x="86" y="5"/>
                  </a:lnTo>
                  <a:lnTo>
                    <a:pt x="100" y="16"/>
                  </a:lnTo>
                  <a:lnTo>
                    <a:pt x="107" y="31"/>
                  </a:lnTo>
                  <a:lnTo>
                    <a:pt x="110" y="51"/>
                  </a:lnTo>
                  <a:lnTo>
                    <a:pt x="93" y="401"/>
                  </a:lnTo>
                  <a:lnTo>
                    <a:pt x="87" y="419"/>
                  </a:lnTo>
                  <a:lnTo>
                    <a:pt x="75" y="433"/>
                  </a:lnTo>
                  <a:lnTo>
                    <a:pt x="61" y="442"/>
                  </a:lnTo>
                  <a:lnTo>
                    <a:pt x="42" y="443"/>
                  </a:lnTo>
                  <a:lnTo>
                    <a:pt x="25" y="438"/>
                  </a:lnTo>
                  <a:lnTo>
                    <a:pt x="11" y="426"/>
                  </a:lnTo>
                  <a:lnTo>
                    <a:pt x="2" y="412"/>
                  </a:lnTo>
                  <a:lnTo>
                    <a:pt x="0" y="393"/>
                  </a:lnTo>
                  <a:lnTo>
                    <a:pt x="18" y="42"/>
                  </a:lnTo>
                  <a:lnTo>
                    <a:pt x="23" y="24"/>
                  </a:lnTo>
                  <a:lnTo>
                    <a:pt x="33" y="10"/>
                  </a:lnTo>
                  <a:lnTo>
                    <a:pt x="49" y="2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 dirty="0"/>
            </a:p>
          </p:txBody>
        </p:sp>
        <p:sp>
          <p:nvSpPr>
            <p:cNvPr id="24" name="Freeform 19"/>
            <p:cNvSpPr>
              <a:spLocks/>
            </p:cNvSpPr>
            <p:nvPr userDrawn="1"/>
          </p:nvSpPr>
          <p:spPr bwMode="auto">
            <a:xfrm>
              <a:off x="6384489" y="4647343"/>
              <a:ext cx="162232" cy="497129"/>
            </a:xfrm>
            <a:custGeom>
              <a:avLst/>
              <a:gdLst>
                <a:gd name="T0" fmla="*/ 119 w 171"/>
                <a:gd name="T1" fmla="*/ 0 h 524"/>
                <a:gd name="T2" fmla="*/ 136 w 171"/>
                <a:gd name="T3" fmla="*/ 0 h 524"/>
                <a:gd name="T4" fmla="*/ 154 w 171"/>
                <a:gd name="T5" fmla="*/ 9 h 524"/>
                <a:gd name="T6" fmla="*/ 166 w 171"/>
                <a:gd name="T7" fmla="*/ 21 h 524"/>
                <a:gd name="T8" fmla="*/ 171 w 171"/>
                <a:gd name="T9" fmla="*/ 37 h 524"/>
                <a:gd name="T10" fmla="*/ 171 w 171"/>
                <a:gd name="T11" fmla="*/ 56 h 524"/>
                <a:gd name="T12" fmla="*/ 91 w 171"/>
                <a:gd name="T13" fmla="*/ 489 h 524"/>
                <a:gd name="T14" fmla="*/ 84 w 171"/>
                <a:gd name="T15" fmla="*/ 506 h 524"/>
                <a:gd name="T16" fmla="*/ 70 w 171"/>
                <a:gd name="T17" fmla="*/ 517 h 524"/>
                <a:gd name="T18" fmla="*/ 54 w 171"/>
                <a:gd name="T19" fmla="*/ 524 h 524"/>
                <a:gd name="T20" fmla="*/ 37 w 171"/>
                <a:gd name="T21" fmla="*/ 524 h 524"/>
                <a:gd name="T22" fmla="*/ 19 w 171"/>
                <a:gd name="T23" fmla="*/ 517 h 524"/>
                <a:gd name="T24" fmla="*/ 7 w 171"/>
                <a:gd name="T25" fmla="*/ 503 h 524"/>
                <a:gd name="T26" fmla="*/ 0 w 171"/>
                <a:gd name="T27" fmla="*/ 487 h 524"/>
                <a:gd name="T28" fmla="*/ 2 w 171"/>
                <a:gd name="T29" fmla="*/ 468 h 524"/>
                <a:gd name="T30" fmla="*/ 82 w 171"/>
                <a:gd name="T31" fmla="*/ 35 h 524"/>
                <a:gd name="T32" fmla="*/ 89 w 171"/>
                <a:gd name="T33" fmla="*/ 19 h 524"/>
                <a:gd name="T34" fmla="*/ 101 w 171"/>
                <a:gd name="T35" fmla="*/ 7 h 524"/>
                <a:gd name="T36" fmla="*/ 119 w 171"/>
                <a:gd name="T37" fmla="*/ 0 h 5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71" h="524">
                  <a:moveTo>
                    <a:pt x="119" y="0"/>
                  </a:moveTo>
                  <a:lnTo>
                    <a:pt x="136" y="0"/>
                  </a:lnTo>
                  <a:lnTo>
                    <a:pt x="154" y="9"/>
                  </a:lnTo>
                  <a:lnTo>
                    <a:pt x="166" y="21"/>
                  </a:lnTo>
                  <a:lnTo>
                    <a:pt x="171" y="37"/>
                  </a:lnTo>
                  <a:lnTo>
                    <a:pt x="171" y="56"/>
                  </a:lnTo>
                  <a:lnTo>
                    <a:pt x="91" y="489"/>
                  </a:lnTo>
                  <a:lnTo>
                    <a:pt x="84" y="506"/>
                  </a:lnTo>
                  <a:lnTo>
                    <a:pt x="70" y="517"/>
                  </a:lnTo>
                  <a:lnTo>
                    <a:pt x="54" y="524"/>
                  </a:lnTo>
                  <a:lnTo>
                    <a:pt x="37" y="524"/>
                  </a:lnTo>
                  <a:lnTo>
                    <a:pt x="19" y="517"/>
                  </a:lnTo>
                  <a:lnTo>
                    <a:pt x="7" y="503"/>
                  </a:lnTo>
                  <a:lnTo>
                    <a:pt x="0" y="487"/>
                  </a:lnTo>
                  <a:lnTo>
                    <a:pt x="2" y="468"/>
                  </a:lnTo>
                  <a:lnTo>
                    <a:pt x="82" y="35"/>
                  </a:lnTo>
                  <a:lnTo>
                    <a:pt x="89" y="19"/>
                  </a:lnTo>
                  <a:lnTo>
                    <a:pt x="101" y="7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 dirty="0"/>
            </a:p>
          </p:txBody>
        </p:sp>
        <p:sp>
          <p:nvSpPr>
            <p:cNvPr id="25" name="Freeform 20"/>
            <p:cNvSpPr>
              <a:spLocks/>
            </p:cNvSpPr>
            <p:nvPr userDrawn="1"/>
          </p:nvSpPr>
          <p:spPr bwMode="auto">
            <a:xfrm>
              <a:off x="6733618" y="4625522"/>
              <a:ext cx="241924" cy="568283"/>
            </a:xfrm>
            <a:custGeom>
              <a:avLst/>
              <a:gdLst>
                <a:gd name="T0" fmla="*/ 206 w 255"/>
                <a:gd name="T1" fmla="*/ 0 h 599"/>
                <a:gd name="T2" fmla="*/ 226 w 255"/>
                <a:gd name="T3" fmla="*/ 4 h 599"/>
                <a:gd name="T4" fmla="*/ 241 w 255"/>
                <a:gd name="T5" fmla="*/ 13 h 599"/>
                <a:gd name="T6" fmla="*/ 252 w 255"/>
                <a:gd name="T7" fmla="*/ 27 h 599"/>
                <a:gd name="T8" fmla="*/ 255 w 255"/>
                <a:gd name="T9" fmla="*/ 44 h 599"/>
                <a:gd name="T10" fmla="*/ 254 w 255"/>
                <a:gd name="T11" fmla="*/ 62 h 599"/>
                <a:gd name="T12" fmla="*/ 90 w 255"/>
                <a:gd name="T13" fmla="*/ 569 h 599"/>
                <a:gd name="T14" fmla="*/ 81 w 255"/>
                <a:gd name="T15" fmla="*/ 585 h 599"/>
                <a:gd name="T16" fmla="*/ 65 w 255"/>
                <a:gd name="T17" fmla="*/ 596 h 599"/>
                <a:gd name="T18" fmla="*/ 49 w 255"/>
                <a:gd name="T19" fmla="*/ 599 h 599"/>
                <a:gd name="T20" fmla="*/ 30 w 255"/>
                <a:gd name="T21" fmla="*/ 597 h 599"/>
                <a:gd name="T22" fmla="*/ 14 w 255"/>
                <a:gd name="T23" fmla="*/ 587 h 599"/>
                <a:gd name="T24" fmla="*/ 4 w 255"/>
                <a:gd name="T25" fmla="*/ 573 h 599"/>
                <a:gd name="T26" fmla="*/ 0 w 255"/>
                <a:gd name="T27" fmla="*/ 556 h 599"/>
                <a:gd name="T28" fmla="*/ 2 w 255"/>
                <a:gd name="T29" fmla="*/ 538 h 599"/>
                <a:gd name="T30" fmla="*/ 166 w 255"/>
                <a:gd name="T31" fmla="*/ 30 h 599"/>
                <a:gd name="T32" fmla="*/ 175 w 255"/>
                <a:gd name="T33" fmla="*/ 16 h 599"/>
                <a:gd name="T34" fmla="*/ 191 w 255"/>
                <a:gd name="T35" fmla="*/ 6 h 599"/>
                <a:gd name="T36" fmla="*/ 206 w 255"/>
                <a:gd name="T37" fmla="*/ 0 h 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5" h="599">
                  <a:moveTo>
                    <a:pt x="206" y="0"/>
                  </a:moveTo>
                  <a:lnTo>
                    <a:pt x="226" y="4"/>
                  </a:lnTo>
                  <a:lnTo>
                    <a:pt x="241" y="13"/>
                  </a:lnTo>
                  <a:lnTo>
                    <a:pt x="252" y="27"/>
                  </a:lnTo>
                  <a:lnTo>
                    <a:pt x="255" y="44"/>
                  </a:lnTo>
                  <a:lnTo>
                    <a:pt x="254" y="62"/>
                  </a:lnTo>
                  <a:lnTo>
                    <a:pt x="90" y="569"/>
                  </a:lnTo>
                  <a:lnTo>
                    <a:pt x="81" y="585"/>
                  </a:lnTo>
                  <a:lnTo>
                    <a:pt x="65" y="596"/>
                  </a:lnTo>
                  <a:lnTo>
                    <a:pt x="49" y="599"/>
                  </a:lnTo>
                  <a:lnTo>
                    <a:pt x="30" y="597"/>
                  </a:lnTo>
                  <a:lnTo>
                    <a:pt x="14" y="587"/>
                  </a:lnTo>
                  <a:lnTo>
                    <a:pt x="4" y="573"/>
                  </a:lnTo>
                  <a:lnTo>
                    <a:pt x="0" y="556"/>
                  </a:lnTo>
                  <a:lnTo>
                    <a:pt x="2" y="538"/>
                  </a:lnTo>
                  <a:lnTo>
                    <a:pt x="166" y="30"/>
                  </a:lnTo>
                  <a:lnTo>
                    <a:pt x="175" y="16"/>
                  </a:lnTo>
                  <a:lnTo>
                    <a:pt x="191" y="6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 dirty="0"/>
            </a:p>
          </p:txBody>
        </p:sp>
        <p:sp>
          <p:nvSpPr>
            <p:cNvPr id="26" name="Freeform 21"/>
            <p:cNvSpPr>
              <a:spLocks/>
            </p:cNvSpPr>
            <p:nvPr userDrawn="1"/>
          </p:nvSpPr>
          <p:spPr bwMode="auto">
            <a:xfrm>
              <a:off x="7077055" y="4665368"/>
              <a:ext cx="333950" cy="621412"/>
            </a:xfrm>
            <a:custGeom>
              <a:avLst/>
              <a:gdLst>
                <a:gd name="T0" fmla="*/ 309 w 352"/>
                <a:gd name="T1" fmla="*/ 0 h 655"/>
                <a:gd name="T2" fmla="*/ 326 w 352"/>
                <a:gd name="T3" fmla="*/ 6 h 655"/>
                <a:gd name="T4" fmla="*/ 342 w 352"/>
                <a:gd name="T5" fmla="*/ 18 h 655"/>
                <a:gd name="T6" fmla="*/ 349 w 352"/>
                <a:gd name="T7" fmla="*/ 32 h 655"/>
                <a:gd name="T8" fmla="*/ 352 w 352"/>
                <a:gd name="T9" fmla="*/ 49 h 655"/>
                <a:gd name="T10" fmla="*/ 347 w 352"/>
                <a:gd name="T11" fmla="*/ 68 h 655"/>
                <a:gd name="T12" fmla="*/ 87 w 352"/>
                <a:gd name="T13" fmla="*/ 630 h 655"/>
                <a:gd name="T14" fmla="*/ 77 w 352"/>
                <a:gd name="T15" fmla="*/ 644 h 655"/>
                <a:gd name="T16" fmla="*/ 61 w 352"/>
                <a:gd name="T17" fmla="*/ 653 h 655"/>
                <a:gd name="T18" fmla="*/ 43 w 352"/>
                <a:gd name="T19" fmla="*/ 655 h 655"/>
                <a:gd name="T20" fmla="*/ 26 w 352"/>
                <a:gd name="T21" fmla="*/ 650 h 655"/>
                <a:gd name="T22" fmla="*/ 10 w 352"/>
                <a:gd name="T23" fmla="*/ 639 h 655"/>
                <a:gd name="T24" fmla="*/ 3 w 352"/>
                <a:gd name="T25" fmla="*/ 623 h 655"/>
                <a:gd name="T26" fmla="*/ 0 w 352"/>
                <a:gd name="T27" fmla="*/ 606 h 655"/>
                <a:gd name="T28" fmla="*/ 5 w 352"/>
                <a:gd name="T29" fmla="*/ 589 h 655"/>
                <a:gd name="T30" fmla="*/ 265 w 352"/>
                <a:gd name="T31" fmla="*/ 27 h 655"/>
                <a:gd name="T32" fmla="*/ 276 w 352"/>
                <a:gd name="T33" fmla="*/ 11 h 655"/>
                <a:gd name="T34" fmla="*/ 291 w 352"/>
                <a:gd name="T35" fmla="*/ 4 h 655"/>
                <a:gd name="T36" fmla="*/ 309 w 352"/>
                <a:gd name="T37" fmla="*/ 0 h 6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52" h="655">
                  <a:moveTo>
                    <a:pt x="309" y="0"/>
                  </a:moveTo>
                  <a:lnTo>
                    <a:pt x="326" y="6"/>
                  </a:lnTo>
                  <a:lnTo>
                    <a:pt x="342" y="18"/>
                  </a:lnTo>
                  <a:lnTo>
                    <a:pt x="349" y="32"/>
                  </a:lnTo>
                  <a:lnTo>
                    <a:pt x="352" y="49"/>
                  </a:lnTo>
                  <a:lnTo>
                    <a:pt x="347" y="68"/>
                  </a:lnTo>
                  <a:lnTo>
                    <a:pt x="87" y="630"/>
                  </a:lnTo>
                  <a:lnTo>
                    <a:pt x="77" y="644"/>
                  </a:lnTo>
                  <a:lnTo>
                    <a:pt x="61" y="653"/>
                  </a:lnTo>
                  <a:lnTo>
                    <a:pt x="43" y="655"/>
                  </a:lnTo>
                  <a:lnTo>
                    <a:pt x="26" y="650"/>
                  </a:lnTo>
                  <a:lnTo>
                    <a:pt x="10" y="639"/>
                  </a:lnTo>
                  <a:lnTo>
                    <a:pt x="3" y="623"/>
                  </a:lnTo>
                  <a:lnTo>
                    <a:pt x="0" y="606"/>
                  </a:lnTo>
                  <a:lnTo>
                    <a:pt x="5" y="589"/>
                  </a:lnTo>
                  <a:lnTo>
                    <a:pt x="265" y="27"/>
                  </a:lnTo>
                  <a:lnTo>
                    <a:pt x="276" y="11"/>
                  </a:lnTo>
                  <a:lnTo>
                    <a:pt x="291" y="4"/>
                  </a:lnTo>
                  <a:lnTo>
                    <a:pt x="30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 dirty="0"/>
            </a:p>
          </p:txBody>
        </p:sp>
        <p:sp>
          <p:nvSpPr>
            <p:cNvPr id="27" name="Freeform 22"/>
            <p:cNvSpPr>
              <a:spLocks/>
            </p:cNvSpPr>
            <p:nvPr userDrawn="1"/>
          </p:nvSpPr>
          <p:spPr bwMode="auto">
            <a:xfrm>
              <a:off x="7414800" y="4764984"/>
              <a:ext cx="430719" cy="659361"/>
            </a:xfrm>
            <a:custGeom>
              <a:avLst/>
              <a:gdLst>
                <a:gd name="T0" fmla="*/ 417 w 454"/>
                <a:gd name="T1" fmla="*/ 0 h 695"/>
                <a:gd name="T2" fmla="*/ 433 w 454"/>
                <a:gd name="T3" fmla="*/ 7 h 695"/>
                <a:gd name="T4" fmla="*/ 447 w 454"/>
                <a:gd name="T5" fmla="*/ 21 h 695"/>
                <a:gd name="T6" fmla="*/ 454 w 454"/>
                <a:gd name="T7" fmla="*/ 37 h 695"/>
                <a:gd name="T8" fmla="*/ 454 w 454"/>
                <a:gd name="T9" fmla="*/ 54 h 695"/>
                <a:gd name="T10" fmla="*/ 447 w 454"/>
                <a:gd name="T11" fmla="*/ 72 h 695"/>
                <a:gd name="T12" fmla="*/ 84 w 454"/>
                <a:gd name="T13" fmla="*/ 676 h 695"/>
                <a:gd name="T14" fmla="*/ 70 w 454"/>
                <a:gd name="T15" fmla="*/ 688 h 695"/>
                <a:gd name="T16" fmla="*/ 54 w 454"/>
                <a:gd name="T17" fmla="*/ 695 h 695"/>
                <a:gd name="T18" fmla="*/ 37 w 454"/>
                <a:gd name="T19" fmla="*/ 695 h 695"/>
                <a:gd name="T20" fmla="*/ 19 w 454"/>
                <a:gd name="T21" fmla="*/ 688 h 695"/>
                <a:gd name="T22" fmla="*/ 7 w 454"/>
                <a:gd name="T23" fmla="*/ 676 h 695"/>
                <a:gd name="T24" fmla="*/ 0 w 454"/>
                <a:gd name="T25" fmla="*/ 660 h 695"/>
                <a:gd name="T26" fmla="*/ 0 w 454"/>
                <a:gd name="T27" fmla="*/ 642 h 695"/>
                <a:gd name="T28" fmla="*/ 7 w 454"/>
                <a:gd name="T29" fmla="*/ 625 h 695"/>
                <a:gd name="T30" fmla="*/ 370 w 454"/>
                <a:gd name="T31" fmla="*/ 21 h 695"/>
                <a:gd name="T32" fmla="*/ 382 w 454"/>
                <a:gd name="T33" fmla="*/ 7 h 695"/>
                <a:gd name="T34" fmla="*/ 400 w 454"/>
                <a:gd name="T35" fmla="*/ 0 h 695"/>
                <a:gd name="T36" fmla="*/ 417 w 454"/>
                <a:gd name="T37" fmla="*/ 0 h 6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454" h="695">
                  <a:moveTo>
                    <a:pt x="417" y="0"/>
                  </a:moveTo>
                  <a:lnTo>
                    <a:pt x="433" y="7"/>
                  </a:lnTo>
                  <a:lnTo>
                    <a:pt x="447" y="21"/>
                  </a:lnTo>
                  <a:lnTo>
                    <a:pt x="454" y="37"/>
                  </a:lnTo>
                  <a:lnTo>
                    <a:pt x="454" y="54"/>
                  </a:lnTo>
                  <a:lnTo>
                    <a:pt x="447" y="72"/>
                  </a:lnTo>
                  <a:lnTo>
                    <a:pt x="84" y="676"/>
                  </a:lnTo>
                  <a:lnTo>
                    <a:pt x="70" y="688"/>
                  </a:lnTo>
                  <a:lnTo>
                    <a:pt x="54" y="695"/>
                  </a:lnTo>
                  <a:lnTo>
                    <a:pt x="37" y="695"/>
                  </a:lnTo>
                  <a:lnTo>
                    <a:pt x="19" y="688"/>
                  </a:lnTo>
                  <a:lnTo>
                    <a:pt x="7" y="676"/>
                  </a:lnTo>
                  <a:lnTo>
                    <a:pt x="0" y="660"/>
                  </a:lnTo>
                  <a:lnTo>
                    <a:pt x="0" y="642"/>
                  </a:lnTo>
                  <a:lnTo>
                    <a:pt x="7" y="625"/>
                  </a:lnTo>
                  <a:lnTo>
                    <a:pt x="370" y="21"/>
                  </a:lnTo>
                  <a:lnTo>
                    <a:pt x="382" y="7"/>
                  </a:lnTo>
                  <a:lnTo>
                    <a:pt x="400" y="0"/>
                  </a:lnTo>
                  <a:lnTo>
                    <a:pt x="417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 dirty="0"/>
            </a:p>
          </p:txBody>
        </p:sp>
        <p:sp>
          <p:nvSpPr>
            <p:cNvPr id="28" name="Freeform 23"/>
            <p:cNvSpPr>
              <a:spLocks/>
            </p:cNvSpPr>
            <p:nvPr userDrawn="1"/>
          </p:nvSpPr>
          <p:spPr bwMode="auto">
            <a:xfrm>
              <a:off x="7730724" y="4924369"/>
              <a:ext cx="543617" cy="680232"/>
            </a:xfrm>
            <a:custGeom>
              <a:avLst/>
              <a:gdLst>
                <a:gd name="T0" fmla="*/ 522 w 573"/>
                <a:gd name="T1" fmla="*/ 0 h 717"/>
                <a:gd name="T2" fmla="*/ 540 w 573"/>
                <a:gd name="T3" fmla="*/ 1 h 717"/>
                <a:gd name="T4" fmla="*/ 557 w 573"/>
                <a:gd name="T5" fmla="*/ 10 h 717"/>
                <a:gd name="T6" fmla="*/ 568 w 573"/>
                <a:gd name="T7" fmla="*/ 24 h 717"/>
                <a:gd name="T8" fmla="*/ 573 w 573"/>
                <a:gd name="T9" fmla="*/ 40 h 717"/>
                <a:gd name="T10" fmla="*/ 571 w 573"/>
                <a:gd name="T11" fmla="*/ 57 h 717"/>
                <a:gd name="T12" fmla="*/ 562 w 573"/>
                <a:gd name="T13" fmla="*/ 75 h 717"/>
                <a:gd name="T14" fmla="*/ 81 w 573"/>
                <a:gd name="T15" fmla="*/ 700 h 717"/>
                <a:gd name="T16" fmla="*/ 67 w 573"/>
                <a:gd name="T17" fmla="*/ 712 h 717"/>
                <a:gd name="T18" fmla="*/ 51 w 573"/>
                <a:gd name="T19" fmla="*/ 717 h 717"/>
                <a:gd name="T20" fmla="*/ 32 w 573"/>
                <a:gd name="T21" fmla="*/ 715 h 717"/>
                <a:gd name="T22" fmla="*/ 16 w 573"/>
                <a:gd name="T23" fmla="*/ 707 h 717"/>
                <a:gd name="T24" fmla="*/ 5 w 573"/>
                <a:gd name="T25" fmla="*/ 693 h 717"/>
                <a:gd name="T26" fmla="*/ 0 w 573"/>
                <a:gd name="T27" fmla="*/ 675 h 717"/>
                <a:gd name="T28" fmla="*/ 2 w 573"/>
                <a:gd name="T29" fmla="*/ 658 h 717"/>
                <a:gd name="T30" fmla="*/ 11 w 573"/>
                <a:gd name="T31" fmla="*/ 642 h 717"/>
                <a:gd name="T32" fmla="*/ 491 w 573"/>
                <a:gd name="T33" fmla="*/ 15 h 717"/>
                <a:gd name="T34" fmla="*/ 506 w 573"/>
                <a:gd name="T35" fmla="*/ 3 h 717"/>
                <a:gd name="T36" fmla="*/ 522 w 573"/>
                <a:gd name="T37" fmla="*/ 0 h 7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73" h="717">
                  <a:moveTo>
                    <a:pt x="522" y="0"/>
                  </a:moveTo>
                  <a:lnTo>
                    <a:pt x="540" y="1"/>
                  </a:lnTo>
                  <a:lnTo>
                    <a:pt x="557" y="10"/>
                  </a:lnTo>
                  <a:lnTo>
                    <a:pt x="568" y="24"/>
                  </a:lnTo>
                  <a:lnTo>
                    <a:pt x="573" y="40"/>
                  </a:lnTo>
                  <a:lnTo>
                    <a:pt x="571" y="57"/>
                  </a:lnTo>
                  <a:lnTo>
                    <a:pt x="562" y="75"/>
                  </a:lnTo>
                  <a:lnTo>
                    <a:pt x="81" y="700"/>
                  </a:lnTo>
                  <a:lnTo>
                    <a:pt x="67" y="712"/>
                  </a:lnTo>
                  <a:lnTo>
                    <a:pt x="51" y="717"/>
                  </a:lnTo>
                  <a:lnTo>
                    <a:pt x="32" y="715"/>
                  </a:lnTo>
                  <a:lnTo>
                    <a:pt x="16" y="707"/>
                  </a:lnTo>
                  <a:lnTo>
                    <a:pt x="5" y="693"/>
                  </a:lnTo>
                  <a:lnTo>
                    <a:pt x="0" y="675"/>
                  </a:lnTo>
                  <a:lnTo>
                    <a:pt x="2" y="658"/>
                  </a:lnTo>
                  <a:lnTo>
                    <a:pt x="11" y="642"/>
                  </a:lnTo>
                  <a:lnTo>
                    <a:pt x="491" y="15"/>
                  </a:lnTo>
                  <a:lnTo>
                    <a:pt x="506" y="3"/>
                  </a:lnTo>
                  <a:lnTo>
                    <a:pt x="522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 dirty="0"/>
            </a:p>
          </p:txBody>
        </p:sp>
      </p:grpSp>
      <p:sp>
        <p:nvSpPr>
          <p:cNvPr id="30" name="Text Placeholder 29"/>
          <p:cNvSpPr>
            <a:spLocks noGrp="1"/>
          </p:cNvSpPr>
          <p:nvPr>
            <p:ph type="body" sz="quarter" idx="13" hasCustomPrompt="1"/>
          </p:nvPr>
        </p:nvSpPr>
        <p:spPr>
          <a:xfrm>
            <a:off x="430847" y="1846264"/>
            <a:ext cx="11255271" cy="1241425"/>
          </a:xfrm>
        </p:spPr>
        <p:txBody>
          <a:bodyPr anchor="ctr" anchorCtr="0">
            <a:normAutofit/>
          </a:bodyPr>
          <a:lstStyle>
            <a:lvl1pPr marL="0" indent="0">
              <a:buNone/>
              <a:defRPr sz="4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27566377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Picture 52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15" t="2065" r="80083" b="1471"/>
          <a:stretch/>
        </p:blipFill>
        <p:spPr>
          <a:xfrm rot="5400000">
            <a:off x="5344885" y="-3604447"/>
            <a:ext cx="1502227" cy="12191996"/>
          </a:xfrm>
          <a:prstGeom prst="rect">
            <a:avLst/>
          </a:prstGeom>
        </p:spPr>
      </p:pic>
      <p:pic>
        <p:nvPicPr>
          <p:cNvPr id="54" name="Picture 53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282" b="20282"/>
          <a:stretch/>
        </p:blipFill>
        <p:spPr>
          <a:xfrm>
            <a:off x="0" y="3242663"/>
            <a:ext cx="12192000" cy="3623223"/>
          </a:xfrm>
          <a:prstGeom prst="rect">
            <a:avLst/>
          </a:prstGeom>
        </p:spPr>
      </p:pic>
      <p:sp>
        <p:nvSpPr>
          <p:cNvPr id="9" name="Rectangle 8"/>
          <p:cNvSpPr/>
          <p:nvPr userDrawn="1"/>
        </p:nvSpPr>
        <p:spPr>
          <a:xfrm>
            <a:off x="-4" y="1"/>
            <a:ext cx="12191999" cy="174043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grpSp>
        <p:nvGrpSpPr>
          <p:cNvPr id="10" name="Group 9"/>
          <p:cNvGrpSpPr/>
          <p:nvPr userDrawn="1"/>
        </p:nvGrpSpPr>
        <p:grpSpPr>
          <a:xfrm>
            <a:off x="661569" y="382677"/>
            <a:ext cx="4140641" cy="975083"/>
            <a:chOff x="2814452" y="4625522"/>
            <a:chExt cx="5459889" cy="1714337"/>
          </a:xfrm>
        </p:grpSpPr>
        <p:sp>
          <p:nvSpPr>
            <p:cNvPr id="11" name="Freeform 6"/>
            <p:cNvSpPr>
              <a:spLocks noEditPoints="1"/>
            </p:cNvSpPr>
            <p:nvPr userDrawn="1"/>
          </p:nvSpPr>
          <p:spPr bwMode="auto">
            <a:xfrm>
              <a:off x="2814452" y="5818063"/>
              <a:ext cx="523694" cy="508514"/>
            </a:xfrm>
            <a:custGeom>
              <a:avLst/>
              <a:gdLst>
                <a:gd name="T0" fmla="*/ 98 w 552"/>
                <a:gd name="T1" fmla="*/ 79 h 536"/>
                <a:gd name="T2" fmla="*/ 98 w 552"/>
                <a:gd name="T3" fmla="*/ 241 h 536"/>
                <a:gd name="T4" fmla="*/ 307 w 552"/>
                <a:gd name="T5" fmla="*/ 241 h 536"/>
                <a:gd name="T6" fmla="*/ 342 w 552"/>
                <a:gd name="T7" fmla="*/ 241 h 536"/>
                <a:gd name="T8" fmla="*/ 374 w 552"/>
                <a:gd name="T9" fmla="*/ 238 h 536"/>
                <a:gd name="T10" fmla="*/ 398 w 552"/>
                <a:gd name="T11" fmla="*/ 231 h 536"/>
                <a:gd name="T12" fmla="*/ 417 w 552"/>
                <a:gd name="T13" fmla="*/ 222 h 536"/>
                <a:gd name="T14" fmla="*/ 431 w 552"/>
                <a:gd name="T15" fmla="*/ 206 h 536"/>
                <a:gd name="T16" fmla="*/ 440 w 552"/>
                <a:gd name="T17" fmla="*/ 187 h 536"/>
                <a:gd name="T18" fmla="*/ 443 w 552"/>
                <a:gd name="T19" fmla="*/ 161 h 536"/>
                <a:gd name="T20" fmla="*/ 440 w 552"/>
                <a:gd name="T21" fmla="*/ 135 h 536"/>
                <a:gd name="T22" fmla="*/ 431 w 552"/>
                <a:gd name="T23" fmla="*/ 114 h 536"/>
                <a:gd name="T24" fmla="*/ 417 w 552"/>
                <a:gd name="T25" fmla="*/ 100 h 536"/>
                <a:gd name="T26" fmla="*/ 398 w 552"/>
                <a:gd name="T27" fmla="*/ 89 h 536"/>
                <a:gd name="T28" fmla="*/ 374 w 552"/>
                <a:gd name="T29" fmla="*/ 84 h 536"/>
                <a:gd name="T30" fmla="*/ 342 w 552"/>
                <a:gd name="T31" fmla="*/ 80 h 536"/>
                <a:gd name="T32" fmla="*/ 307 w 552"/>
                <a:gd name="T33" fmla="*/ 79 h 536"/>
                <a:gd name="T34" fmla="*/ 98 w 552"/>
                <a:gd name="T35" fmla="*/ 79 h 536"/>
                <a:gd name="T36" fmla="*/ 0 w 552"/>
                <a:gd name="T37" fmla="*/ 0 h 536"/>
                <a:gd name="T38" fmla="*/ 323 w 552"/>
                <a:gd name="T39" fmla="*/ 0 h 536"/>
                <a:gd name="T40" fmla="*/ 377 w 552"/>
                <a:gd name="T41" fmla="*/ 2 h 536"/>
                <a:gd name="T42" fmla="*/ 422 w 552"/>
                <a:gd name="T43" fmla="*/ 9 h 536"/>
                <a:gd name="T44" fmla="*/ 461 w 552"/>
                <a:gd name="T45" fmla="*/ 19 h 536"/>
                <a:gd name="T46" fmla="*/ 490 w 552"/>
                <a:gd name="T47" fmla="*/ 37 h 536"/>
                <a:gd name="T48" fmla="*/ 513 w 552"/>
                <a:gd name="T49" fmla="*/ 58 h 536"/>
                <a:gd name="T50" fmla="*/ 529 w 552"/>
                <a:gd name="T51" fmla="*/ 86 h 536"/>
                <a:gd name="T52" fmla="*/ 538 w 552"/>
                <a:gd name="T53" fmla="*/ 119 h 536"/>
                <a:gd name="T54" fmla="*/ 541 w 552"/>
                <a:gd name="T55" fmla="*/ 157 h 536"/>
                <a:gd name="T56" fmla="*/ 538 w 552"/>
                <a:gd name="T57" fmla="*/ 194 h 536"/>
                <a:gd name="T58" fmla="*/ 529 w 552"/>
                <a:gd name="T59" fmla="*/ 225 h 536"/>
                <a:gd name="T60" fmla="*/ 513 w 552"/>
                <a:gd name="T61" fmla="*/ 252 h 536"/>
                <a:gd name="T62" fmla="*/ 494 w 552"/>
                <a:gd name="T63" fmla="*/ 272 h 536"/>
                <a:gd name="T64" fmla="*/ 473 w 552"/>
                <a:gd name="T65" fmla="*/ 290 h 536"/>
                <a:gd name="T66" fmla="*/ 447 w 552"/>
                <a:gd name="T67" fmla="*/ 302 h 536"/>
                <a:gd name="T68" fmla="*/ 421 w 552"/>
                <a:gd name="T69" fmla="*/ 311 h 536"/>
                <a:gd name="T70" fmla="*/ 393 w 552"/>
                <a:gd name="T71" fmla="*/ 314 h 536"/>
                <a:gd name="T72" fmla="*/ 384 w 552"/>
                <a:gd name="T73" fmla="*/ 314 h 536"/>
                <a:gd name="T74" fmla="*/ 552 w 552"/>
                <a:gd name="T75" fmla="*/ 536 h 536"/>
                <a:gd name="T76" fmla="*/ 431 w 552"/>
                <a:gd name="T77" fmla="*/ 536 h 536"/>
                <a:gd name="T78" fmla="*/ 274 w 552"/>
                <a:gd name="T79" fmla="*/ 323 h 536"/>
                <a:gd name="T80" fmla="*/ 274 w 552"/>
                <a:gd name="T81" fmla="*/ 321 h 536"/>
                <a:gd name="T82" fmla="*/ 98 w 552"/>
                <a:gd name="T83" fmla="*/ 321 h 536"/>
                <a:gd name="T84" fmla="*/ 98 w 552"/>
                <a:gd name="T85" fmla="*/ 536 h 536"/>
                <a:gd name="T86" fmla="*/ 0 w 552"/>
                <a:gd name="T87" fmla="*/ 536 h 536"/>
                <a:gd name="T88" fmla="*/ 0 w 552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2" h="536">
                  <a:moveTo>
                    <a:pt x="98" y="79"/>
                  </a:moveTo>
                  <a:lnTo>
                    <a:pt x="98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4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4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8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61" y="19"/>
                  </a:lnTo>
                  <a:lnTo>
                    <a:pt x="490" y="37"/>
                  </a:lnTo>
                  <a:lnTo>
                    <a:pt x="513" y="58"/>
                  </a:lnTo>
                  <a:lnTo>
                    <a:pt x="529" y="86"/>
                  </a:lnTo>
                  <a:lnTo>
                    <a:pt x="538" y="119"/>
                  </a:lnTo>
                  <a:lnTo>
                    <a:pt x="541" y="157"/>
                  </a:lnTo>
                  <a:lnTo>
                    <a:pt x="538" y="194"/>
                  </a:lnTo>
                  <a:lnTo>
                    <a:pt x="529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3" y="290"/>
                  </a:lnTo>
                  <a:lnTo>
                    <a:pt x="447" y="302"/>
                  </a:lnTo>
                  <a:lnTo>
                    <a:pt x="421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2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4" y="321"/>
                  </a:lnTo>
                  <a:lnTo>
                    <a:pt x="98" y="321"/>
                  </a:lnTo>
                  <a:lnTo>
                    <a:pt x="9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 dirty="0"/>
            </a:p>
          </p:txBody>
        </p:sp>
        <p:sp>
          <p:nvSpPr>
            <p:cNvPr id="12" name="Freeform 7"/>
            <p:cNvSpPr>
              <a:spLocks/>
            </p:cNvSpPr>
            <p:nvPr userDrawn="1"/>
          </p:nvSpPr>
          <p:spPr bwMode="auto">
            <a:xfrm>
              <a:off x="3467172" y="5818063"/>
              <a:ext cx="462976" cy="508514"/>
            </a:xfrm>
            <a:custGeom>
              <a:avLst/>
              <a:gdLst>
                <a:gd name="T0" fmla="*/ 0 w 488"/>
                <a:gd name="T1" fmla="*/ 0 h 536"/>
                <a:gd name="T2" fmla="*/ 440 w 488"/>
                <a:gd name="T3" fmla="*/ 0 h 536"/>
                <a:gd name="T4" fmla="*/ 455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5 w 488"/>
                <a:gd name="T17" fmla="*/ 79 h 536"/>
                <a:gd name="T18" fmla="*/ 440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54 w 488"/>
                <a:gd name="T25" fmla="*/ 218 h 536"/>
                <a:gd name="T26" fmla="*/ 370 w 488"/>
                <a:gd name="T27" fmla="*/ 222 h 536"/>
                <a:gd name="T28" fmla="*/ 384 w 488"/>
                <a:gd name="T29" fmla="*/ 231 h 536"/>
                <a:gd name="T30" fmla="*/ 392 w 488"/>
                <a:gd name="T31" fmla="*/ 243 h 536"/>
                <a:gd name="T32" fmla="*/ 396 w 488"/>
                <a:gd name="T33" fmla="*/ 259 h 536"/>
                <a:gd name="T34" fmla="*/ 392 w 488"/>
                <a:gd name="T35" fmla="*/ 276 h 536"/>
                <a:gd name="T36" fmla="*/ 384 w 488"/>
                <a:gd name="T37" fmla="*/ 288 h 536"/>
                <a:gd name="T38" fmla="*/ 370 w 488"/>
                <a:gd name="T39" fmla="*/ 297 h 536"/>
                <a:gd name="T40" fmla="*/ 354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8 w 488"/>
                <a:gd name="T47" fmla="*/ 454 h 536"/>
                <a:gd name="T48" fmla="*/ 464 w 488"/>
                <a:gd name="T49" fmla="*/ 457 h 536"/>
                <a:gd name="T50" fmla="*/ 478 w 488"/>
                <a:gd name="T51" fmla="*/ 466 h 536"/>
                <a:gd name="T52" fmla="*/ 487 w 488"/>
                <a:gd name="T53" fmla="*/ 478 h 536"/>
                <a:gd name="T54" fmla="*/ 488 w 488"/>
                <a:gd name="T55" fmla="*/ 494 h 536"/>
                <a:gd name="T56" fmla="*/ 487 w 488"/>
                <a:gd name="T57" fmla="*/ 512 h 536"/>
                <a:gd name="T58" fmla="*/ 478 w 488"/>
                <a:gd name="T59" fmla="*/ 524 h 536"/>
                <a:gd name="T60" fmla="*/ 464 w 488"/>
                <a:gd name="T61" fmla="*/ 533 h 536"/>
                <a:gd name="T62" fmla="*/ 448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40" y="0"/>
                  </a:lnTo>
                  <a:lnTo>
                    <a:pt x="455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5" y="79"/>
                  </a:lnTo>
                  <a:lnTo>
                    <a:pt x="440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54" y="218"/>
                  </a:lnTo>
                  <a:lnTo>
                    <a:pt x="370" y="222"/>
                  </a:lnTo>
                  <a:lnTo>
                    <a:pt x="384" y="231"/>
                  </a:lnTo>
                  <a:lnTo>
                    <a:pt x="392" y="243"/>
                  </a:lnTo>
                  <a:lnTo>
                    <a:pt x="396" y="259"/>
                  </a:lnTo>
                  <a:lnTo>
                    <a:pt x="392" y="276"/>
                  </a:lnTo>
                  <a:lnTo>
                    <a:pt x="384" y="288"/>
                  </a:lnTo>
                  <a:lnTo>
                    <a:pt x="370" y="297"/>
                  </a:lnTo>
                  <a:lnTo>
                    <a:pt x="354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8" y="454"/>
                  </a:lnTo>
                  <a:lnTo>
                    <a:pt x="464" y="457"/>
                  </a:lnTo>
                  <a:lnTo>
                    <a:pt x="478" y="466"/>
                  </a:lnTo>
                  <a:lnTo>
                    <a:pt x="487" y="478"/>
                  </a:lnTo>
                  <a:lnTo>
                    <a:pt x="488" y="494"/>
                  </a:lnTo>
                  <a:lnTo>
                    <a:pt x="487" y="512"/>
                  </a:lnTo>
                  <a:lnTo>
                    <a:pt x="478" y="524"/>
                  </a:lnTo>
                  <a:lnTo>
                    <a:pt x="464" y="533"/>
                  </a:lnTo>
                  <a:lnTo>
                    <a:pt x="44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 dirty="0"/>
            </a:p>
          </p:txBody>
        </p:sp>
        <p:sp>
          <p:nvSpPr>
            <p:cNvPr id="13" name="Freeform 8"/>
            <p:cNvSpPr>
              <a:spLocks/>
            </p:cNvSpPr>
            <p:nvPr userDrawn="1"/>
          </p:nvSpPr>
          <p:spPr bwMode="auto">
            <a:xfrm>
              <a:off x="4041148" y="5818063"/>
              <a:ext cx="541720" cy="508514"/>
            </a:xfrm>
            <a:custGeom>
              <a:avLst/>
              <a:gdLst>
                <a:gd name="T0" fmla="*/ 48 w 571"/>
                <a:gd name="T1" fmla="*/ 0 h 536"/>
                <a:gd name="T2" fmla="*/ 65 w 571"/>
                <a:gd name="T3" fmla="*/ 4 h 536"/>
                <a:gd name="T4" fmla="*/ 79 w 571"/>
                <a:gd name="T5" fmla="*/ 12 h 536"/>
                <a:gd name="T6" fmla="*/ 89 w 571"/>
                <a:gd name="T7" fmla="*/ 26 h 536"/>
                <a:gd name="T8" fmla="*/ 280 w 571"/>
                <a:gd name="T9" fmla="*/ 431 h 536"/>
                <a:gd name="T10" fmla="*/ 285 w 571"/>
                <a:gd name="T11" fmla="*/ 440 h 536"/>
                <a:gd name="T12" fmla="*/ 484 w 571"/>
                <a:gd name="T13" fmla="*/ 26 h 536"/>
                <a:gd name="T14" fmla="*/ 494 w 571"/>
                <a:gd name="T15" fmla="*/ 12 h 536"/>
                <a:gd name="T16" fmla="*/ 508 w 571"/>
                <a:gd name="T17" fmla="*/ 2 h 536"/>
                <a:gd name="T18" fmla="*/ 526 w 571"/>
                <a:gd name="T19" fmla="*/ 0 h 536"/>
                <a:gd name="T20" fmla="*/ 541 w 571"/>
                <a:gd name="T21" fmla="*/ 2 h 536"/>
                <a:gd name="T22" fmla="*/ 554 w 571"/>
                <a:gd name="T23" fmla="*/ 9 h 536"/>
                <a:gd name="T24" fmla="*/ 564 w 571"/>
                <a:gd name="T25" fmla="*/ 21 h 536"/>
                <a:gd name="T26" fmla="*/ 571 w 571"/>
                <a:gd name="T27" fmla="*/ 35 h 536"/>
                <a:gd name="T28" fmla="*/ 571 w 571"/>
                <a:gd name="T29" fmla="*/ 51 h 536"/>
                <a:gd name="T30" fmla="*/ 568 w 571"/>
                <a:gd name="T31" fmla="*/ 67 h 536"/>
                <a:gd name="T32" fmla="*/ 337 w 571"/>
                <a:gd name="T33" fmla="*/ 536 h 536"/>
                <a:gd name="T34" fmla="*/ 233 w 571"/>
                <a:gd name="T35" fmla="*/ 536 h 536"/>
                <a:gd name="T36" fmla="*/ 6 w 571"/>
                <a:gd name="T37" fmla="*/ 67 h 536"/>
                <a:gd name="T38" fmla="*/ 0 w 571"/>
                <a:gd name="T39" fmla="*/ 51 h 536"/>
                <a:gd name="T40" fmla="*/ 2 w 571"/>
                <a:gd name="T41" fmla="*/ 35 h 536"/>
                <a:gd name="T42" fmla="*/ 7 w 571"/>
                <a:gd name="T43" fmla="*/ 21 h 536"/>
                <a:gd name="T44" fmla="*/ 18 w 571"/>
                <a:gd name="T45" fmla="*/ 9 h 536"/>
                <a:gd name="T46" fmla="*/ 32 w 571"/>
                <a:gd name="T47" fmla="*/ 2 h 536"/>
                <a:gd name="T48" fmla="*/ 48 w 571"/>
                <a:gd name="T4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571" h="536">
                  <a:moveTo>
                    <a:pt x="48" y="0"/>
                  </a:moveTo>
                  <a:lnTo>
                    <a:pt x="65" y="4"/>
                  </a:lnTo>
                  <a:lnTo>
                    <a:pt x="79" y="12"/>
                  </a:lnTo>
                  <a:lnTo>
                    <a:pt x="89" y="26"/>
                  </a:lnTo>
                  <a:lnTo>
                    <a:pt x="280" y="431"/>
                  </a:lnTo>
                  <a:lnTo>
                    <a:pt x="285" y="440"/>
                  </a:lnTo>
                  <a:lnTo>
                    <a:pt x="484" y="26"/>
                  </a:lnTo>
                  <a:lnTo>
                    <a:pt x="494" y="12"/>
                  </a:lnTo>
                  <a:lnTo>
                    <a:pt x="508" y="2"/>
                  </a:lnTo>
                  <a:lnTo>
                    <a:pt x="526" y="0"/>
                  </a:lnTo>
                  <a:lnTo>
                    <a:pt x="541" y="2"/>
                  </a:lnTo>
                  <a:lnTo>
                    <a:pt x="554" y="9"/>
                  </a:lnTo>
                  <a:lnTo>
                    <a:pt x="564" y="21"/>
                  </a:lnTo>
                  <a:lnTo>
                    <a:pt x="571" y="35"/>
                  </a:lnTo>
                  <a:lnTo>
                    <a:pt x="571" y="51"/>
                  </a:lnTo>
                  <a:lnTo>
                    <a:pt x="568" y="67"/>
                  </a:lnTo>
                  <a:lnTo>
                    <a:pt x="337" y="536"/>
                  </a:lnTo>
                  <a:lnTo>
                    <a:pt x="233" y="536"/>
                  </a:lnTo>
                  <a:lnTo>
                    <a:pt x="6" y="67"/>
                  </a:lnTo>
                  <a:lnTo>
                    <a:pt x="0" y="51"/>
                  </a:lnTo>
                  <a:lnTo>
                    <a:pt x="2" y="35"/>
                  </a:lnTo>
                  <a:lnTo>
                    <a:pt x="7" y="21"/>
                  </a:lnTo>
                  <a:lnTo>
                    <a:pt x="18" y="9"/>
                  </a:lnTo>
                  <a:lnTo>
                    <a:pt x="32" y="2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 dirty="0"/>
            </a:p>
          </p:txBody>
        </p:sp>
        <p:sp>
          <p:nvSpPr>
            <p:cNvPr id="14" name="Freeform 9"/>
            <p:cNvSpPr>
              <a:spLocks noEditPoints="1"/>
            </p:cNvSpPr>
            <p:nvPr userDrawn="1"/>
          </p:nvSpPr>
          <p:spPr bwMode="auto">
            <a:xfrm>
              <a:off x="4582868" y="5818063"/>
              <a:ext cx="608130" cy="508514"/>
            </a:xfrm>
            <a:custGeom>
              <a:avLst/>
              <a:gdLst>
                <a:gd name="T0" fmla="*/ 321 w 641"/>
                <a:gd name="T1" fmla="*/ 70 h 536"/>
                <a:gd name="T2" fmla="*/ 201 w 641"/>
                <a:gd name="T3" fmla="*/ 328 h 536"/>
                <a:gd name="T4" fmla="*/ 443 w 641"/>
                <a:gd name="T5" fmla="*/ 328 h 536"/>
                <a:gd name="T6" fmla="*/ 321 w 641"/>
                <a:gd name="T7" fmla="*/ 70 h 536"/>
                <a:gd name="T8" fmla="*/ 264 w 641"/>
                <a:gd name="T9" fmla="*/ 0 h 536"/>
                <a:gd name="T10" fmla="*/ 381 w 641"/>
                <a:gd name="T11" fmla="*/ 0 h 536"/>
                <a:gd name="T12" fmla="*/ 641 w 641"/>
                <a:gd name="T13" fmla="*/ 536 h 536"/>
                <a:gd name="T14" fmla="*/ 538 w 641"/>
                <a:gd name="T15" fmla="*/ 536 h 536"/>
                <a:gd name="T16" fmla="*/ 482 w 641"/>
                <a:gd name="T17" fmla="*/ 414 h 536"/>
                <a:gd name="T18" fmla="*/ 480 w 641"/>
                <a:gd name="T19" fmla="*/ 410 h 536"/>
                <a:gd name="T20" fmla="*/ 161 w 641"/>
                <a:gd name="T21" fmla="*/ 410 h 536"/>
                <a:gd name="T22" fmla="*/ 103 w 641"/>
                <a:gd name="T23" fmla="*/ 536 h 536"/>
                <a:gd name="T24" fmla="*/ 0 w 641"/>
                <a:gd name="T25" fmla="*/ 536 h 536"/>
                <a:gd name="T26" fmla="*/ 264 w 641"/>
                <a:gd name="T2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1" h="536">
                  <a:moveTo>
                    <a:pt x="321" y="70"/>
                  </a:moveTo>
                  <a:lnTo>
                    <a:pt x="201" y="328"/>
                  </a:lnTo>
                  <a:lnTo>
                    <a:pt x="443" y="328"/>
                  </a:lnTo>
                  <a:lnTo>
                    <a:pt x="321" y="70"/>
                  </a:lnTo>
                  <a:close/>
                  <a:moveTo>
                    <a:pt x="264" y="0"/>
                  </a:moveTo>
                  <a:lnTo>
                    <a:pt x="381" y="0"/>
                  </a:lnTo>
                  <a:lnTo>
                    <a:pt x="641" y="536"/>
                  </a:lnTo>
                  <a:lnTo>
                    <a:pt x="538" y="536"/>
                  </a:lnTo>
                  <a:lnTo>
                    <a:pt x="482" y="414"/>
                  </a:lnTo>
                  <a:lnTo>
                    <a:pt x="480" y="410"/>
                  </a:lnTo>
                  <a:lnTo>
                    <a:pt x="161" y="410"/>
                  </a:lnTo>
                  <a:lnTo>
                    <a:pt x="103" y="536"/>
                  </a:lnTo>
                  <a:lnTo>
                    <a:pt x="0" y="536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 dirty="0"/>
            </a:p>
          </p:txBody>
        </p:sp>
        <p:sp>
          <p:nvSpPr>
            <p:cNvPr id="15" name="Freeform 10"/>
            <p:cNvSpPr>
              <a:spLocks/>
            </p:cNvSpPr>
            <p:nvPr userDrawn="1"/>
          </p:nvSpPr>
          <p:spPr bwMode="auto">
            <a:xfrm>
              <a:off x="5169177" y="5818063"/>
              <a:ext cx="555002" cy="508514"/>
            </a:xfrm>
            <a:custGeom>
              <a:avLst/>
              <a:gdLst>
                <a:gd name="T0" fmla="*/ 42 w 585"/>
                <a:gd name="T1" fmla="*/ 0 h 536"/>
                <a:gd name="T2" fmla="*/ 545 w 585"/>
                <a:gd name="T3" fmla="*/ 0 h 536"/>
                <a:gd name="T4" fmla="*/ 560 w 585"/>
                <a:gd name="T5" fmla="*/ 2 h 536"/>
                <a:gd name="T6" fmla="*/ 574 w 585"/>
                <a:gd name="T7" fmla="*/ 12 h 536"/>
                <a:gd name="T8" fmla="*/ 583 w 585"/>
                <a:gd name="T9" fmla="*/ 25 h 536"/>
                <a:gd name="T10" fmla="*/ 585 w 585"/>
                <a:gd name="T11" fmla="*/ 40 h 536"/>
                <a:gd name="T12" fmla="*/ 583 w 585"/>
                <a:gd name="T13" fmla="*/ 56 h 536"/>
                <a:gd name="T14" fmla="*/ 574 w 585"/>
                <a:gd name="T15" fmla="*/ 70 h 536"/>
                <a:gd name="T16" fmla="*/ 560 w 585"/>
                <a:gd name="T17" fmla="*/ 79 h 536"/>
                <a:gd name="T18" fmla="*/ 545 w 585"/>
                <a:gd name="T19" fmla="*/ 82 h 536"/>
                <a:gd name="T20" fmla="*/ 342 w 585"/>
                <a:gd name="T21" fmla="*/ 82 h 536"/>
                <a:gd name="T22" fmla="*/ 342 w 585"/>
                <a:gd name="T23" fmla="*/ 536 h 536"/>
                <a:gd name="T24" fmla="*/ 244 w 585"/>
                <a:gd name="T25" fmla="*/ 536 h 536"/>
                <a:gd name="T26" fmla="*/ 244 w 585"/>
                <a:gd name="T27" fmla="*/ 82 h 536"/>
                <a:gd name="T28" fmla="*/ 42 w 585"/>
                <a:gd name="T29" fmla="*/ 82 h 536"/>
                <a:gd name="T30" fmla="*/ 26 w 585"/>
                <a:gd name="T31" fmla="*/ 79 h 536"/>
                <a:gd name="T32" fmla="*/ 12 w 585"/>
                <a:gd name="T33" fmla="*/ 70 h 536"/>
                <a:gd name="T34" fmla="*/ 4 w 585"/>
                <a:gd name="T35" fmla="*/ 56 h 536"/>
                <a:gd name="T36" fmla="*/ 0 w 585"/>
                <a:gd name="T37" fmla="*/ 40 h 536"/>
                <a:gd name="T38" fmla="*/ 4 w 585"/>
                <a:gd name="T39" fmla="*/ 25 h 536"/>
                <a:gd name="T40" fmla="*/ 12 w 585"/>
                <a:gd name="T41" fmla="*/ 12 h 536"/>
                <a:gd name="T42" fmla="*/ 26 w 585"/>
                <a:gd name="T43" fmla="*/ 2 h 536"/>
                <a:gd name="T44" fmla="*/ 42 w 585"/>
                <a:gd name="T45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585" h="536">
                  <a:moveTo>
                    <a:pt x="42" y="0"/>
                  </a:moveTo>
                  <a:lnTo>
                    <a:pt x="545" y="0"/>
                  </a:lnTo>
                  <a:lnTo>
                    <a:pt x="560" y="2"/>
                  </a:lnTo>
                  <a:lnTo>
                    <a:pt x="574" y="12"/>
                  </a:lnTo>
                  <a:lnTo>
                    <a:pt x="583" y="25"/>
                  </a:lnTo>
                  <a:lnTo>
                    <a:pt x="585" y="40"/>
                  </a:lnTo>
                  <a:lnTo>
                    <a:pt x="583" y="56"/>
                  </a:lnTo>
                  <a:lnTo>
                    <a:pt x="574" y="70"/>
                  </a:lnTo>
                  <a:lnTo>
                    <a:pt x="560" y="79"/>
                  </a:lnTo>
                  <a:lnTo>
                    <a:pt x="545" y="82"/>
                  </a:lnTo>
                  <a:lnTo>
                    <a:pt x="342" y="82"/>
                  </a:lnTo>
                  <a:lnTo>
                    <a:pt x="342" y="536"/>
                  </a:lnTo>
                  <a:lnTo>
                    <a:pt x="244" y="536"/>
                  </a:lnTo>
                  <a:lnTo>
                    <a:pt x="244" y="82"/>
                  </a:lnTo>
                  <a:lnTo>
                    <a:pt x="42" y="82"/>
                  </a:lnTo>
                  <a:lnTo>
                    <a:pt x="26" y="79"/>
                  </a:lnTo>
                  <a:lnTo>
                    <a:pt x="12" y="70"/>
                  </a:lnTo>
                  <a:lnTo>
                    <a:pt x="4" y="56"/>
                  </a:lnTo>
                  <a:lnTo>
                    <a:pt x="0" y="40"/>
                  </a:lnTo>
                  <a:lnTo>
                    <a:pt x="4" y="25"/>
                  </a:lnTo>
                  <a:lnTo>
                    <a:pt x="12" y="12"/>
                  </a:lnTo>
                  <a:lnTo>
                    <a:pt x="26" y="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 dirty="0"/>
            </a:p>
          </p:txBody>
        </p:sp>
        <p:sp>
          <p:nvSpPr>
            <p:cNvPr id="16" name="Freeform 11"/>
            <p:cNvSpPr>
              <a:spLocks/>
            </p:cNvSpPr>
            <p:nvPr userDrawn="1"/>
          </p:nvSpPr>
          <p:spPr bwMode="auto">
            <a:xfrm>
              <a:off x="5831384" y="5818063"/>
              <a:ext cx="541720" cy="521796"/>
            </a:xfrm>
            <a:custGeom>
              <a:avLst/>
              <a:gdLst>
                <a:gd name="T0" fmla="*/ 49 w 571"/>
                <a:gd name="T1" fmla="*/ 0 h 550"/>
                <a:gd name="T2" fmla="*/ 68 w 571"/>
                <a:gd name="T3" fmla="*/ 4 h 550"/>
                <a:gd name="T4" fmla="*/ 84 w 571"/>
                <a:gd name="T5" fmla="*/ 14 h 550"/>
                <a:gd name="T6" fmla="*/ 94 w 571"/>
                <a:gd name="T7" fmla="*/ 30 h 550"/>
                <a:gd name="T8" fmla="*/ 98 w 571"/>
                <a:gd name="T9" fmla="*/ 49 h 550"/>
                <a:gd name="T10" fmla="*/ 98 w 571"/>
                <a:gd name="T11" fmla="*/ 299 h 550"/>
                <a:gd name="T12" fmla="*/ 98 w 571"/>
                <a:gd name="T13" fmla="*/ 320 h 550"/>
                <a:gd name="T14" fmla="*/ 101 w 571"/>
                <a:gd name="T15" fmla="*/ 342 h 550"/>
                <a:gd name="T16" fmla="*/ 105 w 571"/>
                <a:gd name="T17" fmla="*/ 363 h 550"/>
                <a:gd name="T18" fmla="*/ 112 w 571"/>
                <a:gd name="T19" fmla="*/ 384 h 550"/>
                <a:gd name="T20" fmla="*/ 122 w 571"/>
                <a:gd name="T21" fmla="*/ 403 h 550"/>
                <a:gd name="T22" fmla="*/ 136 w 571"/>
                <a:gd name="T23" fmla="*/ 421 h 550"/>
                <a:gd name="T24" fmla="*/ 156 w 571"/>
                <a:gd name="T25" fmla="*/ 437 h 550"/>
                <a:gd name="T26" fmla="*/ 180 w 571"/>
                <a:gd name="T27" fmla="*/ 449 h 550"/>
                <a:gd name="T28" fmla="*/ 208 w 571"/>
                <a:gd name="T29" fmla="*/ 459 h 550"/>
                <a:gd name="T30" fmla="*/ 245 w 571"/>
                <a:gd name="T31" fmla="*/ 464 h 550"/>
                <a:gd name="T32" fmla="*/ 286 w 571"/>
                <a:gd name="T33" fmla="*/ 466 h 550"/>
                <a:gd name="T34" fmla="*/ 328 w 571"/>
                <a:gd name="T35" fmla="*/ 464 h 550"/>
                <a:gd name="T36" fmla="*/ 363 w 571"/>
                <a:gd name="T37" fmla="*/ 459 h 550"/>
                <a:gd name="T38" fmla="*/ 391 w 571"/>
                <a:gd name="T39" fmla="*/ 449 h 550"/>
                <a:gd name="T40" fmla="*/ 416 w 571"/>
                <a:gd name="T41" fmla="*/ 437 h 550"/>
                <a:gd name="T42" fmla="*/ 435 w 571"/>
                <a:gd name="T43" fmla="*/ 421 h 550"/>
                <a:gd name="T44" fmla="*/ 449 w 571"/>
                <a:gd name="T45" fmla="*/ 403 h 550"/>
                <a:gd name="T46" fmla="*/ 459 w 571"/>
                <a:gd name="T47" fmla="*/ 384 h 550"/>
                <a:gd name="T48" fmla="*/ 466 w 571"/>
                <a:gd name="T49" fmla="*/ 363 h 550"/>
                <a:gd name="T50" fmla="*/ 470 w 571"/>
                <a:gd name="T51" fmla="*/ 342 h 550"/>
                <a:gd name="T52" fmla="*/ 473 w 571"/>
                <a:gd name="T53" fmla="*/ 320 h 550"/>
                <a:gd name="T54" fmla="*/ 473 w 571"/>
                <a:gd name="T55" fmla="*/ 299 h 550"/>
                <a:gd name="T56" fmla="*/ 473 w 571"/>
                <a:gd name="T57" fmla="*/ 49 h 550"/>
                <a:gd name="T58" fmla="*/ 477 w 571"/>
                <a:gd name="T59" fmla="*/ 30 h 550"/>
                <a:gd name="T60" fmla="*/ 487 w 571"/>
                <a:gd name="T61" fmla="*/ 14 h 550"/>
                <a:gd name="T62" fmla="*/ 503 w 571"/>
                <a:gd name="T63" fmla="*/ 4 h 550"/>
                <a:gd name="T64" fmla="*/ 522 w 571"/>
                <a:gd name="T65" fmla="*/ 0 h 550"/>
                <a:gd name="T66" fmla="*/ 541 w 571"/>
                <a:gd name="T67" fmla="*/ 4 h 550"/>
                <a:gd name="T68" fmla="*/ 557 w 571"/>
                <a:gd name="T69" fmla="*/ 14 h 550"/>
                <a:gd name="T70" fmla="*/ 567 w 571"/>
                <a:gd name="T71" fmla="*/ 30 h 550"/>
                <a:gd name="T72" fmla="*/ 571 w 571"/>
                <a:gd name="T73" fmla="*/ 49 h 550"/>
                <a:gd name="T74" fmla="*/ 571 w 571"/>
                <a:gd name="T75" fmla="*/ 306 h 550"/>
                <a:gd name="T76" fmla="*/ 567 w 571"/>
                <a:gd name="T77" fmla="*/ 358 h 550"/>
                <a:gd name="T78" fmla="*/ 557 w 571"/>
                <a:gd name="T79" fmla="*/ 402 h 550"/>
                <a:gd name="T80" fmla="*/ 540 w 571"/>
                <a:gd name="T81" fmla="*/ 442 h 550"/>
                <a:gd name="T82" fmla="*/ 513 w 571"/>
                <a:gd name="T83" fmla="*/ 475 h 550"/>
                <a:gd name="T84" fmla="*/ 482 w 571"/>
                <a:gd name="T85" fmla="*/ 501 h 550"/>
                <a:gd name="T86" fmla="*/ 444 w 571"/>
                <a:gd name="T87" fmla="*/ 522 h 550"/>
                <a:gd name="T88" fmla="*/ 398 w 571"/>
                <a:gd name="T89" fmla="*/ 538 h 550"/>
                <a:gd name="T90" fmla="*/ 346 w 571"/>
                <a:gd name="T91" fmla="*/ 547 h 550"/>
                <a:gd name="T92" fmla="*/ 286 w 571"/>
                <a:gd name="T93" fmla="*/ 550 h 550"/>
                <a:gd name="T94" fmla="*/ 225 w 571"/>
                <a:gd name="T95" fmla="*/ 547 h 550"/>
                <a:gd name="T96" fmla="*/ 173 w 571"/>
                <a:gd name="T97" fmla="*/ 538 h 550"/>
                <a:gd name="T98" fmla="*/ 128 w 571"/>
                <a:gd name="T99" fmla="*/ 522 h 550"/>
                <a:gd name="T100" fmla="*/ 89 w 571"/>
                <a:gd name="T101" fmla="*/ 501 h 550"/>
                <a:gd name="T102" fmla="*/ 58 w 571"/>
                <a:gd name="T103" fmla="*/ 475 h 550"/>
                <a:gd name="T104" fmla="*/ 32 w 571"/>
                <a:gd name="T105" fmla="*/ 442 h 550"/>
                <a:gd name="T106" fmla="*/ 14 w 571"/>
                <a:gd name="T107" fmla="*/ 402 h 550"/>
                <a:gd name="T108" fmla="*/ 4 w 571"/>
                <a:gd name="T109" fmla="*/ 358 h 550"/>
                <a:gd name="T110" fmla="*/ 0 w 571"/>
                <a:gd name="T111" fmla="*/ 306 h 550"/>
                <a:gd name="T112" fmla="*/ 0 w 571"/>
                <a:gd name="T113" fmla="*/ 49 h 550"/>
                <a:gd name="T114" fmla="*/ 4 w 571"/>
                <a:gd name="T115" fmla="*/ 30 h 550"/>
                <a:gd name="T116" fmla="*/ 14 w 571"/>
                <a:gd name="T117" fmla="*/ 14 h 550"/>
                <a:gd name="T118" fmla="*/ 30 w 571"/>
                <a:gd name="T119" fmla="*/ 4 h 550"/>
                <a:gd name="T120" fmla="*/ 49 w 571"/>
                <a:gd name="T121" fmla="*/ 0 h 5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71" h="550">
                  <a:moveTo>
                    <a:pt x="49" y="0"/>
                  </a:moveTo>
                  <a:lnTo>
                    <a:pt x="68" y="4"/>
                  </a:lnTo>
                  <a:lnTo>
                    <a:pt x="84" y="14"/>
                  </a:lnTo>
                  <a:lnTo>
                    <a:pt x="94" y="30"/>
                  </a:lnTo>
                  <a:lnTo>
                    <a:pt x="98" y="49"/>
                  </a:lnTo>
                  <a:lnTo>
                    <a:pt x="98" y="299"/>
                  </a:lnTo>
                  <a:lnTo>
                    <a:pt x="98" y="320"/>
                  </a:lnTo>
                  <a:lnTo>
                    <a:pt x="101" y="342"/>
                  </a:lnTo>
                  <a:lnTo>
                    <a:pt x="105" y="363"/>
                  </a:lnTo>
                  <a:lnTo>
                    <a:pt x="112" y="384"/>
                  </a:lnTo>
                  <a:lnTo>
                    <a:pt x="122" y="403"/>
                  </a:lnTo>
                  <a:lnTo>
                    <a:pt x="136" y="421"/>
                  </a:lnTo>
                  <a:lnTo>
                    <a:pt x="156" y="437"/>
                  </a:lnTo>
                  <a:lnTo>
                    <a:pt x="180" y="449"/>
                  </a:lnTo>
                  <a:lnTo>
                    <a:pt x="208" y="459"/>
                  </a:lnTo>
                  <a:lnTo>
                    <a:pt x="245" y="464"/>
                  </a:lnTo>
                  <a:lnTo>
                    <a:pt x="286" y="466"/>
                  </a:lnTo>
                  <a:lnTo>
                    <a:pt x="328" y="464"/>
                  </a:lnTo>
                  <a:lnTo>
                    <a:pt x="363" y="459"/>
                  </a:lnTo>
                  <a:lnTo>
                    <a:pt x="391" y="449"/>
                  </a:lnTo>
                  <a:lnTo>
                    <a:pt x="416" y="437"/>
                  </a:lnTo>
                  <a:lnTo>
                    <a:pt x="435" y="421"/>
                  </a:lnTo>
                  <a:lnTo>
                    <a:pt x="449" y="403"/>
                  </a:lnTo>
                  <a:lnTo>
                    <a:pt x="459" y="384"/>
                  </a:lnTo>
                  <a:lnTo>
                    <a:pt x="466" y="363"/>
                  </a:lnTo>
                  <a:lnTo>
                    <a:pt x="470" y="342"/>
                  </a:lnTo>
                  <a:lnTo>
                    <a:pt x="473" y="320"/>
                  </a:lnTo>
                  <a:lnTo>
                    <a:pt x="473" y="299"/>
                  </a:lnTo>
                  <a:lnTo>
                    <a:pt x="473" y="49"/>
                  </a:lnTo>
                  <a:lnTo>
                    <a:pt x="477" y="30"/>
                  </a:lnTo>
                  <a:lnTo>
                    <a:pt x="487" y="14"/>
                  </a:lnTo>
                  <a:lnTo>
                    <a:pt x="503" y="4"/>
                  </a:lnTo>
                  <a:lnTo>
                    <a:pt x="522" y="0"/>
                  </a:lnTo>
                  <a:lnTo>
                    <a:pt x="541" y="4"/>
                  </a:lnTo>
                  <a:lnTo>
                    <a:pt x="557" y="14"/>
                  </a:lnTo>
                  <a:lnTo>
                    <a:pt x="567" y="30"/>
                  </a:lnTo>
                  <a:lnTo>
                    <a:pt x="571" y="49"/>
                  </a:lnTo>
                  <a:lnTo>
                    <a:pt x="571" y="306"/>
                  </a:lnTo>
                  <a:lnTo>
                    <a:pt x="567" y="358"/>
                  </a:lnTo>
                  <a:lnTo>
                    <a:pt x="557" y="402"/>
                  </a:lnTo>
                  <a:lnTo>
                    <a:pt x="540" y="442"/>
                  </a:lnTo>
                  <a:lnTo>
                    <a:pt x="513" y="475"/>
                  </a:lnTo>
                  <a:lnTo>
                    <a:pt x="482" y="501"/>
                  </a:lnTo>
                  <a:lnTo>
                    <a:pt x="444" y="522"/>
                  </a:lnTo>
                  <a:lnTo>
                    <a:pt x="398" y="538"/>
                  </a:lnTo>
                  <a:lnTo>
                    <a:pt x="346" y="547"/>
                  </a:lnTo>
                  <a:lnTo>
                    <a:pt x="286" y="550"/>
                  </a:lnTo>
                  <a:lnTo>
                    <a:pt x="225" y="547"/>
                  </a:lnTo>
                  <a:lnTo>
                    <a:pt x="173" y="538"/>
                  </a:lnTo>
                  <a:lnTo>
                    <a:pt x="128" y="522"/>
                  </a:lnTo>
                  <a:lnTo>
                    <a:pt x="89" y="501"/>
                  </a:lnTo>
                  <a:lnTo>
                    <a:pt x="58" y="475"/>
                  </a:lnTo>
                  <a:lnTo>
                    <a:pt x="32" y="442"/>
                  </a:lnTo>
                  <a:lnTo>
                    <a:pt x="14" y="402"/>
                  </a:lnTo>
                  <a:lnTo>
                    <a:pt x="4" y="358"/>
                  </a:lnTo>
                  <a:lnTo>
                    <a:pt x="0" y="306"/>
                  </a:lnTo>
                  <a:lnTo>
                    <a:pt x="0" y="49"/>
                  </a:lnTo>
                  <a:lnTo>
                    <a:pt x="4" y="30"/>
                  </a:lnTo>
                  <a:lnTo>
                    <a:pt x="14" y="14"/>
                  </a:lnTo>
                  <a:lnTo>
                    <a:pt x="30" y="4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 dirty="0"/>
            </a:p>
          </p:txBody>
        </p:sp>
        <p:sp>
          <p:nvSpPr>
            <p:cNvPr id="17" name="Freeform 12"/>
            <p:cNvSpPr>
              <a:spLocks noEditPoints="1"/>
            </p:cNvSpPr>
            <p:nvPr userDrawn="1"/>
          </p:nvSpPr>
          <p:spPr bwMode="auto">
            <a:xfrm>
              <a:off x="6530592" y="5818063"/>
              <a:ext cx="521796" cy="508514"/>
            </a:xfrm>
            <a:custGeom>
              <a:avLst/>
              <a:gdLst>
                <a:gd name="T0" fmla="*/ 96 w 550"/>
                <a:gd name="T1" fmla="*/ 79 h 536"/>
                <a:gd name="T2" fmla="*/ 96 w 550"/>
                <a:gd name="T3" fmla="*/ 241 h 536"/>
                <a:gd name="T4" fmla="*/ 307 w 550"/>
                <a:gd name="T5" fmla="*/ 241 h 536"/>
                <a:gd name="T6" fmla="*/ 342 w 550"/>
                <a:gd name="T7" fmla="*/ 241 h 536"/>
                <a:gd name="T8" fmla="*/ 372 w 550"/>
                <a:gd name="T9" fmla="*/ 238 h 536"/>
                <a:gd name="T10" fmla="*/ 398 w 550"/>
                <a:gd name="T11" fmla="*/ 231 h 536"/>
                <a:gd name="T12" fmla="*/ 417 w 550"/>
                <a:gd name="T13" fmla="*/ 222 h 536"/>
                <a:gd name="T14" fmla="*/ 431 w 550"/>
                <a:gd name="T15" fmla="*/ 206 h 536"/>
                <a:gd name="T16" fmla="*/ 440 w 550"/>
                <a:gd name="T17" fmla="*/ 187 h 536"/>
                <a:gd name="T18" fmla="*/ 443 w 550"/>
                <a:gd name="T19" fmla="*/ 161 h 536"/>
                <a:gd name="T20" fmla="*/ 440 w 550"/>
                <a:gd name="T21" fmla="*/ 135 h 536"/>
                <a:gd name="T22" fmla="*/ 431 w 550"/>
                <a:gd name="T23" fmla="*/ 114 h 536"/>
                <a:gd name="T24" fmla="*/ 417 w 550"/>
                <a:gd name="T25" fmla="*/ 100 h 536"/>
                <a:gd name="T26" fmla="*/ 398 w 550"/>
                <a:gd name="T27" fmla="*/ 89 h 536"/>
                <a:gd name="T28" fmla="*/ 372 w 550"/>
                <a:gd name="T29" fmla="*/ 84 h 536"/>
                <a:gd name="T30" fmla="*/ 342 w 550"/>
                <a:gd name="T31" fmla="*/ 80 h 536"/>
                <a:gd name="T32" fmla="*/ 307 w 550"/>
                <a:gd name="T33" fmla="*/ 79 h 536"/>
                <a:gd name="T34" fmla="*/ 96 w 550"/>
                <a:gd name="T35" fmla="*/ 79 h 536"/>
                <a:gd name="T36" fmla="*/ 0 w 550"/>
                <a:gd name="T37" fmla="*/ 0 h 536"/>
                <a:gd name="T38" fmla="*/ 323 w 550"/>
                <a:gd name="T39" fmla="*/ 0 h 536"/>
                <a:gd name="T40" fmla="*/ 377 w 550"/>
                <a:gd name="T41" fmla="*/ 2 h 536"/>
                <a:gd name="T42" fmla="*/ 422 w 550"/>
                <a:gd name="T43" fmla="*/ 9 h 536"/>
                <a:gd name="T44" fmla="*/ 459 w 550"/>
                <a:gd name="T45" fmla="*/ 19 h 536"/>
                <a:gd name="T46" fmla="*/ 489 w 550"/>
                <a:gd name="T47" fmla="*/ 37 h 536"/>
                <a:gd name="T48" fmla="*/ 511 w 550"/>
                <a:gd name="T49" fmla="*/ 58 h 536"/>
                <a:gd name="T50" fmla="*/ 527 w 550"/>
                <a:gd name="T51" fmla="*/ 86 h 536"/>
                <a:gd name="T52" fmla="*/ 537 w 550"/>
                <a:gd name="T53" fmla="*/ 119 h 536"/>
                <a:gd name="T54" fmla="*/ 539 w 550"/>
                <a:gd name="T55" fmla="*/ 157 h 536"/>
                <a:gd name="T56" fmla="*/ 537 w 550"/>
                <a:gd name="T57" fmla="*/ 194 h 536"/>
                <a:gd name="T58" fmla="*/ 527 w 550"/>
                <a:gd name="T59" fmla="*/ 225 h 536"/>
                <a:gd name="T60" fmla="*/ 513 w 550"/>
                <a:gd name="T61" fmla="*/ 252 h 536"/>
                <a:gd name="T62" fmla="*/ 494 w 550"/>
                <a:gd name="T63" fmla="*/ 272 h 536"/>
                <a:gd name="T64" fmla="*/ 471 w 550"/>
                <a:gd name="T65" fmla="*/ 290 h 536"/>
                <a:gd name="T66" fmla="*/ 447 w 550"/>
                <a:gd name="T67" fmla="*/ 302 h 536"/>
                <a:gd name="T68" fmla="*/ 419 w 550"/>
                <a:gd name="T69" fmla="*/ 311 h 536"/>
                <a:gd name="T70" fmla="*/ 393 w 550"/>
                <a:gd name="T71" fmla="*/ 314 h 536"/>
                <a:gd name="T72" fmla="*/ 384 w 550"/>
                <a:gd name="T73" fmla="*/ 314 h 536"/>
                <a:gd name="T74" fmla="*/ 550 w 550"/>
                <a:gd name="T75" fmla="*/ 536 h 536"/>
                <a:gd name="T76" fmla="*/ 431 w 550"/>
                <a:gd name="T77" fmla="*/ 536 h 536"/>
                <a:gd name="T78" fmla="*/ 274 w 550"/>
                <a:gd name="T79" fmla="*/ 323 h 536"/>
                <a:gd name="T80" fmla="*/ 272 w 550"/>
                <a:gd name="T81" fmla="*/ 321 h 536"/>
                <a:gd name="T82" fmla="*/ 96 w 550"/>
                <a:gd name="T83" fmla="*/ 321 h 536"/>
                <a:gd name="T84" fmla="*/ 96 w 550"/>
                <a:gd name="T85" fmla="*/ 536 h 536"/>
                <a:gd name="T86" fmla="*/ 0 w 550"/>
                <a:gd name="T87" fmla="*/ 536 h 536"/>
                <a:gd name="T88" fmla="*/ 0 w 550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0" h="536">
                  <a:moveTo>
                    <a:pt x="96" y="79"/>
                  </a:moveTo>
                  <a:lnTo>
                    <a:pt x="96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2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2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6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59" y="19"/>
                  </a:lnTo>
                  <a:lnTo>
                    <a:pt x="489" y="37"/>
                  </a:lnTo>
                  <a:lnTo>
                    <a:pt x="511" y="58"/>
                  </a:lnTo>
                  <a:lnTo>
                    <a:pt x="527" y="86"/>
                  </a:lnTo>
                  <a:lnTo>
                    <a:pt x="537" y="119"/>
                  </a:lnTo>
                  <a:lnTo>
                    <a:pt x="539" y="157"/>
                  </a:lnTo>
                  <a:lnTo>
                    <a:pt x="537" y="194"/>
                  </a:lnTo>
                  <a:lnTo>
                    <a:pt x="527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1" y="290"/>
                  </a:lnTo>
                  <a:lnTo>
                    <a:pt x="447" y="302"/>
                  </a:lnTo>
                  <a:lnTo>
                    <a:pt x="419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0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2" y="321"/>
                  </a:lnTo>
                  <a:lnTo>
                    <a:pt x="96" y="321"/>
                  </a:lnTo>
                  <a:lnTo>
                    <a:pt x="9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 dirty="0"/>
            </a:p>
          </p:txBody>
        </p:sp>
        <p:sp>
          <p:nvSpPr>
            <p:cNvPr id="18" name="Freeform 13"/>
            <p:cNvSpPr>
              <a:spLocks/>
            </p:cNvSpPr>
            <p:nvPr userDrawn="1"/>
          </p:nvSpPr>
          <p:spPr bwMode="auto">
            <a:xfrm>
              <a:off x="7183312" y="5818063"/>
              <a:ext cx="462976" cy="508514"/>
            </a:xfrm>
            <a:custGeom>
              <a:avLst/>
              <a:gdLst>
                <a:gd name="T0" fmla="*/ 0 w 488"/>
                <a:gd name="T1" fmla="*/ 0 h 536"/>
                <a:gd name="T2" fmla="*/ 438 w 488"/>
                <a:gd name="T3" fmla="*/ 0 h 536"/>
                <a:gd name="T4" fmla="*/ 453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3 w 488"/>
                <a:gd name="T17" fmla="*/ 79 h 536"/>
                <a:gd name="T18" fmla="*/ 438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33 w 488"/>
                <a:gd name="T25" fmla="*/ 218 h 536"/>
                <a:gd name="T26" fmla="*/ 349 w 488"/>
                <a:gd name="T27" fmla="*/ 222 h 536"/>
                <a:gd name="T28" fmla="*/ 361 w 488"/>
                <a:gd name="T29" fmla="*/ 231 h 536"/>
                <a:gd name="T30" fmla="*/ 370 w 488"/>
                <a:gd name="T31" fmla="*/ 243 h 536"/>
                <a:gd name="T32" fmla="*/ 373 w 488"/>
                <a:gd name="T33" fmla="*/ 259 h 536"/>
                <a:gd name="T34" fmla="*/ 370 w 488"/>
                <a:gd name="T35" fmla="*/ 276 h 536"/>
                <a:gd name="T36" fmla="*/ 361 w 488"/>
                <a:gd name="T37" fmla="*/ 288 h 536"/>
                <a:gd name="T38" fmla="*/ 349 w 488"/>
                <a:gd name="T39" fmla="*/ 297 h 536"/>
                <a:gd name="T40" fmla="*/ 333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6 w 488"/>
                <a:gd name="T47" fmla="*/ 454 h 536"/>
                <a:gd name="T48" fmla="*/ 464 w 488"/>
                <a:gd name="T49" fmla="*/ 457 h 536"/>
                <a:gd name="T50" fmla="*/ 476 w 488"/>
                <a:gd name="T51" fmla="*/ 466 h 536"/>
                <a:gd name="T52" fmla="*/ 485 w 488"/>
                <a:gd name="T53" fmla="*/ 478 h 536"/>
                <a:gd name="T54" fmla="*/ 488 w 488"/>
                <a:gd name="T55" fmla="*/ 494 h 536"/>
                <a:gd name="T56" fmla="*/ 485 w 488"/>
                <a:gd name="T57" fmla="*/ 512 h 536"/>
                <a:gd name="T58" fmla="*/ 476 w 488"/>
                <a:gd name="T59" fmla="*/ 524 h 536"/>
                <a:gd name="T60" fmla="*/ 464 w 488"/>
                <a:gd name="T61" fmla="*/ 533 h 536"/>
                <a:gd name="T62" fmla="*/ 446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38" y="0"/>
                  </a:lnTo>
                  <a:lnTo>
                    <a:pt x="453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3" y="79"/>
                  </a:lnTo>
                  <a:lnTo>
                    <a:pt x="438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33" y="218"/>
                  </a:lnTo>
                  <a:lnTo>
                    <a:pt x="349" y="222"/>
                  </a:lnTo>
                  <a:lnTo>
                    <a:pt x="361" y="231"/>
                  </a:lnTo>
                  <a:lnTo>
                    <a:pt x="370" y="243"/>
                  </a:lnTo>
                  <a:lnTo>
                    <a:pt x="373" y="259"/>
                  </a:lnTo>
                  <a:lnTo>
                    <a:pt x="370" y="276"/>
                  </a:lnTo>
                  <a:lnTo>
                    <a:pt x="361" y="288"/>
                  </a:lnTo>
                  <a:lnTo>
                    <a:pt x="349" y="297"/>
                  </a:lnTo>
                  <a:lnTo>
                    <a:pt x="333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6" y="454"/>
                  </a:lnTo>
                  <a:lnTo>
                    <a:pt x="464" y="457"/>
                  </a:lnTo>
                  <a:lnTo>
                    <a:pt x="476" y="466"/>
                  </a:lnTo>
                  <a:lnTo>
                    <a:pt x="485" y="478"/>
                  </a:lnTo>
                  <a:lnTo>
                    <a:pt x="488" y="494"/>
                  </a:lnTo>
                  <a:lnTo>
                    <a:pt x="485" y="512"/>
                  </a:lnTo>
                  <a:lnTo>
                    <a:pt x="476" y="524"/>
                  </a:lnTo>
                  <a:lnTo>
                    <a:pt x="464" y="533"/>
                  </a:lnTo>
                  <a:lnTo>
                    <a:pt x="44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 dirty="0"/>
            </a:p>
          </p:txBody>
        </p:sp>
        <p:sp>
          <p:nvSpPr>
            <p:cNvPr id="19" name="Freeform 14"/>
            <p:cNvSpPr>
              <a:spLocks/>
            </p:cNvSpPr>
            <p:nvPr userDrawn="1"/>
          </p:nvSpPr>
          <p:spPr bwMode="auto">
            <a:xfrm>
              <a:off x="4647381" y="5515421"/>
              <a:ext cx="91077" cy="87282"/>
            </a:xfrm>
            <a:custGeom>
              <a:avLst/>
              <a:gdLst>
                <a:gd name="T0" fmla="*/ 51 w 96"/>
                <a:gd name="T1" fmla="*/ 0 h 92"/>
                <a:gd name="T2" fmla="*/ 53 w 96"/>
                <a:gd name="T3" fmla="*/ 0 h 92"/>
                <a:gd name="T4" fmla="*/ 70 w 96"/>
                <a:gd name="T5" fmla="*/ 5 h 92"/>
                <a:gd name="T6" fmla="*/ 84 w 96"/>
                <a:gd name="T7" fmla="*/ 15 h 92"/>
                <a:gd name="T8" fmla="*/ 93 w 96"/>
                <a:gd name="T9" fmla="*/ 31 h 92"/>
                <a:gd name="T10" fmla="*/ 96 w 96"/>
                <a:gd name="T11" fmla="*/ 49 h 92"/>
                <a:gd name="T12" fmla="*/ 91 w 96"/>
                <a:gd name="T13" fmla="*/ 66 h 92"/>
                <a:gd name="T14" fmla="*/ 81 w 96"/>
                <a:gd name="T15" fmla="*/ 80 h 92"/>
                <a:gd name="T16" fmla="*/ 65 w 96"/>
                <a:gd name="T17" fmla="*/ 91 h 92"/>
                <a:gd name="T18" fmla="*/ 47 w 96"/>
                <a:gd name="T19" fmla="*/ 92 h 92"/>
                <a:gd name="T20" fmla="*/ 44 w 96"/>
                <a:gd name="T21" fmla="*/ 92 h 92"/>
                <a:gd name="T22" fmla="*/ 26 w 96"/>
                <a:gd name="T23" fmla="*/ 87 h 92"/>
                <a:gd name="T24" fmla="*/ 12 w 96"/>
                <a:gd name="T25" fmla="*/ 77 h 92"/>
                <a:gd name="T26" fmla="*/ 4 w 96"/>
                <a:gd name="T27" fmla="*/ 61 h 92"/>
                <a:gd name="T28" fmla="*/ 0 w 96"/>
                <a:gd name="T29" fmla="*/ 43 h 92"/>
                <a:gd name="T30" fmla="*/ 5 w 96"/>
                <a:gd name="T31" fmla="*/ 26 h 92"/>
                <a:gd name="T32" fmla="*/ 16 w 96"/>
                <a:gd name="T33" fmla="*/ 12 h 92"/>
                <a:gd name="T34" fmla="*/ 32 w 96"/>
                <a:gd name="T35" fmla="*/ 2 h 92"/>
                <a:gd name="T36" fmla="*/ 51 w 96"/>
                <a:gd name="T37" fmla="*/ 0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96" h="92">
                  <a:moveTo>
                    <a:pt x="51" y="0"/>
                  </a:moveTo>
                  <a:lnTo>
                    <a:pt x="53" y="0"/>
                  </a:lnTo>
                  <a:lnTo>
                    <a:pt x="70" y="5"/>
                  </a:lnTo>
                  <a:lnTo>
                    <a:pt x="84" y="15"/>
                  </a:lnTo>
                  <a:lnTo>
                    <a:pt x="93" y="31"/>
                  </a:lnTo>
                  <a:lnTo>
                    <a:pt x="96" y="49"/>
                  </a:lnTo>
                  <a:lnTo>
                    <a:pt x="91" y="66"/>
                  </a:lnTo>
                  <a:lnTo>
                    <a:pt x="81" y="80"/>
                  </a:lnTo>
                  <a:lnTo>
                    <a:pt x="65" y="91"/>
                  </a:lnTo>
                  <a:lnTo>
                    <a:pt x="47" y="92"/>
                  </a:lnTo>
                  <a:lnTo>
                    <a:pt x="44" y="92"/>
                  </a:lnTo>
                  <a:lnTo>
                    <a:pt x="26" y="87"/>
                  </a:lnTo>
                  <a:lnTo>
                    <a:pt x="12" y="77"/>
                  </a:lnTo>
                  <a:lnTo>
                    <a:pt x="4" y="61"/>
                  </a:lnTo>
                  <a:lnTo>
                    <a:pt x="0" y="43"/>
                  </a:lnTo>
                  <a:lnTo>
                    <a:pt x="5" y="26"/>
                  </a:lnTo>
                  <a:lnTo>
                    <a:pt x="16" y="12"/>
                  </a:lnTo>
                  <a:lnTo>
                    <a:pt x="32" y="2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 dirty="0"/>
            </a:p>
          </p:txBody>
        </p:sp>
        <p:sp>
          <p:nvSpPr>
            <p:cNvPr id="20" name="Freeform 15"/>
            <p:cNvSpPr>
              <a:spLocks/>
            </p:cNvSpPr>
            <p:nvPr userDrawn="1"/>
          </p:nvSpPr>
          <p:spPr bwMode="auto">
            <a:xfrm>
              <a:off x="4937689" y="5235549"/>
              <a:ext cx="130923" cy="157487"/>
            </a:xfrm>
            <a:custGeom>
              <a:avLst/>
              <a:gdLst>
                <a:gd name="T0" fmla="*/ 40 w 138"/>
                <a:gd name="T1" fmla="*/ 0 h 166"/>
                <a:gd name="T2" fmla="*/ 57 w 138"/>
                <a:gd name="T3" fmla="*/ 2 h 166"/>
                <a:gd name="T4" fmla="*/ 73 w 138"/>
                <a:gd name="T5" fmla="*/ 9 h 166"/>
                <a:gd name="T6" fmla="*/ 85 w 138"/>
                <a:gd name="T7" fmla="*/ 22 h 166"/>
                <a:gd name="T8" fmla="*/ 132 w 138"/>
                <a:gd name="T9" fmla="*/ 96 h 166"/>
                <a:gd name="T10" fmla="*/ 138 w 138"/>
                <a:gd name="T11" fmla="*/ 113 h 166"/>
                <a:gd name="T12" fmla="*/ 138 w 138"/>
                <a:gd name="T13" fmla="*/ 131 h 166"/>
                <a:gd name="T14" fmla="*/ 129 w 138"/>
                <a:gd name="T15" fmla="*/ 146 h 166"/>
                <a:gd name="T16" fmla="*/ 115 w 138"/>
                <a:gd name="T17" fmla="*/ 159 h 166"/>
                <a:gd name="T18" fmla="*/ 99 w 138"/>
                <a:gd name="T19" fmla="*/ 166 h 166"/>
                <a:gd name="T20" fmla="*/ 80 w 138"/>
                <a:gd name="T21" fmla="*/ 164 h 166"/>
                <a:gd name="T22" fmla="*/ 64 w 138"/>
                <a:gd name="T23" fmla="*/ 157 h 166"/>
                <a:gd name="T24" fmla="*/ 52 w 138"/>
                <a:gd name="T25" fmla="*/ 143 h 166"/>
                <a:gd name="T26" fmla="*/ 5 w 138"/>
                <a:gd name="T27" fmla="*/ 70 h 166"/>
                <a:gd name="T28" fmla="*/ 0 w 138"/>
                <a:gd name="T29" fmla="*/ 52 h 166"/>
                <a:gd name="T30" fmla="*/ 0 w 138"/>
                <a:gd name="T31" fmla="*/ 35 h 166"/>
                <a:gd name="T32" fmla="*/ 8 w 138"/>
                <a:gd name="T33" fmla="*/ 17 h 166"/>
                <a:gd name="T34" fmla="*/ 22 w 138"/>
                <a:gd name="T35" fmla="*/ 7 h 166"/>
                <a:gd name="T36" fmla="*/ 40 w 138"/>
                <a:gd name="T37" fmla="*/ 0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8" h="166">
                  <a:moveTo>
                    <a:pt x="40" y="0"/>
                  </a:moveTo>
                  <a:lnTo>
                    <a:pt x="57" y="2"/>
                  </a:lnTo>
                  <a:lnTo>
                    <a:pt x="73" y="9"/>
                  </a:lnTo>
                  <a:lnTo>
                    <a:pt x="85" y="22"/>
                  </a:lnTo>
                  <a:lnTo>
                    <a:pt x="132" y="96"/>
                  </a:lnTo>
                  <a:lnTo>
                    <a:pt x="138" y="113"/>
                  </a:lnTo>
                  <a:lnTo>
                    <a:pt x="138" y="131"/>
                  </a:lnTo>
                  <a:lnTo>
                    <a:pt x="129" y="146"/>
                  </a:lnTo>
                  <a:lnTo>
                    <a:pt x="115" y="159"/>
                  </a:lnTo>
                  <a:lnTo>
                    <a:pt x="99" y="166"/>
                  </a:lnTo>
                  <a:lnTo>
                    <a:pt x="80" y="164"/>
                  </a:lnTo>
                  <a:lnTo>
                    <a:pt x="64" y="157"/>
                  </a:lnTo>
                  <a:lnTo>
                    <a:pt x="52" y="143"/>
                  </a:lnTo>
                  <a:lnTo>
                    <a:pt x="5" y="70"/>
                  </a:lnTo>
                  <a:lnTo>
                    <a:pt x="0" y="52"/>
                  </a:lnTo>
                  <a:lnTo>
                    <a:pt x="0" y="35"/>
                  </a:lnTo>
                  <a:lnTo>
                    <a:pt x="8" y="17"/>
                  </a:lnTo>
                  <a:lnTo>
                    <a:pt x="22" y="7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 dirty="0"/>
            </a:p>
          </p:txBody>
        </p:sp>
        <p:sp>
          <p:nvSpPr>
            <p:cNvPr id="21" name="Freeform 16"/>
            <p:cNvSpPr>
              <a:spLocks/>
            </p:cNvSpPr>
            <p:nvPr userDrawn="1"/>
          </p:nvSpPr>
          <p:spPr bwMode="auto">
            <a:xfrm>
              <a:off x="5278280" y="5018292"/>
              <a:ext cx="132821" cy="243821"/>
            </a:xfrm>
            <a:custGeom>
              <a:avLst/>
              <a:gdLst>
                <a:gd name="T0" fmla="*/ 53 w 140"/>
                <a:gd name="T1" fmla="*/ 0 h 257"/>
                <a:gd name="T2" fmla="*/ 68 w 140"/>
                <a:gd name="T3" fmla="*/ 7 h 257"/>
                <a:gd name="T4" fmla="*/ 82 w 140"/>
                <a:gd name="T5" fmla="*/ 19 h 257"/>
                <a:gd name="T6" fmla="*/ 89 w 140"/>
                <a:gd name="T7" fmla="*/ 35 h 257"/>
                <a:gd name="T8" fmla="*/ 140 w 140"/>
                <a:gd name="T9" fmla="*/ 199 h 257"/>
                <a:gd name="T10" fmla="*/ 140 w 140"/>
                <a:gd name="T11" fmla="*/ 218 h 257"/>
                <a:gd name="T12" fmla="*/ 135 w 140"/>
                <a:gd name="T13" fmla="*/ 234 h 257"/>
                <a:gd name="T14" fmla="*/ 122 w 140"/>
                <a:gd name="T15" fmla="*/ 248 h 257"/>
                <a:gd name="T16" fmla="*/ 105 w 140"/>
                <a:gd name="T17" fmla="*/ 255 h 257"/>
                <a:gd name="T18" fmla="*/ 88 w 140"/>
                <a:gd name="T19" fmla="*/ 257 h 257"/>
                <a:gd name="T20" fmla="*/ 70 w 140"/>
                <a:gd name="T21" fmla="*/ 250 h 257"/>
                <a:gd name="T22" fmla="*/ 58 w 140"/>
                <a:gd name="T23" fmla="*/ 239 h 257"/>
                <a:gd name="T24" fmla="*/ 49 w 140"/>
                <a:gd name="T25" fmla="*/ 222 h 257"/>
                <a:gd name="T26" fmla="*/ 0 w 140"/>
                <a:gd name="T27" fmla="*/ 58 h 257"/>
                <a:gd name="T28" fmla="*/ 0 w 140"/>
                <a:gd name="T29" fmla="*/ 40 h 257"/>
                <a:gd name="T30" fmla="*/ 5 w 140"/>
                <a:gd name="T31" fmla="*/ 23 h 257"/>
                <a:gd name="T32" fmla="*/ 18 w 140"/>
                <a:gd name="T33" fmla="*/ 11 h 257"/>
                <a:gd name="T34" fmla="*/ 33 w 140"/>
                <a:gd name="T35" fmla="*/ 2 h 257"/>
                <a:gd name="T36" fmla="*/ 53 w 140"/>
                <a:gd name="T37" fmla="*/ 0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40" h="257">
                  <a:moveTo>
                    <a:pt x="53" y="0"/>
                  </a:moveTo>
                  <a:lnTo>
                    <a:pt x="68" y="7"/>
                  </a:lnTo>
                  <a:lnTo>
                    <a:pt x="82" y="19"/>
                  </a:lnTo>
                  <a:lnTo>
                    <a:pt x="89" y="35"/>
                  </a:lnTo>
                  <a:lnTo>
                    <a:pt x="140" y="199"/>
                  </a:lnTo>
                  <a:lnTo>
                    <a:pt x="140" y="218"/>
                  </a:lnTo>
                  <a:lnTo>
                    <a:pt x="135" y="234"/>
                  </a:lnTo>
                  <a:lnTo>
                    <a:pt x="122" y="248"/>
                  </a:lnTo>
                  <a:lnTo>
                    <a:pt x="105" y="255"/>
                  </a:lnTo>
                  <a:lnTo>
                    <a:pt x="88" y="257"/>
                  </a:lnTo>
                  <a:lnTo>
                    <a:pt x="70" y="250"/>
                  </a:lnTo>
                  <a:lnTo>
                    <a:pt x="58" y="239"/>
                  </a:lnTo>
                  <a:lnTo>
                    <a:pt x="49" y="222"/>
                  </a:lnTo>
                  <a:lnTo>
                    <a:pt x="0" y="58"/>
                  </a:lnTo>
                  <a:lnTo>
                    <a:pt x="0" y="40"/>
                  </a:lnTo>
                  <a:lnTo>
                    <a:pt x="5" y="23"/>
                  </a:lnTo>
                  <a:lnTo>
                    <a:pt x="18" y="11"/>
                  </a:lnTo>
                  <a:lnTo>
                    <a:pt x="33" y="2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 dirty="0"/>
            </a:p>
          </p:txBody>
        </p:sp>
        <p:sp>
          <p:nvSpPr>
            <p:cNvPr id="22" name="Freeform 17"/>
            <p:cNvSpPr>
              <a:spLocks/>
            </p:cNvSpPr>
            <p:nvPr userDrawn="1"/>
          </p:nvSpPr>
          <p:spPr bwMode="auto">
            <a:xfrm>
              <a:off x="5649230" y="4842779"/>
              <a:ext cx="112898" cy="335847"/>
            </a:xfrm>
            <a:custGeom>
              <a:avLst/>
              <a:gdLst>
                <a:gd name="T0" fmla="*/ 44 w 119"/>
                <a:gd name="T1" fmla="*/ 0 h 354"/>
                <a:gd name="T2" fmla="*/ 63 w 119"/>
                <a:gd name="T3" fmla="*/ 4 h 354"/>
                <a:gd name="T4" fmla="*/ 77 w 119"/>
                <a:gd name="T5" fmla="*/ 12 h 354"/>
                <a:gd name="T6" fmla="*/ 87 w 119"/>
                <a:gd name="T7" fmla="*/ 26 h 354"/>
                <a:gd name="T8" fmla="*/ 93 w 119"/>
                <a:gd name="T9" fmla="*/ 44 h 354"/>
                <a:gd name="T10" fmla="*/ 119 w 119"/>
                <a:gd name="T11" fmla="*/ 306 h 354"/>
                <a:gd name="T12" fmla="*/ 115 w 119"/>
                <a:gd name="T13" fmla="*/ 323 h 354"/>
                <a:gd name="T14" fmla="*/ 107 w 119"/>
                <a:gd name="T15" fmla="*/ 339 h 354"/>
                <a:gd name="T16" fmla="*/ 93 w 119"/>
                <a:gd name="T17" fmla="*/ 349 h 354"/>
                <a:gd name="T18" fmla="*/ 75 w 119"/>
                <a:gd name="T19" fmla="*/ 354 h 354"/>
                <a:gd name="T20" fmla="*/ 58 w 119"/>
                <a:gd name="T21" fmla="*/ 351 h 354"/>
                <a:gd name="T22" fmla="*/ 42 w 119"/>
                <a:gd name="T23" fmla="*/ 342 h 354"/>
                <a:gd name="T24" fmla="*/ 32 w 119"/>
                <a:gd name="T25" fmla="*/ 328 h 354"/>
                <a:gd name="T26" fmla="*/ 26 w 119"/>
                <a:gd name="T27" fmla="*/ 311 h 354"/>
                <a:gd name="T28" fmla="*/ 0 w 119"/>
                <a:gd name="T29" fmla="*/ 49 h 354"/>
                <a:gd name="T30" fmla="*/ 4 w 119"/>
                <a:gd name="T31" fmla="*/ 32 h 354"/>
                <a:gd name="T32" fmla="*/ 12 w 119"/>
                <a:gd name="T33" fmla="*/ 16 h 354"/>
                <a:gd name="T34" fmla="*/ 26 w 119"/>
                <a:gd name="T35" fmla="*/ 5 h 354"/>
                <a:gd name="T36" fmla="*/ 44 w 119"/>
                <a:gd name="T37" fmla="*/ 0 h 3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9" h="354">
                  <a:moveTo>
                    <a:pt x="44" y="0"/>
                  </a:moveTo>
                  <a:lnTo>
                    <a:pt x="63" y="4"/>
                  </a:lnTo>
                  <a:lnTo>
                    <a:pt x="77" y="12"/>
                  </a:lnTo>
                  <a:lnTo>
                    <a:pt x="87" y="26"/>
                  </a:lnTo>
                  <a:lnTo>
                    <a:pt x="93" y="44"/>
                  </a:lnTo>
                  <a:lnTo>
                    <a:pt x="119" y="306"/>
                  </a:lnTo>
                  <a:lnTo>
                    <a:pt x="115" y="323"/>
                  </a:lnTo>
                  <a:lnTo>
                    <a:pt x="107" y="339"/>
                  </a:lnTo>
                  <a:lnTo>
                    <a:pt x="93" y="349"/>
                  </a:lnTo>
                  <a:lnTo>
                    <a:pt x="75" y="354"/>
                  </a:lnTo>
                  <a:lnTo>
                    <a:pt x="58" y="351"/>
                  </a:lnTo>
                  <a:lnTo>
                    <a:pt x="42" y="342"/>
                  </a:lnTo>
                  <a:lnTo>
                    <a:pt x="32" y="328"/>
                  </a:lnTo>
                  <a:lnTo>
                    <a:pt x="26" y="311"/>
                  </a:lnTo>
                  <a:lnTo>
                    <a:pt x="0" y="49"/>
                  </a:lnTo>
                  <a:lnTo>
                    <a:pt x="4" y="32"/>
                  </a:lnTo>
                  <a:lnTo>
                    <a:pt x="12" y="16"/>
                  </a:lnTo>
                  <a:lnTo>
                    <a:pt x="26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 dirty="0"/>
            </a:p>
          </p:txBody>
        </p:sp>
        <p:sp>
          <p:nvSpPr>
            <p:cNvPr id="23" name="Freeform 18"/>
            <p:cNvSpPr>
              <a:spLocks/>
            </p:cNvSpPr>
            <p:nvPr userDrawn="1"/>
          </p:nvSpPr>
          <p:spPr bwMode="auto">
            <a:xfrm>
              <a:off x="6026821" y="4720394"/>
              <a:ext cx="104359" cy="420283"/>
            </a:xfrm>
            <a:custGeom>
              <a:avLst/>
              <a:gdLst>
                <a:gd name="T0" fmla="*/ 68 w 110"/>
                <a:gd name="T1" fmla="*/ 0 h 443"/>
                <a:gd name="T2" fmla="*/ 86 w 110"/>
                <a:gd name="T3" fmla="*/ 5 h 443"/>
                <a:gd name="T4" fmla="*/ 100 w 110"/>
                <a:gd name="T5" fmla="*/ 16 h 443"/>
                <a:gd name="T6" fmla="*/ 107 w 110"/>
                <a:gd name="T7" fmla="*/ 31 h 443"/>
                <a:gd name="T8" fmla="*/ 110 w 110"/>
                <a:gd name="T9" fmla="*/ 51 h 443"/>
                <a:gd name="T10" fmla="*/ 93 w 110"/>
                <a:gd name="T11" fmla="*/ 401 h 443"/>
                <a:gd name="T12" fmla="*/ 87 w 110"/>
                <a:gd name="T13" fmla="*/ 419 h 443"/>
                <a:gd name="T14" fmla="*/ 75 w 110"/>
                <a:gd name="T15" fmla="*/ 433 h 443"/>
                <a:gd name="T16" fmla="*/ 61 w 110"/>
                <a:gd name="T17" fmla="*/ 442 h 443"/>
                <a:gd name="T18" fmla="*/ 42 w 110"/>
                <a:gd name="T19" fmla="*/ 443 h 443"/>
                <a:gd name="T20" fmla="*/ 25 w 110"/>
                <a:gd name="T21" fmla="*/ 438 h 443"/>
                <a:gd name="T22" fmla="*/ 11 w 110"/>
                <a:gd name="T23" fmla="*/ 426 h 443"/>
                <a:gd name="T24" fmla="*/ 2 w 110"/>
                <a:gd name="T25" fmla="*/ 412 h 443"/>
                <a:gd name="T26" fmla="*/ 0 w 110"/>
                <a:gd name="T27" fmla="*/ 393 h 443"/>
                <a:gd name="T28" fmla="*/ 18 w 110"/>
                <a:gd name="T29" fmla="*/ 42 h 443"/>
                <a:gd name="T30" fmla="*/ 23 w 110"/>
                <a:gd name="T31" fmla="*/ 24 h 443"/>
                <a:gd name="T32" fmla="*/ 33 w 110"/>
                <a:gd name="T33" fmla="*/ 10 h 443"/>
                <a:gd name="T34" fmla="*/ 49 w 110"/>
                <a:gd name="T35" fmla="*/ 2 h 443"/>
                <a:gd name="T36" fmla="*/ 68 w 110"/>
                <a:gd name="T37" fmla="*/ 0 h 4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0" h="443">
                  <a:moveTo>
                    <a:pt x="68" y="0"/>
                  </a:moveTo>
                  <a:lnTo>
                    <a:pt x="86" y="5"/>
                  </a:lnTo>
                  <a:lnTo>
                    <a:pt x="100" y="16"/>
                  </a:lnTo>
                  <a:lnTo>
                    <a:pt x="107" y="31"/>
                  </a:lnTo>
                  <a:lnTo>
                    <a:pt x="110" y="51"/>
                  </a:lnTo>
                  <a:lnTo>
                    <a:pt x="93" y="401"/>
                  </a:lnTo>
                  <a:lnTo>
                    <a:pt x="87" y="419"/>
                  </a:lnTo>
                  <a:lnTo>
                    <a:pt x="75" y="433"/>
                  </a:lnTo>
                  <a:lnTo>
                    <a:pt x="61" y="442"/>
                  </a:lnTo>
                  <a:lnTo>
                    <a:pt x="42" y="443"/>
                  </a:lnTo>
                  <a:lnTo>
                    <a:pt x="25" y="438"/>
                  </a:lnTo>
                  <a:lnTo>
                    <a:pt x="11" y="426"/>
                  </a:lnTo>
                  <a:lnTo>
                    <a:pt x="2" y="412"/>
                  </a:lnTo>
                  <a:lnTo>
                    <a:pt x="0" y="393"/>
                  </a:lnTo>
                  <a:lnTo>
                    <a:pt x="18" y="42"/>
                  </a:lnTo>
                  <a:lnTo>
                    <a:pt x="23" y="24"/>
                  </a:lnTo>
                  <a:lnTo>
                    <a:pt x="33" y="10"/>
                  </a:lnTo>
                  <a:lnTo>
                    <a:pt x="49" y="2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 dirty="0"/>
            </a:p>
          </p:txBody>
        </p:sp>
        <p:sp>
          <p:nvSpPr>
            <p:cNvPr id="24" name="Freeform 19"/>
            <p:cNvSpPr>
              <a:spLocks/>
            </p:cNvSpPr>
            <p:nvPr userDrawn="1"/>
          </p:nvSpPr>
          <p:spPr bwMode="auto">
            <a:xfrm>
              <a:off x="6384489" y="4647343"/>
              <a:ext cx="162232" cy="497129"/>
            </a:xfrm>
            <a:custGeom>
              <a:avLst/>
              <a:gdLst>
                <a:gd name="T0" fmla="*/ 119 w 171"/>
                <a:gd name="T1" fmla="*/ 0 h 524"/>
                <a:gd name="T2" fmla="*/ 136 w 171"/>
                <a:gd name="T3" fmla="*/ 0 h 524"/>
                <a:gd name="T4" fmla="*/ 154 w 171"/>
                <a:gd name="T5" fmla="*/ 9 h 524"/>
                <a:gd name="T6" fmla="*/ 166 w 171"/>
                <a:gd name="T7" fmla="*/ 21 h 524"/>
                <a:gd name="T8" fmla="*/ 171 w 171"/>
                <a:gd name="T9" fmla="*/ 37 h 524"/>
                <a:gd name="T10" fmla="*/ 171 w 171"/>
                <a:gd name="T11" fmla="*/ 56 h 524"/>
                <a:gd name="T12" fmla="*/ 91 w 171"/>
                <a:gd name="T13" fmla="*/ 489 h 524"/>
                <a:gd name="T14" fmla="*/ 84 w 171"/>
                <a:gd name="T15" fmla="*/ 506 h 524"/>
                <a:gd name="T16" fmla="*/ 70 w 171"/>
                <a:gd name="T17" fmla="*/ 517 h 524"/>
                <a:gd name="T18" fmla="*/ 54 w 171"/>
                <a:gd name="T19" fmla="*/ 524 h 524"/>
                <a:gd name="T20" fmla="*/ 37 w 171"/>
                <a:gd name="T21" fmla="*/ 524 h 524"/>
                <a:gd name="T22" fmla="*/ 19 w 171"/>
                <a:gd name="T23" fmla="*/ 517 h 524"/>
                <a:gd name="T24" fmla="*/ 7 w 171"/>
                <a:gd name="T25" fmla="*/ 503 h 524"/>
                <a:gd name="T26" fmla="*/ 0 w 171"/>
                <a:gd name="T27" fmla="*/ 487 h 524"/>
                <a:gd name="T28" fmla="*/ 2 w 171"/>
                <a:gd name="T29" fmla="*/ 468 h 524"/>
                <a:gd name="T30" fmla="*/ 82 w 171"/>
                <a:gd name="T31" fmla="*/ 35 h 524"/>
                <a:gd name="T32" fmla="*/ 89 w 171"/>
                <a:gd name="T33" fmla="*/ 19 h 524"/>
                <a:gd name="T34" fmla="*/ 101 w 171"/>
                <a:gd name="T35" fmla="*/ 7 h 524"/>
                <a:gd name="T36" fmla="*/ 119 w 171"/>
                <a:gd name="T37" fmla="*/ 0 h 5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71" h="524">
                  <a:moveTo>
                    <a:pt x="119" y="0"/>
                  </a:moveTo>
                  <a:lnTo>
                    <a:pt x="136" y="0"/>
                  </a:lnTo>
                  <a:lnTo>
                    <a:pt x="154" y="9"/>
                  </a:lnTo>
                  <a:lnTo>
                    <a:pt x="166" y="21"/>
                  </a:lnTo>
                  <a:lnTo>
                    <a:pt x="171" y="37"/>
                  </a:lnTo>
                  <a:lnTo>
                    <a:pt x="171" y="56"/>
                  </a:lnTo>
                  <a:lnTo>
                    <a:pt x="91" y="489"/>
                  </a:lnTo>
                  <a:lnTo>
                    <a:pt x="84" y="506"/>
                  </a:lnTo>
                  <a:lnTo>
                    <a:pt x="70" y="517"/>
                  </a:lnTo>
                  <a:lnTo>
                    <a:pt x="54" y="524"/>
                  </a:lnTo>
                  <a:lnTo>
                    <a:pt x="37" y="524"/>
                  </a:lnTo>
                  <a:lnTo>
                    <a:pt x="19" y="517"/>
                  </a:lnTo>
                  <a:lnTo>
                    <a:pt x="7" y="503"/>
                  </a:lnTo>
                  <a:lnTo>
                    <a:pt x="0" y="487"/>
                  </a:lnTo>
                  <a:lnTo>
                    <a:pt x="2" y="468"/>
                  </a:lnTo>
                  <a:lnTo>
                    <a:pt x="82" y="35"/>
                  </a:lnTo>
                  <a:lnTo>
                    <a:pt x="89" y="19"/>
                  </a:lnTo>
                  <a:lnTo>
                    <a:pt x="101" y="7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 dirty="0"/>
            </a:p>
          </p:txBody>
        </p:sp>
        <p:sp>
          <p:nvSpPr>
            <p:cNvPr id="25" name="Freeform 20"/>
            <p:cNvSpPr>
              <a:spLocks/>
            </p:cNvSpPr>
            <p:nvPr userDrawn="1"/>
          </p:nvSpPr>
          <p:spPr bwMode="auto">
            <a:xfrm>
              <a:off x="6733618" y="4625522"/>
              <a:ext cx="241924" cy="568283"/>
            </a:xfrm>
            <a:custGeom>
              <a:avLst/>
              <a:gdLst>
                <a:gd name="T0" fmla="*/ 206 w 255"/>
                <a:gd name="T1" fmla="*/ 0 h 599"/>
                <a:gd name="T2" fmla="*/ 226 w 255"/>
                <a:gd name="T3" fmla="*/ 4 h 599"/>
                <a:gd name="T4" fmla="*/ 241 w 255"/>
                <a:gd name="T5" fmla="*/ 13 h 599"/>
                <a:gd name="T6" fmla="*/ 252 w 255"/>
                <a:gd name="T7" fmla="*/ 27 h 599"/>
                <a:gd name="T8" fmla="*/ 255 w 255"/>
                <a:gd name="T9" fmla="*/ 44 h 599"/>
                <a:gd name="T10" fmla="*/ 254 w 255"/>
                <a:gd name="T11" fmla="*/ 62 h 599"/>
                <a:gd name="T12" fmla="*/ 90 w 255"/>
                <a:gd name="T13" fmla="*/ 569 h 599"/>
                <a:gd name="T14" fmla="*/ 81 w 255"/>
                <a:gd name="T15" fmla="*/ 585 h 599"/>
                <a:gd name="T16" fmla="*/ 65 w 255"/>
                <a:gd name="T17" fmla="*/ 596 h 599"/>
                <a:gd name="T18" fmla="*/ 49 w 255"/>
                <a:gd name="T19" fmla="*/ 599 h 599"/>
                <a:gd name="T20" fmla="*/ 30 w 255"/>
                <a:gd name="T21" fmla="*/ 597 h 599"/>
                <a:gd name="T22" fmla="*/ 14 w 255"/>
                <a:gd name="T23" fmla="*/ 587 h 599"/>
                <a:gd name="T24" fmla="*/ 4 w 255"/>
                <a:gd name="T25" fmla="*/ 573 h 599"/>
                <a:gd name="T26" fmla="*/ 0 w 255"/>
                <a:gd name="T27" fmla="*/ 556 h 599"/>
                <a:gd name="T28" fmla="*/ 2 w 255"/>
                <a:gd name="T29" fmla="*/ 538 h 599"/>
                <a:gd name="T30" fmla="*/ 166 w 255"/>
                <a:gd name="T31" fmla="*/ 30 h 599"/>
                <a:gd name="T32" fmla="*/ 175 w 255"/>
                <a:gd name="T33" fmla="*/ 16 h 599"/>
                <a:gd name="T34" fmla="*/ 191 w 255"/>
                <a:gd name="T35" fmla="*/ 6 h 599"/>
                <a:gd name="T36" fmla="*/ 206 w 255"/>
                <a:gd name="T37" fmla="*/ 0 h 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5" h="599">
                  <a:moveTo>
                    <a:pt x="206" y="0"/>
                  </a:moveTo>
                  <a:lnTo>
                    <a:pt x="226" y="4"/>
                  </a:lnTo>
                  <a:lnTo>
                    <a:pt x="241" y="13"/>
                  </a:lnTo>
                  <a:lnTo>
                    <a:pt x="252" y="27"/>
                  </a:lnTo>
                  <a:lnTo>
                    <a:pt x="255" y="44"/>
                  </a:lnTo>
                  <a:lnTo>
                    <a:pt x="254" y="62"/>
                  </a:lnTo>
                  <a:lnTo>
                    <a:pt x="90" y="569"/>
                  </a:lnTo>
                  <a:lnTo>
                    <a:pt x="81" y="585"/>
                  </a:lnTo>
                  <a:lnTo>
                    <a:pt x="65" y="596"/>
                  </a:lnTo>
                  <a:lnTo>
                    <a:pt x="49" y="599"/>
                  </a:lnTo>
                  <a:lnTo>
                    <a:pt x="30" y="597"/>
                  </a:lnTo>
                  <a:lnTo>
                    <a:pt x="14" y="587"/>
                  </a:lnTo>
                  <a:lnTo>
                    <a:pt x="4" y="573"/>
                  </a:lnTo>
                  <a:lnTo>
                    <a:pt x="0" y="556"/>
                  </a:lnTo>
                  <a:lnTo>
                    <a:pt x="2" y="538"/>
                  </a:lnTo>
                  <a:lnTo>
                    <a:pt x="166" y="30"/>
                  </a:lnTo>
                  <a:lnTo>
                    <a:pt x="175" y="16"/>
                  </a:lnTo>
                  <a:lnTo>
                    <a:pt x="191" y="6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 dirty="0"/>
            </a:p>
          </p:txBody>
        </p:sp>
        <p:sp>
          <p:nvSpPr>
            <p:cNvPr id="26" name="Freeform 21"/>
            <p:cNvSpPr>
              <a:spLocks/>
            </p:cNvSpPr>
            <p:nvPr userDrawn="1"/>
          </p:nvSpPr>
          <p:spPr bwMode="auto">
            <a:xfrm>
              <a:off x="7077055" y="4665368"/>
              <a:ext cx="333950" cy="621412"/>
            </a:xfrm>
            <a:custGeom>
              <a:avLst/>
              <a:gdLst>
                <a:gd name="T0" fmla="*/ 309 w 352"/>
                <a:gd name="T1" fmla="*/ 0 h 655"/>
                <a:gd name="T2" fmla="*/ 326 w 352"/>
                <a:gd name="T3" fmla="*/ 6 h 655"/>
                <a:gd name="T4" fmla="*/ 342 w 352"/>
                <a:gd name="T5" fmla="*/ 18 h 655"/>
                <a:gd name="T6" fmla="*/ 349 w 352"/>
                <a:gd name="T7" fmla="*/ 32 h 655"/>
                <a:gd name="T8" fmla="*/ 352 w 352"/>
                <a:gd name="T9" fmla="*/ 49 h 655"/>
                <a:gd name="T10" fmla="*/ 347 w 352"/>
                <a:gd name="T11" fmla="*/ 68 h 655"/>
                <a:gd name="T12" fmla="*/ 87 w 352"/>
                <a:gd name="T13" fmla="*/ 630 h 655"/>
                <a:gd name="T14" fmla="*/ 77 w 352"/>
                <a:gd name="T15" fmla="*/ 644 h 655"/>
                <a:gd name="T16" fmla="*/ 61 w 352"/>
                <a:gd name="T17" fmla="*/ 653 h 655"/>
                <a:gd name="T18" fmla="*/ 43 w 352"/>
                <a:gd name="T19" fmla="*/ 655 h 655"/>
                <a:gd name="T20" fmla="*/ 26 w 352"/>
                <a:gd name="T21" fmla="*/ 650 h 655"/>
                <a:gd name="T22" fmla="*/ 10 w 352"/>
                <a:gd name="T23" fmla="*/ 639 h 655"/>
                <a:gd name="T24" fmla="*/ 3 w 352"/>
                <a:gd name="T25" fmla="*/ 623 h 655"/>
                <a:gd name="T26" fmla="*/ 0 w 352"/>
                <a:gd name="T27" fmla="*/ 606 h 655"/>
                <a:gd name="T28" fmla="*/ 5 w 352"/>
                <a:gd name="T29" fmla="*/ 589 h 655"/>
                <a:gd name="T30" fmla="*/ 265 w 352"/>
                <a:gd name="T31" fmla="*/ 27 h 655"/>
                <a:gd name="T32" fmla="*/ 276 w 352"/>
                <a:gd name="T33" fmla="*/ 11 h 655"/>
                <a:gd name="T34" fmla="*/ 291 w 352"/>
                <a:gd name="T35" fmla="*/ 4 h 655"/>
                <a:gd name="T36" fmla="*/ 309 w 352"/>
                <a:gd name="T37" fmla="*/ 0 h 6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52" h="655">
                  <a:moveTo>
                    <a:pt x="309" y="0"/>
                  </a:moveTo>
                  <a:lnTo>
                    <a:pt x="326" y="6"/>
                  </a:lnTo>
                  <a:lnTo>
                    <a:pt x="342" y="18"/>
                  </a:lnTo>
                  <a:lnTo>
                    <a:pt x="349" y="32"/>
                  </a:lnTo>
                  <a:lnTo>
                    <a:pt x="352" y="49"/>
                  </a:lnTo>
                  <a:lnTo>
                    <a:pt x="347" y="68"/>
                  </a:lnTo>
                  <a:lnTo>
                    <a:pt x="87" y="630"/>
                  </a:lnTo>
                  <a:lnTo>
                    <a:pt x="77" y="644"/>
                  </a:lnTo>
                  <a:lnTo>
                    <a:pt x="61" y="653"/>
                  </a:lnTo>
                  <a:lnTo>
                    <a:pt x="43" y="655"/>
                  </a:lnTo>
                  <a:lnTo>
                    <a:pt x="26" y="650"/>
                  </a:lnTo>
                  <a:lnTo>
                    <a:pt x="10" y="639"/>
                  </a:lnTo>
                  <a:lnTo>
                    <a:pt x="3" y="623"/>
                  </a:lnTo>
                  <a:lnTo>
                    <a:pt x="0" y="606"/>
                  </a:lnTo>
                  <a:lnTo>
                    <a:pt x="5" y="589"/>
                  </a:lnTo>
                  <a:lnTo>
                    <a:pt x="265" y="27"/>
                  </a:lnTo>
                  <a:lnTo>
                    <a:pt x="276" y="11"/>
                  </a:lnTo>
                  <a:lnTo>
                    <a:pt x="291" y="4"/>
                  </a:lnTo>
                  <a:lnTo>
                    <a:pt x="30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 dirty="0"/>
            </a:p>
          </p:txBody>
        </p:sp>
        <p:sp>
          <p:nvSpPr>
            <p:cNvPr id="27" name="Freeform 22"/>
            <p:cNvSpPr>
              <a:spLocks/>
            </p:cNvSpPr>
            <p:nvPr userDrawn="1"/>
          </p:nvSpPr>
          <p:spPr bwMode="auto">
            <a:xfrm>
              <a:off x="7414800" y="4764984"/>
              <a:ext cx="430719" cy="659361"/>
            </a:xfrm>
            <a:custGeom>
              <a:avLst/>
              <a:gdLst>
                <a:gd name="T0" fmla="*/ 417 w 454"/>
                <a:gd name="T1" fmla="*/ 0 h 695"/>
                <a:gd name="T2" fmla="*/ 433 w 454"/>
                <a:gd name="T3" fmla="*/ 7 h 695"/>
                <a:gd name="T4" fmla="*/ 447 w 454"/>
                <a:gd name="T5" fmla="*/ 21 h 695"/>
                <a:gd name="T6" fmla="*/ 454 w 454"/>
                <a:gd name="T7" fmla="*/ 37 h 695"/>
                <a:gd name="T8" fmla="*/ 454 w 454"/>
                <a:gd name="T9" fmla="*/ 54 h 695"/>
                <a:gd name="T10" fmla="*/ 447 w 454"/>
                <a:gd name="T11" fmla="*/ 72 h 695"/>
                <a:gd name="T12" fmla="*/ 84 w 454"/>
                <a:gd name="T13" fmla="*/ 676 h 695"/>
                <a:gd name="T14" fmla="*/ 70 w 454"/>
                <a:gd name="T15" fmla="*/ 688 h 695"/>
                <a:gd name="T16" fmla="*/ 54 w 454"/>
                <a:gd name="T17" fmla="*/ 695 h 695"/>
                <a:gd name="T18" fmla="*/ 37 w 454"/>
                <a:gd name="T19" fmla="*/ 695 h 695"/>
                <a:gd name="T20" fmla="*/ 19 w 454"/>
                <a:gd name="T21" fmla="*/ 688 h 695"/>
                <a:gd name="T22" fmla="*/ 7 w 454"/>
                <a:gd name="T23" fmla="*/ 676 h 695"/>
                <a:gd name="T24" fmla="*/ 0 w 454"/>
                <a:gd name="T25" fmla="*/ 660 h 695"/>
                <a:gd name="T26" fmla="*/ 0 w 454"/>
                <a:gd name="T27" fmla="*/ 642 h 695"/>
                <a:gd name="T28" fmla="*/ 7 w 454"/>
                <a:gd name="T29" fmla="*/ 625 h 695"/>
                <a:gd name="T30" fmla="*/ 370 w 454"/>
                <a:gd name="T31" fmla="*/ 21 h 695"/>
                <a:gd name="T32" fmla="*/ 382 w 454"/>
                <a:gd name="T33" fmla="*/ 7 h 695"/>
                <a:gd name="T34" fmla="*/ 400 w 454"/>
                <a:gd name="T35" fmla="*/ 0 h 695"/>
                <a:gd name="T36" fmla="*/ 417 w 454"/>
                <a:gd name="T37" fmla="*/ 0 h 6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454" h="695">
                  <a:moveTo>
                    <a:pt x="417" y="0"/>
                  </a:moveTo>
                  <a:lnTo>
                    <a:pt x="433" y="7"/>
                  </a:lnTo>
                  <a:lnTo>
                    <a:pt x="447" y="21"/>
                  </a:lnTo>
                  <a:lnTo>
                    <a:pt x="454" y="37"/>
                  </a:lnTo>
                  <a:lnTo>
                    <a:pt x="454" y="54"/>
                  </a:lnTo>
                  <a:lnTo>
                    <a:pt x="447" y="72"/>
                  </a:lnTo>
                  <a:lnTo>
                    <a:pt x="84" y="676"/>
                  </a:lnTo>
                  <a:lnTo>
                    <a:pt x="70" y="688"/>
                  </a:lnTo>
                  <a:lnTo>
                    <a:pt x="54" y="695"/>
                  </a:lnTo>
                  <a:lnTo>
                    <a:pt x="37" y="695"/>
                  </a:lnTo>
                  <a:lnTo>
                    <a:pt x="19" y="688"/>
                  </a:lnTo>
                  <a:lnTo>
                    <a:pt x="7" y="676"/>
                  </a:lnTo>
                  <a:lnTo>
                    <a:pt x="0" y="660"/>
                  </a:lnTo>
                  <a:lnTo>
                    <a:pt x="0" y="642"/>
                  </a:lnTo>
                  <a:lnTo>
                    <a:pt x="7" y="625"/>
                  </a:lnTo>
                  <a:lnTo>
                    <a:pt x="370" y="21"/>
                  </a:lnTo>
                  <a:lnTo>
                    <a:pt x="382" y="7"/>
                  </a:lnTo>
                  <a:lnTo>
                    <a:pt x="400" y="0"/>
                  </a:lnTo>
                  <a:lnTo>
                    <a:pt x="417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 dirty="0"/>
            </a:p>
          </p:txBody>
        </p:sp>
        <p:sp>
          <p:nvSpPr>
            <p:cNvPr id="28" name="Freeform 23"/>
            <p:cNvSpPr>
              <a:spLocks/>
            </p:cNvSpPr>
            <p:nvPr userDrawn="1"/>
          </p:nvSpPr>
          <p:spPr bwMode="auto">
            <a:xfrm>
              <a:off x="7730724" y="4924369"/>
              <a:ext cx="543617" cy="680232"/>
            </a:xfrm>
            <a:custGeom>
              <a:avLst/>
              <a:gdLst>
                <a:gd name="T0" fmla="*/ 522 w 573"/>
                <a:gd name="T1" fmla="*/ 0 h 717"/>
                <a:gd name="T2" fmla="*/ 540 w 573"/>
                <a:gd name="T3" fmla="*/ 1 h 717"/>
                <a:gd name="T4" fmla="*/ 557 w 573"/>
                <a:gd name="T5" fmla="*/ 10 h 717"/>
                <a:gd name="T6" fmla="*/ 568 w 573"/>
                <a:gd name="T7" fmla="*/ 24 h 717"/>
                <a:gd name="T8" fmla="*/ 573 w 573"/>
                <a:gd name="T9" fmla="*/ 40 h 717"/>
                <a:gd name="T10" fmla="*/ 571 w 573"/>
                <a:gd name="T11" fmla="*/ 57 h 717"/>
                <a:gd name="T12" fmla="*/ 562 w 573"/>
                <a:gd name="T13" fmla="*/ 75 h 717"/>
                <a:gd name="T14" fmla="*/ 81 w 573"/>
                <a:gd name="T15" fmla="*/ 700 h 717"/>
                <a:gd name="T16" fmla="*/ 67 w 573"/>
                <a:gd name="T17" fmla="*/ 712 h 717"/>
                <a:gd name="T18" fmla="*/ 51 w 573"/>
                <a:gd name="T19" fmla="*/ 717 h 717"/>
                <a:gd name="T20" fmla="*/ 32 w 573"/>
                <a:gd name="T21" fmla="*/ 715 h 717"/>
                <a:gd name="T22" fmla="*/ 16 w 573"/>
                <a:gd name="T23" fmla="*/ 707 h 717"/>
                <a:gd name="T24" fmla="*/ 5 w 573"/>
                <a:gd name="T25" fmla="*/ 693 h 717"/>
                <a:gd name="T26" fmla="*/ 0 w 573"/>
                <a:gd name="T27" fmla="*/ 675 h 717"/>
                <a:gd name="T28" fmla="*/ 2 w 573"/>
                <a:gd name="T29" fmla="*/ 658 h 717"/>
                <a:gd name="T30" fmla="*/ 11 w 573"/>
                <a:gd name="T31" fmla="*/ 642 h 717"/>
                <a:gd name="T32" fmla="*/ 491 w 573"/>
                <a:gd name="T33" fmla="*/ 15 h 717"/>
                <a:gd name="T34" fmla="*/ 506 w 573"/>
                <a:gd name="T35" fmla="*/ 3 h 717"/>
                <a:gd name="T36" fmla="*/ 522 w 573"/>
                <a:gd name="T37" fmla="*/ 0 h 7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73" h="717">
                  <a:moveTo>
                    <a:pt x="522" y="0"/>
                  </a:moveTo>
                  <a:lnTo>
                    <a:pt x="540" y="1"/>
                  </a:lnTo>
                  <a:lnTo>
                    <a:pt x="557" y="10"/>
                  </a:lnTo>
                  <a:lnTo>
                    <a:pt x="568" y="24"/>
                  </a:lnTo>
                  <a:lnTo>
                    <a:pt x="573" y="40"/>
                  </a:lnTo>
                  <a:lnTo>
                    <a:pt x="571" y="57"/>
                  </a:lnTo>
                  <a:lnTo>
                    <a:pt x="562" y="75"/>
                  </a:lnTo>
                  <a:lnTo>
                    <a:pt x="81" y="700"/>
                  </a:lnTo>
                  <a:lnTo>
                    <a:pt x="67" y="712"/>
                  </a:lnTo>
                  <a:lnTo>
                    <a:pt x="51" y="717"/>
                  </a:lnTo>
                  <a:lnTo>
                    <a:pt x="32" y="715"/>
                  </a:lnTo>
                  <a:lnTo>
                    <a:pt x="16" y="707"/>
                  </a:lnTo>
                  <a:lnTo>
                    <a:pt x="5" y="693"/>
                  </a:lnTo>
                  <a:lnTo>
                    <a:pt x="0" y="675"/>
                  </a:lnTo>
                  <a:lnTo>
                    <a:pt x="2" y="658"/>
                  </a:lnTo>
                  <a:lnTo>
                    <a:pt x="11" y="642"/>
                  </a:lnTo>
                  <a:lnTo>
                    <a:pt x="491" y="15"/>
                  </a:lnTo>
                  <a:lnTo>
                    <a:pt x="506" y="3"/>
                  </a:lnTo>
                  <a:lnTo>
                    <a:pt x="522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 dirty="0"/>
            </a:p>
          </p:txBody>
        </p:sp>
      </p:grpSp>
      <p:sp>
        <p:nvSpPr>
          <p:cNvPr id="30" name="Text Placeholder 29"/>
          <p:cNvSpPr>
            <a:spLocks noGrp="1"/>
          </p:cNvSpPr>
          <p:nvPr>
            <p:ph type="body" sz="quarter" idx="13" hasCustomPrompt="1"/>
          </p:nvPr>
        </p:nvSpPr>
        <p:spPr>
          <a:xfrm>
            <a:off x="430847" y="1846264"/>
            <a:ext cx="11255271" cy="1241425"/>
          </a:xfrm>
        </p:spPr>
        <p:txBody>
          <a:bodyPr anchor="ctr" anchorCtr="0">
            <a:normAutofit/>
          </a:bodyPr>
          <a:lstStyle>
            <a:lvl1pPr marL="0" indent="0">
              <a:buNone/>
              <a:defRPr sz="4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42510840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75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75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6728BC2-ACA3-447C-A909-F3F49211C0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4074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6680" y="1481447"/>
            <a:ext cx="5345480" cy="4525963"/>
          </a:xfrm>
        </p:spPr>
        <p:txBody>
          <a:bodyPr/>
          <a:lstStyle>
            <a:lvl1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6728BC2-ACA3-447C-A909-F3F49211C06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2"/>
          <p:cNvSpPr>
            <a:spLocks noGrp="1"/>
          </p:cNvSpPr>
          <p:nvPr>
            <p:ph idx="13"/>
          </p:nvPr>
        </p:nvSpPr>
        <p:spPr>
          <a:xfrm>
            <a:off x="6192587" y="1481447"/>
            <a:ext cx="5345480" cy="4525963"/>
          </a:xfrm>
        </p:spPr>
        <p:txBody>
          <a:bodyPr/>
          <a:lstStyle>
            <a:lvl1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83794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6728BC2-ACA3-447C-A909-F3F49211C06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5"/>
          <p:cNvSpPr>
            <a:spLocks noGrp="1"/>
          </p:cNvSpPr>
          <p:nvPr>
            <p:ph sz="quarter" idx="16" hasCustomPrompt="1"/>
          </p:nvPr>
        </p:nvSpPr>
        <p:spPr>
          <a:xfrm>
            <a:off x="6277878" y="1538840"/>
            <a:ext cx="5476991" cy="2416827"/>
          </a:xfrm>
        </p:spPr>
        <p:txBody>
          <a:bodyPr/>
          <a:lstStyle>
            <a:lvl1pPr marL="176213" indent="-176213" algn="l">
              <a:buClr>
                <a:schemeClr val="accent1"/>
              </a:buClr>
              <a:defRPr sz="2000"/>
            </a:lvl1pPr>
            <a:lvl2pPr marL="396875" indent="-223838" algn="l" defTabSz="452438">
              <a:defRPr sz="1800"/>
            </a:lvl2pPr>
            <a:lvl3pPr algn="l">
              <a:defRPr sz="1600"/>
            </a:lvl3pPr>
            <a:lvl4pPr algn="l">
              <a:defRPr sz="1400"/>
            </a:lvl4pPr>
            <a:lvl5pPr algn="l"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9" name="Content Placeholder 5"/>
          <p:cNvSpPr>
            <a:spLocks noGrp="1"/>
          </p:cNvSpPr>
          <p:nvPr>
            <p:ph sz="quarter" idx="17"/>
          </p:nvPr>
        </p:nvSpPr>
        <p:spPr>
          <a:xfrm>
            <a:off x="468155" y="1540359"/>
            <a:ext cx="5485205" cy="2415307"/>
          </a:xfrm>
        </p:spPr>
        <p:txBody>
          <a:bodyPr/>
          <a:lstStyle>
            <a:lvl1pPr marL="176213" indent="-176213" algn="l">
              <a:buClr>
                <a:schemeClr val="accent1"/>
              </a:buClr>
              <a:buFont typeface="Arial" panose="020B0604020202020204" pitchFamily="34" charset="0"/>
              <a:buChar char="•"/>
              <a:defRPr sz="2000"/>
            </a:lvl1pPr>
            <a:lvl2pPr marL="396875" indent="-223838" algn="l" defTabSz="452438">
              <a:buClr>
                <a:schemeClr val="accent1"/>
              </a:buClr>
              <a:defRPr sz="1800"/>
            </a:lvl2pPr>
            <a:lvl3pPr algn="l">
              <a:defRPr sz="1600"/>
            </a:lvl3pPr>
            <a:lvl4pPr algn="l">
              <a:defRPr sz="1400"/>
            </a:lvl4pPr>
            <a:lvl5pPr algn="l">
              <a:defRPr sz="12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2" name="Content Placeholder 5"/>
          <p:cNvSpPr>
            <a:spLocks noGrp="1"/>
          </p:cNvSpPr>
          <p:nvPr>
            <p:ph sz="quarter" idx="18" hasCustomPrompt="1"/>
          </p:nvPr>
        </p:nvSpPr>
        <p:spPr>
          <a:xfrm>
            <a:off x="6277878" y="4099160"/>
            <a:ext cx="5476991" cy="2416827"/>
          </a:xfrm>
        </p:spPr>
        <p:txBody>
          <a:bodyPr/>
          <a:lstStyle>
            <a:lvl1pPr marL="176213" indent="-176213" algn="l">
              <a:buClr>
                <a:schemeClr val="accent1"/>
              </a:buClr>
              <a:defRPr sz="2000"/>
            </a:lvl1pPr>
            <a:lvl2pPr marL="396875" indent="-223838" algn="l" defTabSz="452438">
              <a:defRPr sz="1800"/>
            </a:lvl2pPr>
            <a:lvl3pPr algn="l">
              <a:defRPr sz="1600"/>
            </a:lvl3pPr>
            <a:lvl4pPr algn="l">
              <a:defRPr sz="1400"/>
            </a:lvl4pPr>
            <a:lvl5pPr algn="l"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9"/>
          </p:nvPr>
        </p:nvSpPr>
        <p:spPr>
          <a:xfrm>
            <a:off x="468155" y="4100679"/>
            <a:ext cx="5485205" cy="2415307"/>
          </a:xfrm>
        </p:spPr>
        <p:txBody>
          <a:bodyPr/>
          <a:lstStyle>
            <a:lvl1pPr marL="176213" indent="-176213" algn="l">
              <a:buClr>
                <a:schemeClr val="accent1"/>
              </a:buClr>
              <a:buFont typeface="Arial" panose="020B0604020202020204" pitchFamily="34" charset="0"/>
              <a:buChar char="•"/>
              <a:defRPr sz="2000"/>
            </a:lvl1pPr>
            <a:lvl2pPr marL="396875" indent="-223838" algn="l" defTabSz="452438">
              <a:buClr>
                <a:schemeClr val="accent1"/>
              </a:buClr>
              <a:defRPr sz="1800"/>
            </a:lvl2pPr>
            <a:lvl3pPr algn="l">
              <a:defRPr sz="1600"/>
            </a:lvl3pPr>
            <a:lvl4pPr algn="l">
              <a:defRPr sz="1400"/>
            </a:lvl4pPr>
            <a:lvl5pPr algn="l">
              <a:defRPr sz="12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37592703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3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1557" b="649"/>
          <a:stretch/>
        </p:blipFill>
        <p:spPr>
          <a:xfrm>
            <a:off x="-2" y="6259484"/>
            <a:ext cx="12192003" cy="598516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6728BC2-ACA3-447C-A909-F3F49211C06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6" name="Content Placeholder 45"/>
          <p:cNvSpPr>
            <a:spLocks noGrp="1"/>
          </p:cNvSpPr>
          <p:nvPr>
            <p:ph sz="quarter" idx="13"/>
          </p:nvPr>
        </p:nvSpPr>
        <p:spPr>
          <a:xfrm>
            <a:off x="209551" y="133350"/>
            <a:ext cx="11768667" cy="5951538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571186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0"/>
            <a:ext cx="12192000" cy="1219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6728BC2-ACA3-447C-A909-F3F49211C066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7" name="Group 6"/>
          <p:cNvGrpSpPr/>
          <p:nvPr userDrawn="1"/>
        </p:nvGrpSpPr>
        <p:grpSpPr>
          <a:xfrm>
            <a:off x="9685945" y="365741"/>
            <a:ext cx="2071076" cy="487719"/>
            <a:chOff x="7264458" y="365740"/>
            <a:chExt cx="1553307" cy="487719"/>
          </a:xfrm>
        </p:grpSpPr>
        <p:sp>
          <p:nvSpPr>
            <p:cNvPr id="8" name="Freeform 6"/>
            <p:cNvSpPr>
              <a:spLocks noEditPoints="1"/>
            </p:cNvSpPr>
            <p:nvPr userDrawn="1"/>
          </p:nvSpPr>
          <p:spPr bwMode="auto">
            <a:xfrm>
              <a:off x="7264458" y="705011"/>
              <a:ext cx="148988" cy="144669"/>
            </a:xfrm>
            <a:custGeom>
              <a:avLst/>
              <a:gdLst>
                <a:gd name="T0" fmla="*/ 98 w 552"/>
                <a:gd name="T1" fmla="*/ 79 h 536"/>
                <a:gd name="T2" fmla="*/ 98 w 552"/>
                <a:gd name="T3" fmla="*/ 241 h 536"/>
                <a:gd name="T4" fmla="*/ 307 w 552"/>
                <a:gd name="T5" fmla="*/ 241 h 536"/>
                <a:gd name="T6" fmla="*/ 342 w 552"/>
                <a:gd name="T7" fmla="*/ 241 h 536"/>
                <a:gd name="T8" fmla="*/ 374 w 552"/>
                <a:gd name="T9" fmla="*/ 238 h 536"/>
                <a:gd name="T10" fmla="*/ 398 w 552"/>
                <a:gd name="T11" fmla="*/ 231 h 536"/>
                <a:gd name="T12" fmla="*/ 417 w 552"/>
                <a:gd name="T13" fmla="*/ 222 h 536"/>
                <a:gd name="T14" fmla="*/ 431 w 552"/>
                <a:gd name="T15" fmla="*/ 206 h 536"/>
                <a:gd name="T16" fmla="*/ 440 w 552"/>
                <a:gd name="T17" fmla="*/ 187 h 536"/>
                <a:gd name="T18" fmla="*/ 443 w 552"/>
                <a:gd name="T19" fmla="*/ 161 h 536"/>
                <a:gd name="T20" fmla="*/ 440 w 552"/>
                <a:gd name="T21" fmla="*/ 135 h 536"/>
                <a:gd name="T22" fmla="*/ 431 w 552"/>
                <a:gd name="T23" fmla="*/ 114 h 536"/>
                <a:gd name="T24" fmla="*/ 417 w 552"/>
                <a:gd name="T25" fmla="*/ 100 h 536"/>
                <a:gd name="T26" fmla="*/ 398 w 552"/>
                <a:gd name="T27" fmla="*/ 89 h 536"/>
                <a:gd name="T28" fmla="*/ 374 w 552"/>
                <a:gd name="T29" fmla="*/ 84 h 536"/>
                <a:gd name="T30" fmla="*/ 342 w 552"/>
                <a:gd name="T31" fmla="*/ 80 h 536"/>
                <a:gd name="T32" fmla="*/ 307 w 552"/>
                <a:gd name="T33" fmla="*/ 79 h 536"/>
                <a:gd name="T34" fmla="*/ 98 w 552"/>
                <a:gd name="T35" fmla="*/ 79 h 536"/>
                <a:gd name="T36" fmla="*/ 0 w 552"/>
                <a:gd name="T37" fmla="*/ 0 h 536"/>
                <a:gd name="T38" fmla="*/ 323 w 552"/>
                <a:gd name="T39" fmla="*/ 0 h 536"/>
                <a:gd name="T40" fmla="*/ 377 w 552"/>
                <a:gd name="T41" fmla="*/ 2 h 536"/>
                <a:gd name="T42" fmla="*/ 422 w 552"/>
                <a:gd name="T43" fmla="*/ 9 h 536"/>
                <a:gd name="T44" fmla="*/ 461 w 552"/>
                <a:gd name="T45" fmla="*/ 19 h 536"/>
                <a:gd name="T46" fmla="*/ 490 w 552"/>
                <a:gd name="T47" fmla="*/ 37 h 536"/>
                <a:gd name="T48" fmla="*/ 513 w 552"/>
                <a:gd name="T49" fmla="*/ 58 h 536"/>
                <a:gd name="T50" fmla="*/ 529 w 552"/>
                <a:gd name="T51" fmla="*/ 86 h 536"/>
                <a:gd name="T52" fmla="*/ 538 w 552"/>
                <a:gd name="T53" fmla="*/ 119 h 536"/>
                <a:gd name="T54" fmla="*/ 541 w 552"/>
                <a:gd name="T55" fmla="*/ 157 h 536"/>
                <a:gd name="T56" fmla="*/ 538 w 552"/>
                <a:gd name="T57" fmla="*/ 194 h 536"/>
                <a:gd name="T58" fmla="*/ 529 w 552"/>
                <a:gd name="T59" fmla="*/ 225 h 536"/>
                <a:gd name="T60" fmla="*/ 513 w 552"/>
                <a:gd name="T61" fmla="*/ 252 h 536"/>
                <a:gd name="T62" fmla="*/ 494 w 552"/>
                <a:gd name="T63" fmla="*/ 272 h 536"/>
                <a:gd name="T64" fmla="*/ 473 w 552"/>
                <a:gd name="T65" fmla="*/ 290 h 536"/>
                <a:gd name="T66" fmla="*/ 447 w 552"/>
                <a:gd name="T67" fmla="*/ 302 h 536"/>
                <a:gd name="T68" fmla="*/ 421 w 552"/>
                <a:gd name="T69" fmla="*/ 311 h 536"/>
                <a:gd name="T70" fmla="*/ 393 w 552"/>
                <a:gd name="T71" fmla="*/ 314 h 536"/>
                <a:gd name="T72" fmla="*/ 384 w 552"/>
                <a:gd name="T73" fmla="*/ 314 h 536"/>
                <a:gd name="T74" fmla="*/ 552 w 552"/>
                <a:gd name="T75" fmla="*/ 536 h 536"/>
                <a:gd name="T76" fmla="*/ 431 w 552"/>
                <a:gd name="T77" fmla="*/ 536 h 536"/>
                <a:gd name="T78" fmla="*/ 274 w 552"/>
                <a:gd name="T79" fmla="*/ 323 h 536"/>
                <a:gd name="T80" fmla="*/ 274 w 552"/>
                <a:gd name="T81" fmla="*/ 321 h 536"/>
                <a:gd name="T82" fmla="*/ 98 w 552"/>
                <a:gd name="T83" fmla="*/ 321 h 536"/>
                <a:gd name="T84" fmla="*/ 98 w 552"/>
                <a:gd name="T85" fmla="*/ 536 h 536"/>
                <a:gd name="T86" fmla="*/ 0 w 552"/>
                <a:gd name="T87" fmla="*/ 536 h 536"/>
                <a:gd name="T88" fmla="*/ 0 w 552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2" h="536">
                  <a:moveTo>
                    <a:pt x="98" y="79"/>
                  </a:moveTo>
                  <a:lnTo>
                    <a:pt x="98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4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4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8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61" y="19"/>
                  </a:lnTo>
                  <a:lnTo>
                    <a:pt x="490" y="37"/>
                  </a:lnTo>
                  <a:lnTo>
                    <a:pt x="513" y="58"/>
                  </a:lnTo>
                  <a:lnTo>
                    <a:pt x="529" y="86"/>
                  </a:lnTo>
                  <a:lnTo>
                    <a:pt x="538" y="119"/>
                  </a:lnTo>
                  <a:lnTo>
                    <a:pt x="541" y="157"/>
                  </a:lnTo>
                  <a:lnTo>
                    <a:pt x="538" y="194"/>
                  </a:lnTo>
                  <a:lnTo>
                    <a:pt x="529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3" y="290"/>
                  </a:lnTo>
                  <a:lnTo>
                    <a:pt x="447" y="302"/>
                  </a:lnTo>
                  <a:lnTo>
                    <a:pt x="421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2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4" y="321"/>
                  </a:lnTo>
                  <a:lnTo>
                    <a:pt x="98" y="321"/>
                  </a:lnTo>
                  <a:lnTo>
                    <a:pt x="9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 dirty="0"/>
            </a:p>
          </p:txBody>
        </p:sp>
        <p:sp>
          <p:nvSpPr>
            <p:cNvPr id="9" name="Freeform 7"/>
            <p:cNvSpPr>
              <a:spLocks/>
            </p:cNvSpPr>
            <p:nvPr userDrawn="1"/>
          </p:nvSpPr>
          <p:spPr bwMode="auto">
            <a:xfrm>
              <a:off x="7450153" y="705011"/>
              <a:ext cx="131714" cy="144669"/>
            </a:xfrm>
            <a:custGeom>
              <a:avLst/>
              <a:gdLst>
                <a:gd name="T0" fmla="*/ 0 w 488"/>
                <a:gd name="T1" fmla="*/ 0 h 536"/>
                <a:gd name="T2" fmla="*/ 440 w 488"/>
                <a:gd name="T3" fmla="*/ 0 h 536"/>
                <a:gd name="T4" fmla="*/ 455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5 w 488"/>
                <a:gd name="T17" fmla="*/ 79 h 536"/>
                <a:gd name="T18" fmla="*/ 440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54 w 488"/>
                <a:gd name="T25" fmla="*/ 218 h 536"/>
                <a:gd name="T26" fmla="*/ 370 w 488"/>
                <a:gd name="T27" fmla="*/ 222 h 536"/>
                <a:gd name="T28" fmla="*/ 384 w 488"/>
                <a:gd name="T29" fmla="*/ 231 h 536"/>
                <a:gd name="T30" fmla="*/ 392 w 488"/>
                <a:gd name="T31" fmla="*/ 243 h 536"/>
                <a:gd name="T32" fmla="*/ 396 w 488"/>
                <a:gd name="T33" fmla="*/ 259 h 536"/>
                <a:gd name="T34" fmla="*/ 392 w 488"/>
                <a:gd name="T35" fmla="*/ 276 h 536"/>
                <a:gd name="T36" fmla="*/ 384 w 488"/>
                <a:gd name="T37" fmla="*/ 288 h 536"/>
                <a:gd name="T38" fmla="*/ 370 w 488"/>
                <a:gd name="T39" fmla="*/ 297 h 536"/>
                <a:gd name="T40" fmla="*/ 354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8 w 488"/>
                <a:gd name="T47" fmla="*/ 454 h 536"/>
                <a:gd name="T48" fmla="*/ 464 w 488"/>
                <a:gd name="T49" fmla="*/ 457 h 536"/>
                <a:gd name="T50" fmla="*/ 478 w 488"/>
                <a:gd name="T51" fmla="*/ 466 h 536"/>
                <a:gd name="T52" fmla="*/ 487 w 488"/>
                <a:gd name="T53" fmla="*/ 478 h 536"/>
                <a:gd name="T54" fmla="*/ 488 w 488"/>
                <a:gd name="T55" fmla="*/ 494 h 536"/>
                <a:gd name="T56" fmla="*/ 487 w 488"/>
                <a:gd name="T57" fmla="*/ 512 h 536"/>
                <a:gd name="T58" fmla="*/ 478 w 488"/>
                <a:gd name="T59" fmla="*/ 524 h 536"/>
                <a:gd name="T60" fmla="*/ 464 w 488"/>
                <a:gd name="T61" fmla="*/ 533 h 536"/>
                <a:gd name="T62" fmla="*/ 448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40" y="0"/>
                  </a:lnTo>
                  <a:lnTo>
                    <a:pt x="455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5" y="79"/>
                  </a:lnTo>
                  <a:lnTo>
                    <a:pt x="440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54" y="218"/>
                  </a:lnTo>
                  <a:lnTo>
                    <a:pt x="370" y="222"/>
                  </a:lnTo>
                  <a:lnTo>
                    <a:pt x="384" y="231"/>
                  </a:lnTo>
                  <a:lnTo>
                    <a:pt x="392" y="243"/>
                  </a:lnTo>
                  <a:lnTo>
                    <a:pt x="396" y="259"/>
                  </a:lnTo>
                  <a:lnTo>
                    <a:pt x="392" y="276"/>
                  </a:lnTo>
                  <a:lnTo>
                    <a:pt x="384" y="288"/>
                  </a:lnTo>
                  <a:lnTo>
                    <a:pt x="370" y="297"/>
                  </a:lnTo>
                  <a:lnTo>
                    <a:pt x="354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8" y="454"/>
                  </a:lnTo>
                  <a:lnTo>
                    <a:pt x="464" y="457"/>
                  </a:lnTo>
                  <a:lnTo>
                    <a:pt x="478" y="466"/>
                  </a:lnTo>
                  <a:lnTo>
                    <a:pt x="487" y="478"/>
                  </a:lnTo>
                  <a:lnTo>
                    <a:pt x="488" y="494"/>
                  </a:lnTo>
                  <a:lnTo>
                    <a:pt x="487" y="512"/>
                  </a:lnTo>
                  <a:lnTo>
                    <a:pt x="478" y="524"/>
                  </a:lnTo>
                  <a:lnTo>
                    <a:pt x="464" y="533"/>
                  </a:lnTo>
                  <a:lnTo>
                    <a:pt x="44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 dirty="0"/>
            </a:p>
          </p:txBody>
        </p:sp>
        <p:sp>
          <p:nvSpPr>
            <p:cNvPr id="10" name="Freeform 8"/>
            <p:cNvSpPr>
              <a:spLocks/>
            </p:cNvSpPr>
            <p:nvPr userDrawn="1"/>
          </p:nvSpPr>
          <p:spPr bwMode="auto">
            <a:xfrm>
              <a:off x="7613446" y="705011"/>
              <a:ext cx="154116" cy="144669"/>
            </a:xfrm>
            <a:custGeom>
              <a:avLst/>
              <a:gdLst>
                <a:gd name="T0" fmla="*/ 48 w 571"/>
                <a:gd name="T1" fmla="*/ 0 h 536"/>
                <a:gd name="T2" fmla="*/ 65 w 571"/>
                <a:gd name="T3" fmla="*/ 4 h 536"/>
                <a:gd name="T4" fmla="*/ 79 w 571"/>
                <a:gd name="T5" fmla="*/ 12 h 536"/>
                <a:gd name="T6" fmla="*/ 89 w 571"/>
                <a:gd name="T7" fmla="*/ 26 h 536"/>
                <a:gd name="T8" fmla="*/ 280 w 571"/>
                <a:gd name="T9" fmla="*/ 431 h 536"/>
                <a:gd name="T10" fmla="*/ 285 w 571"/>
                <a:gd name="T11" fmla="*/ 440 h 536"/>
                <a:gd name="T12" fmla="*/ 484 w 571"/>
                <a:gd name="T13" fmla="*/ 26 h 536"/>
                <a:gd name="T14" fmla="*/ 494 w 571"/>
                <a:gd name="T15" fmla="*/ 12 h 536"/>
                <a:gd name="T16" fmla="*/ 508 w 571"/>
                <a:gd name="T17" fmla="*/ 2 h 536"/>
                <a:gd name="T18" fmla="*/ 526 w 571"/>
                <a:gd name="T19" fmla="*/ 0 h 536"/>
                <a:gd name="T20" fmla="*/ 541 w 571"/>
                <a:gd name="T21" fmla="*/ 2 h 536"/>
                <a:gd name="T22" fmla="*/ 554 w 571"/>
                <a:gd name="T23" fmla="*/ 9 h 536"/>
                <a:gd name="T24" fmla="*/ 564 w 571"/>
                <a:gd name="T25" fmla="*/ 21 h 536"/>
                <a:gd name="T26" fmla="*/ 571 w 571"/>
                <a:gd name="T27" fmla="*/ 35 h 536"/>
                <a:gd name="T28" fmla="*/ 571 w 571"/>
                <a:gd name="T29" fmla="*/ 51 h 536"/>
                <a:gd name="T30" fmla="*/ 568 w 571"/>
                <a:gd name="T31" fmla="*/ 67 h 536"/>
                <a:gd name="T32" fmla="*/ 337 w 571"/>
                <a:gd name="T33" fmla="*/ 536 h 536"/>
                <a:gd name="T34" fmla="*/ 233 w 571"/>
                <a:gd name="T35" fmla="*/ 536 h 536"/>
                <a:gd name="T36" fmla="*/ 6 w 571"/>
                <a:gd name="T37" fmla="*/ 67 h 536"/>
                <a:gd name="T38" fmla="*/ 0 w 571"/>
                <a:gd name="T39" fmla="*/ 51 h 536"/>
                <a:gd name="T40" fmla="*/ 2 w 571"/>
                <a:gd name="T41" fmla="*/ 35 h 536"/>
                <a:gd name="T42" fmla="*/ 7 w 571"/>
                <a:gd name="T43" fmla="*/ 21 h 536"/>
                <a:gd name="T44" fmla="*/ 18 w 571"/>
                <a:gd name="T45" fmla="*/ 9 h 536"/>
                <a:gd name="T46" fmla="*/ 32 w 571"/>
                <a:gd name="T47" fmla="*/ 2 h 536"/>
                <a:gd name="T48" fmla="*/ 48 w 571"/>
                <a:gd name="T4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571" h="536">
                  <a:moveTo>
                    <a:pt x="48" y="0"/>
                  </a:moveTo>
                  <a:lnTo>
                    <a:pt x="65" y="4"/>
                  </a:lnTo>
                  <a:lnTo>
                    <a:pt x="79" y="12"/>
                  </a:lnTo>
                  <a:lnTo>
                    <a:pt x="89" y="26"/>
                  </a:lnTo>
                  <a:lnTo>
                    <a:pt x="280" y="431"/>
                  </a:lnTo>
                  <a:lnTo>
                    <a:pt x="285" y="440"/>
                  </a:lnTo>
                  <a:lnTo>
                    <a:pt x="484" y="26"/>
                  </a:lnTo>
                  <a:lnTo>
                    <a:pt x="494" y="12"/>
                  </a:lnTo>
                  <a:lnTo>
                    <a:pt x="508" y="2"/>
                  </a:lnTo>
                  <a:lnTo>
                    <a:pt x="526" y="0"/>
                  </a:lnTo>
                  <a:lnTo>
                    <a:pt x="541" y="2"/>
                  </a:lnTo>
                  <a:lnTo>
                    <a:pt x="554" y="9"/>
                  </a:lnTo>
                  <a:lnTo>
                    <a:pt x="564" y="21"/>
                  </a:lnTo>
                  <a:lnTo>
                    <a:pt x="571" y="35"/>
                  </a:lnTo>
                  <a:lnTo>
                    <a:pt x="571" y="51"/>
                  </a:lnTo>
                  <a:lnTo>
                    <a:pt x="568" y="67"/>
                  </a:lnTo>
                  <a:lnTo>
                    <a:pt x="337" y="536"/>
                  </a:lnTo>
                  <a:lnTo>
                    <a:pt x="233" y="536"/>
                  </a:lnTo>
                  <a:lnTo>
                    <a:pt x="6" y="67"/>
                  </a:lnTo>
                  <a:lnTo>
                    <a:pt x="0" y="51"/>
                  </a:lnTo>
                  <a:lnTo>
                    <a:pt x="2" y="35"/>
                  </a:lnTo>
                  <a:lnTo>
                    <a:pt x="7" y="21"/>
                  </a:lnTo>
                  <a:lnTo>
                    <a:pt x="18" y="9"/>
                  </a:lnTo>
                  <a:lnTo>
                    <a:pt x="32" y="2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 dirty="0"/>
            </a:p>
          </p:txBody>
        </p:sp>
        <p:sp>
          <p:nvSpPr>
            <p:cNvPr id="11" name="Freeform 9"/>
            <p:cNvSpPr>
              <a:spLocks noEditPoints="1"/>
            </p:cNvSpPr>
            <p:nvPr userDrawn="1"/>
          </p:nvSpPr>
          <p:spPr bwMode="auto">
            <a:xfrm>
              <a:off x="7767562" y="705011"/>
              <a:ext cx="173010" cy="144669"/>
            </a:xfrm>
            <a:custGeom>
              <a:avLst/>
              <a:gdLst>
                <a:gd name="T0" fmla="*/ 321 w 641"/>
                <a:gd name="T1" fmla="*/ 70 h 536"/>
                <a:gd name="T2" fmla="*/ 201 w 641"/>
                <a:gd name="T3" fmla="*/ 328 h 536"/>
                <a:gd name="T4" fmla="*/ 443 w 641"/>
                <a:gd name="T5" fmla="*/ 328 h 536"/>
                <a:gd name="T6" fmla="*/ 321 w 641"/>
                <a:gd name="T7" fmla="*/ 70 h 536"/>
                <a:gd name="T8" fmla="*/ 264 w 641"/>
                <a:gd name="T9" fmla="*/ 0 h 536"/>
                <a:gd name="T10" fmla="*/ 381 w 641"/>
                <a:gd name="T11" fmla="*/ 0 h 536"/>
                <a:gd name="T12" fmla="*/ 641 w 641"/>
                <a:gd name="T13" fmla="*/ 536 h 536"/>
                <a:gd name="T14" fmla="*/ 538 w 641"/>
                <a:gd name="T15" fmla="*/ 536 h 536"/>
                <a:gd name="T16" fmla="*/ 482 w 641"/>
                <a:gd name="T17" fmla="*/ 414 h 536"/>
                <a:gd name="T18" fmla="*/ 480 w 641"/>
                <a:gd name="T19" fmla="*/ 410 h 536"/>
                <a:gd name="T20" fmla="*/ 161 w 641"/>
                <a:gd name="T21" fmla="*/ 410 h 536"/>
                <a:gd name="T22" fmla="*/ 103 w 641"/>
                <a:gd name="T23" fmla="*/ 536 h 536"/>
                <a:gd name="T24" fmla="*/ 0 w 641"/>
                <a:gd name="T25" fmla="*/ 536 h 536"/>
                <a:gd name="T26" fmla="*/ 264 w 641"/>
                <a:gd name="T2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1" h="536">
                  <a:moveTo>
                    <a:pt x="321" y="70"/>
                  </a:moveTo>
                  <a:lnTo>
                    <a:pt x="201" y="328"/>
                  </a:lnTo>
                  <a:lnTo>
                    <a:pt x="443" y="328"/>
                  </a:lnTo>
                  <a:lnTo>
                    <a:pt x="321" y="70"/>
                  </a:lnTo>
                  <a:close/>
                  <a:moveTo>
                    <a:pt x="264" y="0"/>
                  </a:moveTo>
                  <a:lnTo>
                    <a:pt x="381" y="0"/>
                  </a:lnTo>
                  <a:lnTo>
                    <a:pt x="641" y="536"/>
                  </a:lnTo>
                  <a:lnTo>
                    <a:pt x="538" y="536"/>
                  </a:lnTo>
                  <a:lnTo>
                    <a:pt x="482" y="414"/>
                  </a:lnTo>
                  <a:lnTo>
                    <a:pt x="480" y="410"/>
                  </a:lnTo>
                  <a:lnTo>
                    <a:pt x="161" y="410"/>
                  </a:lnTo>
                  <a:lnTo>
                    <a:pt x="103" y="536"/>
                  </a:lnTo>
                  <a:lnTo>
                    <a:pt x="0" y="536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 dirty="0"/>
            </a:p>
          </p:txBody>
        </p:sp>
        <p:sp>
          <p:nvSpPr>
            <p:cNvPr id="12" name="Freeform 10"/>
            <p:cNvSpPr>
              <a:spLocks/>
            </p:cNvSpPr>
            <p:nvPr userDrawn="1"/>
          </p:nvSpPr>
          <p:spPr bwMode="auto">
            <a:xfrm>
              <a:off x="7934364" y="705011"/>
              <a:ext cx="157895" cy="144669"/>
            </a:xfrm>
            <a:custGeom>
              <a:avLst/>
              <a:gdLst>
                <a:gd name="T0" fmla="*/ 42 w 585"/>
                <a:gd name="T1" fmla="*/ 0 h 536"/>
                <a:gd name="T2" fmla="*/ 545 w 585"/>
                <a:gd name="T3" fmla="*/ 0 h 536"/>
                <a:gd name="T4" fmla="*/ 560 w 585"/>
                <a:gd name="T5" fmla="*/ 2 h 536"/>
                <a:gd name="T6" fmla="*/ 574 w 585"/>
                <a:gd name="T7" fmla="*/ 12 h 536"/>
                <a:gd name="T8" fmla="*/ 583 w 585"/>
                <a:gd name="T9" fmla="*/ 25 h 536"/>
                <a:gd name="T10" fmla="*/ 585 w 585"/>
                <a:gd name="T11" fmla="*/ 40 h 536"/>
                <a:gd name="T12" fmla="*/ 583 w 585"/>
                <a:gd name="T13" fmla="*/ 56 h 536"/>
                <a:gd name="T14" fmla="*/ 574 w 585"/>
                <a:gd name="T15" fmla="*/ 70 h 536"/>
                <a:gd name="T16" fmla="*/ 560 w 585"/>
                <a:gd name="T17" fmla="*/ 79 h 536"/>
                <a:gd name="T18" fmla="*/ 545 w 585"/>
                <a:gd name="T19" fmla="*/ 82 h 536"/>
                <a:gd name="T20" fmla="*/ 342 w 585"/>
                <a:gd name="T21" fmla="*/ 82 h 536"/>
                <a:gd name="T22" fmla="*/ 342 w 585"/>
                <a:gd name="T23" fmla="*/ 536 h 536"/>
                <a:gd name="T24" fmla="*/ 244 w 585"/>
                <a:gd name="T25" fmla="*/ 536 h 536"/>
                <a:gd name="T26" fmla="*/ 244 w 585"/>
                <a:gd name="T27" fmla="*/ 82 h 536"/>
                <a:gd name="T28" fmla="*/ 42 w 585"/>
                <a:gd name="T29" fmla="*/ 82 h 536"/>
                <a:gd name="T30" fmla="*/ 26 w 585"/>
                <a:gd name="T31" fmla="*/ 79 h 536"/>
                <a:gd name="T32" fmla="*/ 12 w 585"/>
                <a:gd name="T33" fmla="*/ 70 h 536"/>
                <a:gd name="T34" fmla="*/ 4 w 585"/>
                <a:gd name="T35" fmla="*/ 56 h 536"/>
                <a:gd name="T36" fmla="*/ 0 w 585"/>
                <a:gd name="T37" fmla="*/ 40 h 536"/>
                <a:gd name="T38" fmla="*/ 4 w 585"/>
                <a:gd name="T39" fmla="*/ 25 h 536"/>
                <a:gd name="T40" fmla="*/ 12 w 585"/>
                <a:gd name="T41" fmla="*/ 12 h 536"/>
                <a:gd name="T42" fmla="*/ 26 w 585"/>
                <a:gd name="T43" fmla="*/ 2 h 536"/>
                <a:gd name="T44" fmla="*/ 42 w 585"/>
                <a:gd name="T45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585" h="536">
                  <a:moveTo>
                    <a:pt x="42" y="0"/>
                  </a:moveTo>
                  <a:lnTo>
                    <a:pt x="545" y="0"/>
                  </a:lnTo>
                  <a:lnTo>
                    <a:pt x="560" y="2"/>
                  </a:lnTo>
                  <a:lnTo>
                    <a:pt x="574" y="12"/>
                  </a:lnTo>
                  <a:lnTo>
                    <a:pt x="583" y="25"/>
                  </a:lnTo>
                  <a:lnTo>
                    <a:pt x="585" y="40"/>
                  </a:lnTo>
                  <a:lnTo>
                    <a:pt x="583" y="56"/>
                  </a:lnTo>
                  <a:lnTo>
                    <a:pt x="574" y="70"/>
                  </a:lnTo>
                  <a:lnTo>
                    <a:pt x="560" y="79"/>
                  </a:lnTo>
                  <a:lnTo>
                    <a:pt x="545" y="82"/>
                  </a:lnTo>
                  <a:lnTo>
                    <a:pt x="342" y="82"/>
                  </a:lnTo>
                  <a:lnTo>
                    <a:pt x="342" y="536"/>
                  </a:lnTo>
                  <a:lnTo>
                    <a:pt x="244" y="536"/>
                  </a:lnTo>
                  <a:lnTo>
                    <a:pt x="244" y="82"/>
                  </a:lnTo>
                  <a:lnTo>
                    <a:pt x="42" y="82"/>
                  </a:lnTo>
                  <a:lnTo>
                    <a:pt x="26" y="79"/>
                  </a:lnTo>
                  <a:lnTo>
                    <a:pt x="12" y="70"/>
                  </a:lnTo>
                  <a:lnTo>
                    <a:pt x="4" y="56"/>
                  </a:lnTo>
                  <a:lnTo>
                    <a:pt x="0" y="40"/>
                  </a:lnTo>
                  <a:lnTo>
                    <a:pt x="4" y="25"/>
                  </a:lnTo>
                  <a:lnTo>
                    <a:pt x="12" y="12"/>
                  </a:lnTo>
                  <a:lnTo>
                    <a:pt x="26" y="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 dirty="0"/>
            </a:p>
          </p:txBody>
        </p:sp>
        <p:sp>
          <p:nvSpPr>
            <p:cNvPr id="13" name="Freeform 11"/>
            <p:cNvSpPr>
              <a:spLocks/>
            </p:cNvSpPr>
            <p:nvPr userDrawn="1"/>
          </p:nvSpPr>
          <p:spPr bwMode="auto">
            <a:xfrm>
              <a:off x="8122758" y="705011"/>
              <a:ext cx="154116" cy="148448"/>
            </a:xfrm>
            <a:custGeom>
              <a:avLst/>
              <a:gdLst>
                <a:gd name="T0" fmla="*/ 49 w 571"/>
                <a:gd name="T1" fmla="*/ 0 h 550"/>
                <a:gd name="T2" fmla="*/ 68 w 571"/>
                <a:gd name="T3" fmla="*/ 4 h 550"/>
                <a:gd name="T4" fmla="*/ 84 w 571"/>
                <a:gd name="T5" fmla="*/ 14 h 550"/>
                <a:gd name="T6" fmla="*/ 94 w 571"/>
                <a:gd name="T7" fmla="*/ 30 h 550"/>
                <a:gd name="T8" fmla="*/ 98 w 571"/>
                <a:gd name="T9" fmla="*/ 49 h 550"/>
                <a:gd name="T10" fmla="*/ 98 w 571"/>
                <a:gd name="T11" fmla="*/ 299 h 550"/>
                <a:gd name="T12" fmla="*/ 98 w 571"/>
                <a:gd name="T13" fmla="*/ 320 h 550"/>
                <a:gd name="T14" fmla="*/ 101 w 571"/>
                <a:gd name="T15" fmla="*/ 342 h 550"/>
                <a:gd name="T16" fmla="*/ 105 w 571"/>
                <a:gd name="T17" fmla="*/ 363 h 550"/>
                <a:gd name="T18" fmla="*/ 112 w 571"/>
                <a:gd name="T19" fmla="*/ 384 h 550"/>
                <a:gd name="T20" fmla="*/ 122 w 571"/>
                <a:gd name="T21" fmla="*/ 403 h 550"/>
                <a:gd name="T22" fmla="*/ 136 w 571"/>
                <a:gd name="T23" fmla="*/ 421 h 550"/>
                <a:gd name="T24" fmla="*/ 156 w 571"/>
                <a:gd name="T25" fmla="*/ 437 h 550"/>
                <a:gd name="T26" fmla="*/ 180 w 571"/>
                <a:gd name="T27" fmla="*/ 449 h 550"/>
                <a:gd name="T28" fmla="*/ 208 w 571"/>
                <a:gd name="T29" fmla="*/ 459 h 550"/>
                <a:gd name="T30" fmla="*/ 245 w 571"/>
                <a:gd name="T31" fmla="*/ 464 h 550"/>
                <a:gd name="T32" fmla="*/ 286 w 571"/>
                <a:gd name="T33" fmla="*/ 466 h 550"/>
                <a:gd name="T34" fmla="*/ 328 w 571"/>
                <a:gd name="T35" fmla="*/ 464 h 550"/>
                <a:gd name="T36" fmla="*/ 363 w 571"/>
                <a:gd name="T37" fmla="*/ 459 h 550"/>
                <a:gd name="T38" fmla="*/ 391 w 571"/>
                <a:gd name="T39" fmla="*/ 449 h 550"/>
                <a:gd name="T40" fmla="*/ 416 w 571"/>
                <a:gd name="T41" fmla="*/ 437 h 550"/>
                <a:gd name="T42" fmla="*/ 435 w 571"/>
                <a:gd name="T43" fmla="*/ 421 h 550"/>
                <a:gd name="T44" fmla="*/ 449 w 571"/>
                <a:gd name="T45" fmla="*/ 403 h 550"/>
                <a:gd name="T46" fmla="*/ 459 w 571"/>
                <a:gd name="T47" fmla="*/ 384 h 550"/>
                <a:gd name="T48" fmla="*/ 466 w 571"/>
                <a:gd name="T49" fmla="*/ 363 h 550"/>
                <a:gd name="T50" fmla="*/ 470 w 571"/>
                <a:gd name="T51" fmla="*/ 342 h 550"/>
                <a:gd name="T52" fmla="*/ 473 w 571"/>
                <a:gd name="T53" fmla="*/ 320 h 550"/>
                <a:gd name="T54" fmla="*/ 473 w 571"/>
                <a:gd name="T55" fmla="*/ 299 h 550"/>
                <a:gd name="T56" fmla="*/ 473 w 571"/>
                <a:gd name="T57" fmla="*/ 49 h 550"/>
                <a:gd name="T58" fmla="*/ 477 w 571"/>
                <a:gd name="T59" fmla="*/ 30 h 550"/>
                <a:gd name="T60" fmla="*/ 487 w 571"/>
                <a:gd name="T61" fmla="*/ 14 h 550"/>
                <a:gd name="T62" fmla="*/ 503 w 571"/>
                <a:gd name="T63" fmla="*/ 4 h 550"/>
                <a:gd name="T64" fmla="*/ 522 w 571"/>
                <a:gd name="T65" fmla="*/ 0 h 550"/>
                <a:gd name="T66" fmla="*/ 541 w 571"/>
                <a:gd name="T67" fmla="*/ 4 h 550"/>
                <a:gd name="T68" fmla="*/ 557 w 571"/>
                <a:gd name="T69" fmla="*/ 14 h 550"/>
                <a:gd name="T70" fmla="*/ 567 w 571"/>
                <a:gd name="T71" fmla="*/ 30 h 550"/>
                <a:gd name="T72" fmla="*/ 571 w 571"/>
                <a:gd name="T73" fmla="*/ 49 h 550"/>
                <a:gd name="T74" fmla="*/ 571 w 571"/>
                <a:gd name="T75" fmla="*/ 306 h 550"/>
                <a:gd name="T76" fmla="*/ 567 w 571"/>
                <a:gd name="T77" fmla="*/ 358 h 550"/>
                <a:gd name="T78" fmla="*/ 557 w 571"/>
                <a:gd name="T79" fmla="*/ 402 h 550"/>
                <a:gd name="T80" fmla="*/ 540 w 571"/>
                <a:gd name="T81" fmla="*/ 442 h 550"/>
                <a:gd name="T82" fmla="*/ 513 w 571"/>
                <a:gd name="T83" fmla="*/ 475 h 550"/>
                <a:gd name="T84" fmla="*/ 482 w 571"/>
                <a:gd name="T85" fmla="*/ 501 h 550"/>
                <a:gd name="T86" fmla="*/ 444 w 571"/>
                <a:gd name="T87" fmla="*/ 522 h 550"/>
                <a:gd name="T88" fmla="*/ 398 w 571"/>
                <a:gd name="T89" fmla="*/ 538 h 550"/>
                <a:gd name="T90" fmla="*/ 346 w 571"/>
                <a:gd name="T91" fmla="*/ 547 h 550"/>
                <a:gd name="T92" fmla="*/ 286 w 571"/>
                <a:gd name="T93" fmla="*/ 550 h 550"/>
                <a:gd name="T94" fmla="*/ 225 w 571"/>
                <a:gd name="T95" fmla="*/ 547 h 550"/>
                <a:gd name="T96" fmla="*/ 173 w 571"/>
                <a:gd name="T97" fmla="*/ 538 h 550"/>
                <a:gd name="T98" fmla="*/ 128 w 571"/>
                <a:gd name="T99" fmla="*/ 522 h 550"/>
                <a:gd name="T100" fmla="*/ 89 w 571"/>
                <a:gd name="T101" fmla="*/ 501 h 550"/>
                <a:gd name="T102" fmla="*/ 58 w 571"/>
                <a:gd name="T103" fmla="*/ 475 h 550"/>
                <a:gd name="T104" fmla="*/ 32 w 571"/>
                <a:gd name="T105" fmla="*/ 442 h 550"/>
                <a:gd name="T106" fmla="*/ 14 w 571"/>
                <a:gd name="T107" fmla="*/ 402 h 550"/>
                <a:gd name="T108" fmla="*/ 4 w 571"/>
                <a:gd name="T109" fmla="*/ 358 h 550"/>
                <a:gd name="T110" fmla="*/ 0 w 571"/>
                <a:gd name="T111" fmla="*/ 306 h 550"/>
                <a:gd name="T112" fmla="*/ 0 w 571"/>
                <a:gd name="T113" fmla="*/ 49 h 550"/>
                <a:gd name="T114" fmla="*/ 4 w 571"/>
                <a:gd name="T115" fmla="*/ 30 h 550"/>
                <a:gd name="T116" fmla="*/ 14 w 571"/>
                <a:gd name="T117" fmla="*/ 14 h 550"/>
                <a:gd name="T118" fmla="*/ 30 w 571"/>
                <a:gd name="T119" fmla="*/ 4 h 550"/>
                <a:gd name="T120" fmla="*/ 49 w 571"/>
                <a:gd name="T121" fmla="*/ 0 h 5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71" h="550">
                  <a:moveTo>
                    <a:pt x="49" y="0"/>
                  </a:moveTo>
                  <a:lnTo>
                    <a:pt x="68" y="4"/>
                  </a:lnTo>
                  <a:lnTo>
                    <a:pt x="84" y="14"/>
                  </a:lnTo>
                  <a:lnTo>
                    <a:pt x="94" y="30"/>
                  </a:lnTo>
                  <a:lnTo>
                    <a:pt x="98" y="49"/>
                  </a:lnTo>
                  <a:lnTo>
                    <a:pt x="98" y="299"/>
                  </a:lnTo>
                  <a:lnTo>
                    <a:pt x="98" y="320"/>
                  </a:lnTo>
                  <a:lnTo>
                    <a:pt x="101" y="342"/>
                  </a:lnTo>
                  <a:lnTo>
                    <a:pt x="105" y="363"/>
                  </a:lnTo>
                  <a:lnTo>
                    <a:pt x="112" y="384"/>
                  </a:lnTo>
                  <a:lnTo>
                    <a:pt x="122" y="403"/>
                  </a:lnTo>
                  <a:lnTo>
                    <a:pt x="136" y="421"/>
                  </a:lnTo>
                  <a:lnTo>
                    <a:pt x="156" y="437"/>
                  </a:lnTo>
                  <a:lnTo>
                    <a:pt x="180" y="449"/>
                  </a:lnTo>
                  <a:lnTo>
                    <a:pt x="208" y="459"/>
                  </a:lnTo>
                  <a:lnTo>
                    <a:pt x="245" y="464"/>
                  </a:lnTo>
                  <a:lnTo>
                    <a:pt x="286" y="466"/>
                  </a:lnTo>
                  <a:lnTo>
                    <a:pt x="328" y="464"/>
                  </a:lnTo>
                  <a:lnTo>
                    <a:pt x="363" y="459"/>
                  </a:lnTo>
                  <a:lnTo>
                    <a:pt x="391" y="449"/>
                  </a:lnTo>
                  <a:lnTo>
                    <a:pt x="416" y="437"/>
                  </a:lnTo>
                  <a:lnTo>
                    <a:pt x="435" y="421"/>
                  </a:lnTo>
                  <a:lnTo>
                    <a:pt x="449" y="403"/>
                  </a:lnTo>
                  <a:lnTo>
                    <a:pt x="459" y="384"/>
                  </a:lnTo>
                  <a:lnTo>
                    <a:pt x="466" y="363"/>
                  </a:lnTo>
                  <a:lnTo>
                    <a:pt x="470" y="342"/>
                  </a:lnTo>
                  <a:lnTo>
                    <a:pt x="473" y="320"/>
                  </a:lnTo>
                  <a:lnTo>
                    <a:pt x="473" y="299"/>
                  </a:lnTo>
                  <a:lnTo>
                    <a:pt x="473" y="49"/>
                  </a:lnTo>
                  <a:lnTo>
                    <a:pt x="477" y="30"/>
                  </a:lnTo>
                  <a:lnTo>
                    <a:pt x="487" y="14"/>
                  </a:lnTo>
                  <a:lnTo>
                    <a:pt x="503" y="4"/>
                  </a:lnTo>
                  <a:lnTo>
                    <a:pt x="522" y="0"/>
                  </a:lnTo>
                  <a:lnTo>
                    <a:pt x="541" y="4"/>
                  </a:lnTo>
                  <a:lnTo>
                    <a:pt x="557" y="14"/>
                  </a:lnTo>
                  <a:lnTo>
                    <a:pt x="567" y="30"/>
                  </a:lnTo>
                  <a:lnTo>
                    <a:pt x="571" y="49"/>
                  </a:lnTo>
                  <a:lnTo>
                    <a:pt x="571" y="306"/>
                  </a:lnTo>
                  <a:lnTo>
                    <a:pt x="567" y="358"/>
                  </a:lnTo>
                  <a:lnTo>
                    <a:pt x="557" y="402"/>
                  </a:lnTo>
                  <a:lnTo>
                    <a:pt x="540" y="442"/>
                  </a:lnTo>
                  <a:lnTo>
                    <a:pt x="513" y="475"/>
                  </a:lnTo>
                  <a:lnTo>
                    <a:pt x="482" y="501"/>
                  </a:lnTo>
                  <a:lnTo>
                    <a:pt x="444" y="522"/>
                  </a:lnTo>
                  <a:lnTo>
                    <a:pt x="398" y="538"/>
                  </a:lnTo>
                  <a:lnTo>
                    <a:pt x="346" y="547"/>
                  </a:lnTo>
                  <a:lnTo>
                    <a:pt x="286" y="550"/>
                  </a:lnTo>
                  <a:lnTo>
                    <a:pt x="225" y="547"/>
                  </a:lnTo>
                  <a:lnTo>
                    <a:pt x="173" y="538"/>
                  </a:lnTo>
                  <a:lnTo>
                    <a:pt x="128" y="522"/>
                  </a:lnTo>
                  <a:lnTo>
                    <a:pt x="89" y="501"/>
                  </a:lnTo>
                  <a:lnTo>
                    <a:pt x="58" y="475"/>
                  </a:lnTo>
                  <a:lnTo>
                    <a:pt x="32" y="442"/>
                  </a:lnTo>
                  <a:lnTo>
                    <a:pt x="14" y="402"/>
                  </a:lnTo>
                  <a:lnTo>
                    <a:pt x="4" y="358"/>
                  </a:lnTo>
                  <a:lnTo>
                    <a:pt x="0" y="306"/>
                  </a:lnTo>
                  <a:lnTo>
                    <a:pt x="0" y="49"/>
                  </a:lnTo>
                  <a:lnTo>
                    <a:pt x="4" y="30"/>
                  </a:lnTo>
                  <a:lnTo>
                    <a:pt x="14" y="14"/>
                  </a:lnTo>
                  <a:lnTo>
                    <a:pt x="30" y="4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 dirty="0"/>
            </a:p>
          </p:txBody>
        </p:sp>
        <p:sp>
          <p:nvSpPr>
            <p:cNvPr id="14" name="Freeform 12"/>
            <p:cNvSpPr>
              <a:spLocks noEditPoints="1"/>
            </p:cNvSpPr>
            <p:nvPr userDrawn="1"/>
          </p:nvSpPr>
          <p:spPr bwMode="auto">
            <a:xfrm>
              <a:off x="8321678" y="705011"/>
              <a:ext cx="148448" cy="144669"/>
            </a:xfrm>
            <a:custGeom>
              <a:avLst/>
              <a:gdLst>
                <a:gd name="T0" fmla="*/ 96 w 550"/>
                <a:gd name="T1" fmla="*/ 79 h 536"/>
                <a:gd name="T2" fmla="*/ 96 w 550"/>
                <a:gd name="T3" fmla="*/ 241 h 536"/>
                <a:gd name="T4" fmla="*/ 307 w 550"/>
                <a:gd name="T5" fmla="*/ 241 h 536"/>
                <a:gd name="T6" fmla="*/ 342 w 550"/>
                <a:gd name="T7" fmla="*/ 241 h 536"/>
                <a:gd name="T8" fmla="*/ 372 w 550"/>
                <a:gd name="T9" fmla="*/ 238 h 536"/>
                <a:gd name="T10" fmla="*/ 398 w 550"/>
                <a:gd name="T11" fmla="*/ 231 h 536"/>
                <a:gd name="T12" fmla="*/ 417 w 550"/>
                <a:gd name="T13" fmla="*/ 222 h 536"/>
                <a:gd name="T14" fmla="*/ 431 w 550"/>
                <a:gd name="T15" fmla="*/ 206 h 536"/>
                <a:gd name="T16" fmla="*/ 440 w 550"/>
                <a:gd name="T17" fmla="*/ 187 h 536"/>
                <a:gd name="T18" fmla="*/ 443 w 550"/>
                <a:gd name="T19" fmla="*/ 161 h 536"/>
                <a:gd name="T20" fmla="*/ 440 w 550"/>
                <a:gd name="T21" fmla="*/ 135 h 536"/>
                <a:gd name="T22" fmla="*/ 431 w 550"/>
                <a:gd name="T23" fmla="*/ 114 h 536"/>
                <a:gd name="T24" fmla="*/ 417 w 550"/>
                <a:gd name="T25" fmla="*/ 100 h 536"/>
                <a:gd name="T26" fmla="*/ 398 w 550"/>
                <a:gd name="T27" fmla="*/ 89 h 536"/>
                <a:gd name="T28" fmla="*/ 372 w 550"/>
                <a:gd name="T29" fmla="*/ 84 h 536"/>
                <a:gd name="T30" fmla="*/ 342 w 550"/>
                <a:gd name="T31" fmla="*/ 80 h 536"/>
                <a:gd name="T32" fmla="*/ 307 w 550"/>
                <a:gd name="T33" fmla="*/ 79 h 536"/>
                <a:gd name="T34" fmla="*/ 96 w 550"/>
                <a:gd name="T35" fmla="*/ 79 h 536"/>
                <a:gd name="T36" fmla="*/ 0 w 550"/>
                <a:gd name="T37" fmla="*/ 0 h 536"/>
                <a:gd name="T38" fmla="*/ 323 w 550"/>
                <a:gd name="T39" fmla="*/ 0 h 536"/>
                <a:gd name="T40" fmla="*/ 377 w 550"/>
                <a:gd name="T41" fmla="*/ 2 h 536"/>
                <a:gd name="T42" fmla="*/ 422 w 550"/>
                <a:gd name="T43" fmla="*/ 9 h 536"/>
                <a:gd name="T44" fmla="*/ 459 w 550"/>
                <a:gd name="T45" fmla="*/ 19 h 536"/>
                <a:gd name="T46" fmla="*/ 489 w 550"/>
                <a:gd name="T47" fmla="*/ 37 h 536"/>
                <a:gd name="T48" fmla="*/ 511 w 550"/>
                <a:gd name="T49" fmla="*/ 58 h 536"/>
                <a:gd name="T50" fmla="*/ 527 w 550"/>
                <a:gd name="T51" fmla="*/ 86 h 536"/>
                <a:gd name="T52" fmla="*/ 537 w 550"/>
                <a:gd name="T53" fmla="*/ 119 h 536"/>
                <a:gd name="T54" fmla="*/ 539 w 550"/>
                <a:gd name="T55" fmla="*/ 157 h 536"/>
                <a:gd name="T56" fmla="*/ 537 w 550"/>
                <a:gd name="T57" fmla="*/ 194 h 536"/>
                <a:gd name="T58" fmla="*/ 527 w 550"/>
                <a:gd name="T59" fmla="*/ 225 h 536"/>
                <a:gd name="T60" fmla="*/ 513 w 550"/>
                <a:gd name="T61" fmla="*/ 252 h 536"/>
                <a:gd name="T62" fmla="*/ 494 w 550"/>
                <a:gd name="T63" fmla="*/ 272 h 536"/>
                <a:gd name="T64" fmla="*/ 471 w 550"/>
                <a:gd name="T65" fmla="*/ 290 h 536"/>
                <a:gd name="T66" fmla="*/ 447 w 550"/>
                <a:gd name="T67" fmla="*/ 302 h 536"/>
                <a:gd name="T68" fmla="*/ 419 w 550"/>
                <a:gd name="T69" fmla="*/ 311 h 536"/>
                <a:gd name="T70" fmla="*/ 393 w 550"/>
                <a:gd name="T71" fmla="*/ 314 h 536"/>
                <a:gd name="T72" fmla="*/ 384 w 550"/>
                <a:gd name="T73" fmla="*/ 314 h 536"/>
                <a:gd name="T74" fmla="*/ 550 w 550"/>
                <a:gd name="T75" fmla="*/ 536 h 536"/>
                <a:gd name="T76" fmla="*/ 431 w 550"/>
                <a:gd name="T77" fmla="*/ 536 h 536"/>
                <a:gd name="T78" fmla="*/ 274 w 550"/>
                <a:gd name="T79" fmla="*/ 323 h 536"/>
                <a:gd name="T80" fmla="*/ 272 w 550"/>
                <a:gd name="T81" fmla="*/ 321 h 536"/>
                <a:gd name="T82" fmla="*/ 96 w 550"/>
                <a:gd name="T83" fmla="*/ 321 h 536"/>
                <a:gd name="T84" fmla="*/ 96 w 550"/>
                <a:gd name="T85" fmla="*/ 536 h 536"/>
                <a:gd name="T86" fmla="*/ 0 w 550"/>
                <a:gd name="T87" fmla="*/ 536 h 536"/>
                <a:gd name="T88" fmla="*/ 0 w 550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0" h="536">
                  <a:moveTo>
                    <a:pt x="96" y="79"/>
                  </a:moveTo>
                  <a:lnTo>
                    <a:pt x="96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2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2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6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59" y="19"/>
                  </a:lnTo>
                  <a:lnTo>
                    <a:pt x="489" y="37"/>
                  </a:lnTo>
                  <a:lnTo>
                    <a:pt x="511" y="58"/>
                  </a:lnTo>
                  <a:lnTo>
                    <a:pt x="527" y="86"/>
                  </a:lnTo>
                  <a:lnTo>
                    <a:pt x="537" y="119"/>
                  </a:lnTo>
                  <a:lnTo>
                    <a:pt x="539" y="157"/>
                  </a:lnTo>
                  <a:lnTo>
                    <a:pt x="537" y="194"/>
                  </a:lnTo>
                  <a:lnTo>
                    <a:pt x="527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1" y="290"/>
                  </a:lnTo>
                  <a:lnTo>
                    <a:pt x="447" y="302"/>
                  </a:lnTo>
                  <a:lnTo>
                    <a:pt x="419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0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2" y="321"/>
                  </a:lnTo>
                  <a:lnTo>
                    <a:pt x="96" y="321"/>
                  </a:lnTo>
                  <a:lnTo>
                    <a:pt x="9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 dirty="0"/>
            </a:p>
          </p:txBody>
        </p:sp>
        <p:sp>
          <p:nvSpPr>
            <p:cNvPr id="15" name="Freeform 13"/>
            <p:cNvSpPr>
              <a:spLocks/>
            </p:cNvSpPr>
            <p:nvPr userDrawn="1"/>
          </p:nvSpPr>
          <p:spPr bwMode="auto">
            <a:xfrm>
              <a:off x="8507374" y="705011"/>
              <a:ext cx="131714" cy="144669"/>
            </a:xfrm>
            <a:custGeom>
              <a:avLst/>
              <a:gdLst>
                <a:gd name="T0" fmla="*/ 0 w 488"/>
                <a:gd name="T1" fmla="*/ 0 h 536"/>
                <a:gd name="T2" fmla="*/ 438 w 488"/>
                <a:gd name="T3" fmla="*/ 0 h 536"/>
                <a:gd name="T4" fmla="*/ 453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3 w 488"/>
                <a:gd name="T17" fmla="*/ 79 h 536"/>
                <a:gd name="T18" fmla="*/ 438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33 w 488"/>
                <a:gd name="T25" fmla="*/ 218 h 536"/>
                <a:gd name="T26" fmla="*/ 349 w 488"/>
                <a:gd name="T27" fmla="*/ 222 h 536"/>
                <a:gd name="T28" fmla="*/ 361 w 488"/>
                <a:gd name="T29" fmla="*/ 231 h 536"/>
                <a:gd name="T30" fmla="*/ 370 w 488"/>
                <a:gd name="T31" fmla="*/ 243 h 536"/>
                <a:gd name="T32" fmla="*/ 373 w 488"/>
                <a:gd name="T33" fmla="*/ 259 h 536"/>
                <a:gd name="T34" fmla="*/ 370 w 488"/>
                <a:gd name="T35" fmla="*/ 276 h 536"/>
                <a:gd name="T36" fmla="*/ 361 w 488"/>
                <a:gd name="T37" fmla="*/ 288 h 536"/>
                <a:gd name="T38" fmla="*/ 349 w 488"/>
                <a:gd name="T39" fmla="*/ 297 h 536"/>
                <a:gd name="T40" fmla="*/ 333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6 w 488"/>
                <a:gd name="T47" fmla="*/ 454 h 536"/>
                <a:gd name="T48" fmla="*/ 464 w 488"/>
                <a:gd name="T49" fmla="*/ 457 h 536"/>
                <a:gd name="T50" fmla="*/ 476 w 488"/>
                <a:gd name="T51" fmla="*/ 466 h 536"/>
                <a:gd name="T52" fmla="*/ 485 w 488"/>
                <a:gd name="T53" fmla="*/ 478 h 536"/>
                <a:gd name="T54" fmla="*/ 488 w 488"/>
                <a:gd name="T55" fmla="*/ 494 h 536"/>
                <a:gd name="T56" fmla="*/ 485 w 488"/>
                <a:gd name="T57" fmla="*/ 512 h 536"/>
                <a:gd name="T58" fmla="*/ 476 w 488"/>
                <a:gd name="T59" fmla="*/ 524 h 536"/>
                <a:gd name="T60" fmla="*/ 464 w 488"/>
                <a:gd name="T61" fmla="*/ 533 h 536"/>
                <a:gd name="T62" fmla="*/ 446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38" y="0"/>
                  </a:lnTo>
                  <a:lnTo>
                    <a:pt x="453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3" y="79"/>
                  </a:lnTo>
                  <a:lnTo>
                    <a:pt x="438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33" y="218"/>
                  </a:lnTo>
                  <a:lnTo>
                    <a:pt x="349" y="222"/>
                  </a:lnTo>
                  <a:lnTo>
                    <a:pt x="361" y="231"/>
                  </a:lnTo>
                  <a:lnTo>
                    <a:pt x="370" y="243"/>
                  </a:lnTo>
                  <a:lnTo>
                    <a:pt x="373" y="259"/>
                  </a:lnTo>
                  <a:lnTo>
                    <a:pt x="370" y="276"/>
                  </a:lnTo>
                  <a:lnTo>
                    <a:pt x="361" y="288"/>
                  </a:lnTo>
                  <a:lnTo>
                    <a:pt x="349" y="297"/>
                  </a:lnTo>
                  <a:lnTo>
                    <a:pt x="333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6" y="454"/>
                  </a:lnTo>
                  <a:lnTo>
                    <a:pt x="464" y="457"/>
                  </a:lnTo>
                  <a:lnTo>
                    <a:pt x="476" y="466"/>
                  </a:lnTo>
                  <a:lnTo>
                    <a:pt x="485" y="478"/>
                  </a:lnTo>
                  <a:lnTo>
                    <a:pt x="488" y="494"/>
                  </a:lnTo>
                  <a:lnTo>
                    <a:pt x="485" y="512"/>
                  </a:lnTo>
                  <a:lnTo>
                    <a:pt x="476" y="524"/>
                  </a:lnTo>
                  <a:lnTo>
                    <a:pt x="464" y="533"/>
                  </a:lnTo>
                  <a:lnTo>
                    <a:pt x="44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 dirty="0"/>
            </a:p>
          </p:txBody>
        </p:sp>
        <p:sp>
          <p:nvSpPr>
            <p:cNvPr id="16" name="Freeform 14"/>
            <p:cNvSpPr>
              <a:spLocks/>
            </p:cNvSpPr>
            <p:nvPr userDrawn="1"/>
          </p:nvSpPr>
          <p:spPr bwMode="auto">
            <a:xfrm>
              <a:off x="7785916" y="618911"/>
              <a:ext cx="25911" cy="24831"/>
            </a:xfrm>
            <a:custGeom>
              <a:avLst/>
              <a:gdLst>
                <a:gd name="T0" fmla="*/ 51 w 96"/>
                <a:gd name="T1" fmla="*/ 0 h 92"/>
                <a:gd name="T2" fmla="*/ 53 w 96"/>
                <a:gd name="T3" fmla="*/ 0 h 92"/>
                <a:gd name="T4" fmla="*/ 70 w 96"/>
                <a:gd name="T5" fmla="*/ 5 h 92"/>
                <a:gd name="T6" fmla="*/ 84 w 96"/>
                <a:gd name="T7" fmla="*/ 15 h 92"/>
                <a:gd name="T8" fmla="*/ 93 w 96"/>
                <a:gd name="T9" fmla="*/ 31 h 92"/>
                <a:gd name="T10" fmla="*/ 96 w 96"/>
                <a:gd name="T11" fmla="*/ 49 h 92"/>
                <a:gd name="T12" fmla="*/ 91 w 96"/>
                <a:gd name="T13" fmla="*/ 66 h 92"/>
                <a:gd name="T14" fmla="*/ 81 w 96"/>
                <a:gd name="T15" fmla="*/ 80 h 92"/>
                <a:gd name="T16" fmla="*/ 65 w 96"/>
                <a:gd name="T17" fmla="*/ 91 h 92"/>
                <a:gd name="T18" fmla="*/ 47 w 96"/>
                <a:gd name="T19" fmla="*/ 92 h 92"/>
                <a:gd name="T20" fmla="*/ 44 w 96"/>
                <a:gd name="T21" fmla="*/ 92 h 92"/>
                <a:gd name="T22" fmla="*/ 26 w 96"/>
                <a:gd name="T23" fmla="*/ 87 h 92"/>
                <a:gd name="T24" fmla="*/ 12 w 96"/>
                <a:gd name="T25" fmla="*/ 77 h 92"/>
                <a:gd name="T26" fmla="*/ 4 w 96"/>
                <a:gd name="T27" fmla="*/ 61 h 92"/>
                <a:gd name="T28" fmla="*/ 0 w 96"/>
                <a:gd name="T29" fmla="*/ 43 h 92"/>
                <a:gd name="T30" fmla="*/ 5 w 96"/>
                <a:gd name="T31" fmla="*/ 26 h 92"/>
                <a:gd name="T32" fmla="*/ 16 w 96"/>
                <a:gd name="T33" fmla="*/ 12 h 92"/>
                <a:gd name="T34" fmla="*/ 32 w 96"/>
                <a:gd name="T35" fmla="*/ 2 h 92"/>
                <a:gd name="T36" fmla="*/ 51 w 96"/>
                <a:gd name="T37" fmla="*/ 0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96" h="92">
                  <a:moveTo>
                    <a:pt x="51" y="0"/>
                  </a:moveTo>
                  <a:lnTo>
                    <a:pt x="53" y="0"/>
                  </a:lnTo>
                  <a:lnTo>
                    <a:pt x="70" y="5"/>
                  </a:lnTo>
                  <a:lnTo>
                    <a:pt x="84" y="15"/>
                  </a:lnTo>
                  <a:lnTo>
                    <a:pt x="93" y="31"/>
                  </a:lnTo>
                  <a:lnTo>
                    <a:pt x="96" y="49"/>
                  </a:lnTo>
                  <a:lnTo>
                    <a:pt x="91" y="66"/>
                  </a:lnTo>
                  <a:lnTo>
                    <a:pt x="81" y="80"/>
                  </a:lnTo>
                  <a:lnTo>
                    <a:pt x="65" y="91"/>
                  </a:lnTo>
                  <a:lnTo>
                    <a:pt x="47" y="92"/>
                  </a:lnTo>
                  <a:lnTo>
                    <a:pt x="44" y="92"/>
                  </a:lnTo>
                  <a:lnTo>
                    <a:pt x="26" y="87"/>
                  </a:lnTo>
                  <a:lnTo>
                    <a:pt x="12" y="77"/>
                  </a:lnTo>
                  <a:lnTo>
                    <a:pt x="4" y="61"/>
                  </a:lnTo>
                  <a:lnTo>
                    <a:pt x="0" y="43"/>
                  </a:lnTo>
                  <a:lnTo>
                    <a:pt x="5" y="26"/>
                  </a:lnTo>
                  <a:lnTo>
                    <a:pt x="16" y="12"/>
                  </a:lnTo>
                  <a:lnTo>
                    <a:pt x="32" y="2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 dirty="0"/>
            </a:p>
          </p:txBody>
        </p:sp>
        <p:sp>
          <p:nvSpPr>
            <p:cNvPr id="17" name="Freeform 15"/>
            <p:cNvSpPr>
              <a:spLocks/>
            </p:cNvSpPr>
            <p:nvPr userDrawn="1"/>
          </p:nvSpPr>
          <p:spPr bwMode="auto">
            <a:xfrm>
              <a:off x="7868507" y="539289"/>
              <a:ext cx="37247" cy="44804"/>
            </a:xfrm>
            <a:custGeom>
              <a:avLst/>
              <a:gdLst>
                <a:gd name="T0" fmla="*/ 40 w 138"/>
                <a:gd name="T1" fmla="*/ 0 h 166"/>
                <a:gd name="T2" fmla="*/ 57 w 138"/>
                <a:gd name="T3" fmla="*/ 2 h 166"/>
                <a:gd name="T4" fmla="*/ 73 w 138"/>
                <a:gd name="T5" fmla="*/ 9 h 166"/>
                <a:gd name="T6" fmla="*/ 85 w 138"/>
                <a:gd name="T7" fmla="*/ 22 h 166"/>
                <a:gd name="T8" fmla="*/ 132 w 138"/>
                <a:gd name="T9" fmla="*/ 96 h 166"/>
                <a:gd name="T10" fmla="*/ 138 w 138"/>
                <a:gd name="T11" fmla="*/ 113 h 166"/>
                <a:gd name="T12" fmla="*/ 138 w 138"/>
                <a:gd name="T13" fmla="*/ 131 h 166"/>
                <a:gd name="T14" fmla="*/ 129 w 138"/>
                <a:gd name="T15" fmla="*/ 146 h 166"/>
                <a:gd name="T16" fmla="*/ 115 w 138"/>
                <a:gd name="T17" fmla="*/ 159 h 166"/>
                <a:gd name="T18" fmla="*/ 99 w 138"/>
                <a:gd name="T19" fmla="*/ 166 h 166"/>
                <a:gd name="T20" fmla="*/ 80 w 138"/>
                <a:gd name="T21" fmla="*/ 164 h 166"/>
                <a:gd name="T22" fmla="*/ 64 w 138"/>
                <a:gd name="T23" fmla="*/ 157 h 166"/>
                <a:gd name="T24" fmla="*/ 52 w 138"/>
                <a:gd name="T25" fmla="*/ 143 h 166"/>
                <a:gd name="T26" fmla="*/ 5 w 138"/>
                <a:gd name="T27" fmla="*/ 70 h 166"/>
                <a:gd name="T28" fmla="*/ 0 w 138"/>
                <a:gd name="T29" fmla="*/ 52 h 166"/>
                <a:gd name="T30" fmla="*/ 0 w 138"/>
                <a:gd name="T31" fmla="*/ 35 h 166"/>
                <a:gd name="T32" fmla="*/ 8 w 138"/>
                <a:gd name="T33" fmla="*/ 17 h 166"/>
                <a:gd name="T34" fmla="*/ 22 w 138"/>
                <a:gd name="T35" fmla="*/ 7 h 166"/>
                <a:gd name="T36" fmla="*/ 40 w 138"/>
                <a:gd name="T37" fmla="*/ 0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8" h="166">
                  <a:moveTo>
                    <a:pt x="40" y="0"/>
                  </a:moveTo>
                  <a:lnTo>
                    <a:pt x="57" y="2"/>
                  </a:lnTo>
                  <a:lnTo>
                    <a:pt x="73" y="9"/>
                  </a:lnTo>
                  <a:lnTo>
                    <a:pt x="85" y="22"/>
                  </a:lnTo>
                  <a:lnTo>
                    <a:pt x="132" y="96"/>
                  </a:lnTo>
                  <a:lnTo>
                    <a:pt x="138" y="113"/>
                  </a:lnTo>
                  <a:lnTo>
                    <a:pt x="138" y="131"/>
                  </a:lnTo>
                  <a:lnTo>
                    <a:pt x="129" y="146"/>
                  </a:lnTo>
                  <a:lnTo>
                    <a:pt x="115" y="159"/>
                  </a:lnTo>
                  <a:lnTo>
                    <a:pt x="99" y="166"/>
                  </a:lnTo>
                  <a:lnTo>
                    <a:pt x="80" y="164"/>
                  </a:lnTo>
                  <a:lnTo>
                    <a:pt x="64" y="157"/>
                  </a:lnTo>
                  <a:lnTo>
                    <a:pt x="52" y="143"/>
                  </a:lnTo>
                  <a:lnTo>
                    <a:pt x="5" y="70"/>
                  </a:lnTo>
                  <a:lnTo>
                    <a:pt x="0" y="52"/>
                  </a:lnTo>
                  <a:lnTo>
                    <a:pt x="0" y="35"/>
                  </a:lnTo>
                  <a:lnTo>
                    <a:pt x="8" y="17"/>
                  </a:lnTo>
                  <a:lnTo>
                    <a:pt x="22" y="7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 dirty="0"/>
            </a:p>
          </p:txBody>
        </p:sp>
        <p:sp>
          <p:nvSpPr>
            <p:cNvPr id="18" name="Freeform 16"/>
            <p:cNvSpPr>
              <a:spLocks/>
            </p:cNvSpPr>
            <p:nvPr userDrawn="1"/>
          </p:nvSpPr>
          <p:spPr bwMode="auto">
            <a:xfrm>
              <a:off x="7965403" y="477481"/>
              <a:ext cx="37787" cy="69366"/>
            </a:xfrm>
            <a:custGeom>
              <a:avLst/>
              <a:gdLst>
                <a:gd name="T0" fmla="*/ 53 w 140"/>
                <a:gd name="T1" fmla="*/ 0 h 257"/>
                <a:gd name="T2" fmla="*/ 68 w 140"/>
                <a:gd name="T3" fmla="*/ 7 h 257"/>
                <a:gd name="T4" fmla="*/ 82 w 140"/>
                <a:gd name="T5" fmla="*/ 19 h 257"/>
                <a:gd name="T6" fmla="*/ 89 w 140"/>
                <a:gd name="T7" fmla="*/ 35 h 257"/>
                <a:gd name="T8" fmla="*/ 140 w 140"/>
                <a:gd name="T9" fmla="*/ 199 h 257"/>
                <a:gd name="T10" fmla="*/ 140 w 140"/>
                <a:gd name="T11" fmla="*/ 218 h 257"/>
                <a:gd name="T12" fmla="*/ 135 w 140"/>
                <a:gd name="T13" fmla="*/ 234 h 257"/>
                <a:gd name="T14" fmla="*/ 122 w 140"/>
                <a:gd name="T15" fmla="*/ 248 h 257"/>
                <a:gd name="T16" fmla="*/ 105 w 140"/>
                <a:gd name="T17" fmla="*/ 255 h 257"/>
                <a:gd name="T18" fmla="*/ 88 w 140"/>
                <a:gd name="T19" fmla="*/ 257 h 257"/>
                <a:gd name="T20" fmla="*/ 70 w 140"/>
                <a:gd name="T21" fmla="*/ 250 h 257"/>
                <a:gd name="T22" fmla="*/ 58 w 140"/>
                <a:gd name="T23" fmla="*/ 239 h 257"/>
                <a:gd name="T24" fmla="*/ 49 w 140"/>
                <a:gd name="T25" fmla="*/ 222 h 257"/>
                <a:gd name="T26" fmla="*/ 0 w 140"/>
                <a:gd name="T27" fmla="*/ 58 h 257"/>
                <a:gd name="T28" fmla="*/ 0 w 140"/>
                <a:gd name="T29" fmla="*/ 40 h 257"/>
                <a:gd name="T30" fmla="*/ 5 w 140"/>
                <a:gd name="T31" fmla="*/ 23 h 257"/>
                <a:gd name="T32" fmla="*/ 18 w 140"/>
                <a:gd name="T33" fmla="*/ 11 h 257"/>
                <a:gd name="T34" fmla="*/ 33 w 140"/>
                <a:gd name="T35" fmla="*/ 2 h 257"/>
                <a:gd name="T36" fmla="*/ 53 w 140"/>
                <a:gd name="T37" fmla="*/ 0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40" h="257">
                  <a:moveTo>
                    <a:pt x="53" y="0"/>
                  </a:moveTo>
                  <a:lnTo>
                    <a:pt x="68" y="7"/>
                  </a:lnTo>
                  <a:lnTo>
                    <a:pt x="82" y="19"/>
                  </a:lnTo>
                  <a:lnTo>
                    <a:pt x="89" y="35"/>
                  </a:lnTo>
                  <a:lnTo>
                    <a:pt x="140" y="199"/>
                  </a:lnTo>
                  <a:lnTo>
                    <a:pt x="140" y="218"/>
                  </a:lnTo>
                  <a:lnTo>
                    <a:pt x="135" y="234"/>
                  </a:lnTo>
                  <a:lnTo>
                    <a:pt x="122" y="248"/>
                  </a:lnTo>
                  <a:lnTo>
                    <a:pt x="105" y="255"/>
                  </a:lnTo>
                  <a:lnTo>
                    <a:pt x="88" y="257"/>
                  </a:lnTo>
                  <a:lnTo>
                    <a:pt x="70" y="250"/>
                  </a:lnTo>
                  <a:lnTo>
                    <a:pt x="58" y="239"/>
                  </a:lnTo>
                  <a:lnTo>
                    <a:pt x="49" y="222"/>
                  </a:lnTo>
                  <a:lnTo>
                    <a:pt x="0" y="58"/>
                  </a:lnTo>
                  <a:lnTo>
                    <a:pt x="0" y="40"/>
                  </a:lnTo>
                  <a:lnTo>
                    <a:pt x="5" y="23"/>
                  </a:lnTo>
                  <a:lnTo>
                    <a:pt x="18" y="11"/>
                  </a:lnTo>
                  <a:lnTo>
                    <a:pt x="33" y="2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 dirty="0"/>
            </a:p>
          </p:txBody>
        </p:sp>
        <p:sp>
          <p:nvSpPr>
            <p:cNvPr id="19" name="Freeform 17"/>
            <p:cNvSpPr>
              <a:spLocks/>
            </p:cNvSpPr>
            <p:nvPr userDrawn="1"/>
          </p:nvSpPr>
          <p:spPr bwMode="auto">
            <a:xfrm>
              <a:off x="8070936" y="427548"/>
              <a:ext cx="32119" cy="95546"/>
            </a:xfrm>
            <a:custGeom>
              <a:avLst/>
              <a:gdLst>
                <a:gd name="T0" fmla="*/ 44 w 119"/>
                <a:gd name="T1" fmla="*/ 0 h 354"/>
                <a:gd name="T2" fmla="*/ 63 w 119"/>
                <a:gd name="T3" fmla="*/ 4 h 354"/>
                <a:gd name="T4" fmla="*/ 77 w 119"/>
                <a:gd name="T5" fmla="*/ 12 h 354"/>
                <a:gd name="T6" fmla="*/ 87 w 119"/>
                <a:gd name="T7" fmla="*/ 26 h 354"/>
                <a:gd name="T8" fmla="*/ 93 w 119"/>
                <a:gd name="T9" fmla="*/ 44 h 354"/>
                <a:gd name="T10" fmla="*/ 119 w 119"/>
                <a:gd name="T11" fmla="*/ 306 h 354"/>
                <a:gd name="T12" fmla="*/ 115 w 119"/>
                <a:gd name="T13" fmla="*/ 323 h 354"/>
                <a:gd name="T14" fmla="*/ 107 w 119"/>
                <a:gd name="T15" fmla="*/ 339 h 354"/>
                <a:gd name="T16" fmla="*/ 93 w 119"/>
                <a:gd name="T17" fmla="*/ 349 h 354"/>
                <a:gd name="T18" fmla="*/ 75 w 119"/>
                <a:gd name="T19" fmla="*/ 354 h 354"/>
                <a:gd name="T20" fmla="*/ 58 w 119"/>
                <a:gd name="T21" fmla="*/ 351 h 354"/>
                <a:gd name="T22" fmla="*/ 42 w 119"/>
                <a:gd name="T23" fmla="*/ 342 h 354"/>
                <a:gd name="T24" fmla="*/ 32 w 119"/>
                <a:gd name="T25" fmla="*/ 328 h 354"/>
                <a:gd name="T26" fmla="*/ 26 w 119"/>
                <a:gd name="T27" fmla="*/ 311 h 354"/>
                <a:gd name="T28" fmla="*/ 0 w 119"/>
                <a:gd name="T29" fmla="*/ 49 h 354"/>
                <a:gd name="T30" fmla="*/ 4 w 119"/>
                <a:gd name="T31" fmla="*/ 32 h 354"/>
                <a:gd name="T32" fmla="*/ 12 w 119"/>
                <a:gd name="T33" fmla="*/ 16 h 354"/>
                <a:gd name="T34" fmla="*/ 26 w 119"/>
                <a:gd name="T35" fmla="*/ 5 h 354"/>
                <a:gd name="T36" fmla="*/ 44 w 119"/>
                <a:gd name="T37" fmla="*/ 0 h 3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9" h="354">
                  <a:moveTo>
                    <a:pt x="44" y="0"/>
                  </a:moveTo>
                  <a:lnTo>
                    <a:pt x="63" y="4"/>
                  </a:lnTo>
                  <a:lnTo>
                    <a:pt x="77" y="12"/>
                  </a:lnTo>
                  <a:lnTo>
                    <a:pt x="87" y="26"/>
                  </a:lnTo>
                  <a:lnTo>
                    <a:pt x="93" y="44"/>
                  </a:lnTo>
                  <a:lnTo>
                    <a:pt x="119" y="306"/>
                  </a:lnTo>
                  <a:lnTo>
                    <a:pt x="115" y="323"/>
                  </a:lnTo>
                  <a:lnTo>
                    <a:pt x="107" y="339"/>
                  </a:lnTo>
                  <a:lnTo>
                    <a:pt x="93" y="349"/>
                  </a:lnTo>
                  <a:lnTo>
                    <a:pt x="75" y="354"/>
                  </a:lnTo>
                  <a:lnTo>
                    <a:pt x="58" y="351"/>
                  </a:lnTo>
                  <a:lnTo>
                    <a:pt x="42" y="342"/>
                  </a:lnTo>
                  <a:lnTo>
                    <a:pt x="32" y="328"/>
                  </a:lnTo>
                  <a:lnTo>
                    <a:pt x="26" y="311"/>
                  </a:lnTo>
                  <a:lnTo>
                    <a:pt x="0" y="49"/>
                  </a:lnTo>
                  <a:lnTo>
                    <a:pt x="4" y="32"/>
                  </a:lnTo>
                  <a:lnTo>
                    <a:pt x="12" y="16"/>
                  </a:lnTo>
                  <a:lnTo>
                    <a:pt x="26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 dirty="0"/>
            </a:p>
          </p:txBody>
        </p:sp>
        <p:sp>
          <p:nvSpPr>
            <p:cNvPr id="20" name="Freeform 18"/>
            <p:cNvSpPr>
              <a:spLocks/>
            </p:cNvSpPr>
            <p:nvPr userDrawn="1"/>
          </p:nvSpPr>
          <p:spPr bwMode="auto">
            <a:xfrm>
              <a:off x="8178358" y="392731"/>
              <a:ext cx="29690" cy="119568"/>
            </a:xfrm>
            <a:custGeom>
              <a:avLst/>
              <a:gdLst>
                <a:gd name="T0" fmla="*/ 68 w 110"/>
                <a:gd name="T1" fmla="*/ 0 h 443"/>
                <a:gd name="T2" fmla="*/ 86 w 110"/>
                <a:gd name="T3" fmla="*/ 5 h 443"/>
                <a:gd name="T4" fmla="*/ 100 w 110"/>
                <a:gd name="T5" fmla="*/ 16 h 443"/>
                <a:gd name="T6" fmla="*/ 107 w 110"/>
                <a:gd name="T7" fmla="*/ 31 h 443"/>
                <a:gd name="T8" fmla="*/ 110 w 110"/>
                <a:gd name="T9" fmla="*/ 51 h 443"/>
                <a:gd name="T10" fmla="*/ 93 w 110"/>
                <a:gd name="T11" fmla="*/ 401 h 443"/>
                <a:gd name="T12" fmla="*/ 87 w 110"/>
                <a:gd name="T13" fmla="*/ 419 h 443"/>
                <a:gd name="T14" fmla="*/ 75 w 110"/>
                <a:gd name="T15" fmla="*/ 433 h 443"/>
                <a:gd name="T16" fmla="*/ 61 w 110"/>
                <a:gd name="T17" fmla="*/ 442 h 443"/>
                <a:gd name="T18" fmla="*/ 42 w 110"/>
                <a:gd name="T19" fmla="*/ 443 h 443"/>
                <a:gd name="T20" fmla="*/ 25 w 110"/>
                <a:gd name="T21" fmla="*/ 438 h 443"/>
                <a:gd name="T22" fmla="*/ 11 w 110"/>
                <a:gd name="T23" fmla="*/ 426 h 443"/>
                <a:gd name="T24" fmla="*/ 2 w 110"/>
                <a:gd name="T25" fmla="*/ 412 h 443"/>
                <a:gd name="T26" fmla="*/ 0 w 110"/>
                <a:gd name="T27" fmla="*/ 393 h 443"/>
                <a:gd name="T28" fmla="*/ 18 w 110"/>
                <a:gd name="T29" fmla="*/ 42 h 443"/>
                <a:gd name="T30" fmla="*/ 23 w 110"/>
                <a:gd name="T31" fmla="*/ 24 h 443"/>
                <a:gd name="T32" fmla="*/ 33 w 110"/>
                <a:gd name="T33" fmla="*/ 10 h 443"/>
                <a:gd name="T34" fmla="*/ 49 w 110"/>
                <a:gd name="T35" fmla="*/ 2 h 443"/>
                <a:gd name="T36" fmla="*/ 68 w 110"/>
                <a:gd name="T37" fmla="*/ 0 h 4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0" h="443">
                  <a:moveTo>
                    <a:pt x="68" y="0"/>
                  </a:moveTo>
                  <a:lnTo>
                    <a:pt x="86" y="5"/>
                  </a:lnTo>
                  <a:lnTo>
                    <a:pt x="100" y="16"/>
                  </a:lnTo>
                  <a:lnTo>
                    <a:pt x="107" y="31"/>
                  </a:lnTo>
                  <a:lnTo>
                    <a:pt x="110" y="51"/>
                  </a:lnTo>
                  <a:lnTo>
                    <a:pt x="93" y="401"/>
                  </a:lnTo>
                  <a:lnTo>
                    <a:pt x="87" y="419"/>
                  </a:lnTo>
                  <a:lnTo>
                    <a:pt x="75" y="433"/>
                  </a:lnTo>
                  <a:lnTo>
                    <a:pt x="61" y="442"/>
                  </a:lnTo>
                  <a:lnTo>
                    <a:pt x="42" y="443"/>
                  </a:lnTo>
                  <a:lnTo>
                    <a:pt x="25" y="438"/>
                  </a:lnTo>
                  <a:lnTo>
                    <a:pt x="11" y="426"/>
                  </a:lnTo>
                  <a:lnTo>
                    <a:pt x="2" y="412"/>
                  </a:lnTo>
                  <a:lnTo>
                    <a:pt x="0" y="393"/>
                  </a:lnTo>
                  <a:lnTo>
                    <a:pt x="18" y="42"/>
                  </a:lnTo>
                  <a:lnTo>
                    <a:pt x="23" y="24"/>
                  </a:lnTo>
                  <a:lnTo>
                    <a:pt x="33" y="10"/>
                  </a:lnTo>
                  <a:lnTo>
                    <a:pt x="49" y="2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 dirty="0"/>
            </a:p>
          </p:txBody>
        </p:sp>
        <p:sp>
          <p:nvSpPr>
            <p:cNvPr id="21" name="Freeform 19"/>
            <p:cNvSpPr>
              <a:spLocks/>
            </p:cNvSpPr>
            <p:nvPr userDrawn="1"/>
          </p:nvSpPr>
          <p:spPr bwMode="auto">
            <a:xfrm>
              <a:off x="8280113" y="371948"/>
              <a:ext cx="46154" cy="141430"/>
            </a:xfrm>
            <a:custGeom>
              <a:avLst/>
              <a:gdLst>
                <a:gd name="T0" fmla="*/ 119 w 171"/>
                <a:gd name="T1" fmla="*/ 0 h 524"/>
                <a:gd name="T2" fmla="*/ 136 w 171"/>
                <a:gd name="T3" fmla="*/ 0 h 524"/>
                <a:gd name="T4" fmla="*/ 154 w 171"/>
                <a:gd name="T5" fmla="*/ 9 h 524"/>
                <a:gd name="T6" fmla="*/ 166 w 171"/>
                <a:gd name="T7" fmla="*/ 21 h 524"/>
                <a:gd name="T8" fmla="*/ 171 w 171"/>
                <a:gd name="T9" fmla="*/ 37 h 524"/>
                <a:gd name="T10" fmla="*/ 171 w 171"/>
                <a:gd name="T11" fmla="*/ 56 h 524"/>
                <a:gd name="T12" fmla="*/ 91 w 171"/>
                <a:gd name="T13" fmla="*/ 489 h 524"/>
                <a:gd name="T14" fmla="*/ 84 w 171"/>
                <a:gd name="T15" fmla="*/ 506 h 524"/>
                <a:gd name="T16" fmla="*/ 70 w 171"/>
                <a:gd name="T17" fmla="*/ 517 h 524"/>
                <a:gd name="T18" fmla="*/ 54 w 171"/>
                <a:gd name="T19" fmla="*/ 524 h 524"/>
                <a:gd name="T20" fmla="*/ 37 w 171"/>
                <a:gd name="T21" fmla="*/ 524 h 524"/>
                <a:gd name="T22" fmla="*/ 19 w 171"/>
                <a:gd name="T23" fmla="*/ 517 h 524"/>
                <a:gd name="T24" fmla="*/ 7 w 171"/>
                <a:gd name="T25" fmla="*/ 503 h 524"/>
                <a:gd name="T26" fmla="*/ 0 w 171"/>
                <a:gd name="T27" fmla="*/ 487 h 524"/>
                <a:gd name="T28" fmla="*/ 2 w 171"/>
                <a:gd name="T29" fmla="*/ 468 h 524"/>
                <a:gd name="T30" fmla="*/ 82 w 171"/>
                <a:gd name="T31" fmla="*/ 35 h 524"/>
                <a:gd name="T32" fmla="*/ 89 w 171"/>
                <a:gd name="T33" fmla="*/ 19 h 524"/>
                <a:gd name="T34" fmla="*/ 101 w 171"/>
                <a:gd name="T35" fmla="*/ 7 h 524"/>
                <a:gd name="T36" fmla="*/ 119 w 171"/>
                <a:gd name="T37" fmla="*/ 0 h 5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71" h="524">
                  <a:moveTo>
                    <a:pt x="119" y="0"/>
                  </a:moveTo>
                  <a:lnTo>
                    <a:pt x="136" y="0"/>
                  </a:lnTo>
                  <a:lnTo>
                    <a:pt x="154" y="9"/>
                  </a:lnTo>
                  <a:lnTo>
                    <a:pt x="166" y="21"/>
                  </a:lnTo>
                  <a:lnTo>
                    <a:pt x="171" y="37"/>
                  </a:lnTo>
                  <a:lnTo>
                    <a:pt x="171" y="56"/>
                  </a:lnTo>
                  <a:lnTo>
                    <a:pt x="91" y="489"/>
                  </a:lnTo>
                  <a:lnTo>
                    <a:pt x="84" y="506"/>
                  </a:lnTo>
                  <a:lnTo>
                    <a:pt x="70" y="517"/>
                  </a:lnTo>
                  <a:lnTo>
                    <a:pt x="54" y="524"/>
                  </a:lnTo>
                  <a:lnTo>
                    <a:pt x="37" y="524"/>
                  </a:lnTo>
                  <a:lnTo>
                    <a:pt x="19" y="517"/>
                  </a:lnTo>
                  <a:lnTo>
                    <a:pt x="7" y="503"/>
                  </a:lnTo>
                  <a:lnTo>
                    <a:pt x="0" y="487"/>
                  </a:lnTo>
                  <a:lnTo>
                    <a:pt x="2" y="468"/>
                  </a:lnTo>
                  <a:lnTo>
                    <a:pt x="82" y="35"/>
                  </a:lnTo>
                  <a:lnTo>
                    <a:pt x="89" y="19"/>
                  </a:lnTo>
                  <a:lnTo>
                    <a:pt x="101" y="7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 dirty="0"/>
            </a:p>
          </p:txBody>
        </p:sp>
        <p:sp>
          <p:nvSpPr>
            <p:cNvPr id="22" name="Freeform 20"/>
            <p:cNvSpPr>
              <a:spLocks/>
            </p:cNvSpPr>
            <p:nvPr userDrawn="1"/>
          </p:nvSpPr>
          <p:spPr bwMode="auto">
            <a:xfrm>
              <a:off x="8379438" y="365740"/>
              <a:ext cx="68826" cy="161673"/>
            </a:xfrm>
            <a:custGeom>
              <a:avLst/>
              <a:gdLst>
                <a:gd name="T0" fmla="*/ 206 w 255"/>
                <a:gd name="T1" fmla="*/ 0 h 599"/>
                <a:gd name="T2" fmla="*/ 226 w 255"/>
                <a:gd name="T3" fmla="*/ 4 h 599"/>
                <a:gd name="T4" fmla="*/ 241 w 255"/>
                <a:gd name="T5" fmla="*/ 13 h 599"/>
                <a:gd name="T6" fmla="*/ 252 w 255"/>
                <a:gd name="T7" fmla="*/ 27 h 599"/>
                <a:gd name="T8" fmla="*/ 255 w 255"/>
                <a:gd name="T9" fmla="*/ 44 h 599"/>
                <a:gd name="T10" fmla="*/ 254 w 255"/>
                <a:gd name="T11" fmla="*/ 62 h 599"/>
                <a:gd name="T12" fmla="*/ 90 w 255"/>
                <a:gd name="T13" fmla="*/ 569 h 599"/>
                <a:gd name="T14" fmla="*/ 81 w 255"/>
                <a:gd name="T15" fmla="*/ 585 h 599"/>
                <a:gd name="T16" fmla="*/ 65 w 255"/>
                <a:gd name="T17" fmla="*/ 596 h 599"/>
                <a:gd name="T18" fmla="*/ 49 w 255"/>
                <a:gd name="T19" fmla="*/ 599 h 599"/>
                <a:gd name="T20" fmla="*/ 30 w 255"/>
                <a:gd name="T21" fmla="*/ 597 h 599"/>
                <a:gd name="T22" fmla="*/ 14 w 255"/>
                <a:gd name="T23" fmla="*/ 587 h 599"/>
                <a:gd name="T24" fmla="*/ 4 w 255"/>
                <a:gd name="T25" fmla="*/ 573 h 599"/>
                <a:gd name="T26" fmla="*/ 0 w 255"/>
                <a:gd name="T27" fmla="*/ 556 h 599"/>
                <a:gd name="T28" fmla="*/ 2 w 255"/>
                <a:gd name="T29" fmla="*/ 538 h 599"/>
                <a:gd name="T30" fmla="*/ 166 w 255"/>
                <a:gd name="T31" fmla="*/ 30 h 599"/>
                <a:gd name="T32" fmla="*/ 175 w 255"/>
                <a:gd name="T33" fmla="*/ 16 h 599"/>
                <a:gd name="T34" fmla="*/ 191 w 255"/>
                <a:gd name="T35" fmla="*/ 6 h 599"/>
                <a:gd name="T36" fmla="*/ 206 w 255"/>
                <a:gd name="T37" fmla="*/ 0 h 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5" h="599">
                  <a:moveTo>
                    <a:pt x="206" y="0"/>
                  </a:moveTo>
                  <a:lnTo>
                    <a:pt x="226" y="4"/>
                  </a:lnTo>
                  <a:lnTo>
                    <a:pt x="241" y="13"/>
                  </a:lnTo>
                  <a:lnTo>
                    <a:pt x="252" y="27"/>
                  </a:lnTo>
                  <a:lnTo>
                    <a:pt x="255" y="44"/>
                  </a:lnTo>
                  <a:lnTo>
                    <a:pt x="254" y="62"/>
                  </a:lnTo>
                  <a:lnTo>
                    <a:pt x="90" y="569"/>
                  </a:lnTo>
                  <a:lnTo>
                    <a:pt x="81" y="585"/>
                  </a:lnTo>
                  <a:lnTo>
                    <a:pt x="65" y="596"/>
                  </a:lnTo>
                  <a:lnTo>
                    <a:pt x="49" y="599"/>
                  </a:lnTo>
                  <a:lnTo>
                    <a:pt x="30" y="597"/>
                  </a:lnTo>
                  <a:lnTo>
                    <a:pt x="14" y="587"/>
                  </a:lnTo>
                  <a:lnTo>
                    <a:pt x="4" y="573"/>
                  </a:lnTo>
                  <a:lnTo>
                    <a:pt x="0" y="556"/>
                  </a:lnTo>
                  <a:lnTo>
                    <a:pt x="2" y="538"/>
                  </a:lnTo>
                  <a:lnTo>
                    <a:pt x="166" y="30"/>
                  </a:lnTo>
                  <a:lnTo>
                    <a:pt x="175" y="16"/>
                  </a:lnTo>
                  <a:lnTo>
                    <a:pt x="191" y="6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 dirty="0"/>
            </a:p>
          </p:txBody>
        </p:sp>
        <p:sp>
          <p:nvSpPr>
            <p:cNvPr id="23" name="Freeform 21"/>
            <p:cNvSpPr>
              <a:spLocks/>
            </p:cNvSpPr>
            <p:nvPr userDrawn="1"/>
          </p:nvSpPr>
          <p:spPr bwMode="auto">
            <a:xfrm>
              <a:off x="8477144" y="377076"/>
              <a:ext cx="95007" cy="176788"/>
            </a:xfrm>
            <a:custGeom>
              <a:avLst/>
              <a:gdLst>
                <a:gd name="T0" fmla="*/ 309 w 352"/>
                <a:gd name="T1" fmla="*/ 0 h 655"/>
                <a:gd name="T2" fmla="*/ 326 w 352"/>
                <a:gd name="T3" fmla="*/ 6 h 655"/>
                <a:gd name="T4" fmla="*/ 342 w 352"/>
                <a:gd name="T5" fmla="*/ 18 h 655"/>
                <a:gd name="T6" fmla="*/ 349 w 352"/>
                <a:gd name="T7" fmla="*/ 32 h 655"/>
                <a:gd name="T8" fmla="*/ 352 w 352"/>
                <a:gd name="T9" fmla="*/ 49 h 655"/>
                <a:gd name="T10" fmla="*/ 347 w 352"/>
                <a:gd name="T11" fmla="*/ 68 h 655"/>
                <a:gd name="T12" fmla="*/ 87 w 352"/>
                <a:gd name="T13" fmla="*/ 630 h 655"/>
                <a:gd name="T14" fmla="*/ 77 w 352"/>
                <a:gd name="T15" fmla="*/ 644 h 655"/>
                <a:gd name="T16" fmla="*/ 61 w 352"/>
                <a:gd name="T17" fmla="*/ 653 h 655"/>
                <a:gd name="T18" fmla="*/ 43 w 352"/>
                <a:gd name="T19" fmla="*/ 655 h 655"/>
                <a:gd name="T20" fmla="*/ 26 w 352"/>
                <a:gd name="T21" fmla="*/ 650 h 655"/>
                <a:gd name="T22" fmla="*/ 10 w 352"/>
                <a:gd name="T23" fmla="*/ 639 h 655"/>
                <a:gd name="T24" fmla="*/ 3 w 352"/>
                <a:gd name="T25" fmla="*/ 623 h 655"/>
                <a:gd name="T26" fmla="*/ 0 w 352"/>
                <a:gd name="T27" fmla="*/ 606 h 655"/>
                <a:gd name="T28" fmla="*/ 5 w 352"/>
                <a:gd name="T29" fmla="*/ 589 h 655"/>
                <a:gd name="T30" fmla="*/ 265 w 352"/>
                <a:gd name="T31" fmla="*/ 27 h 655"/>
                <a:gd name="T32" fmla="*/ 276 w 352"/>
                <a:gd name="T33" fmla="*/ 11 h 655"/>
                <a:gd name="T34" fmla="*/ 291 w 352"/>
                <a:gd name="T35" fmla="*/ 4 h 655"/>
                <a:gd name="T36" fmla="*/ 309 w 352"/>
                <a:gd name="T37" fmla="*/ 0 h 6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52" h="655">
                  <a:moveTo>
                    <a:pt x="309" y="0"/>
                  </a:moveTo>
                  <a:lnTo>
                    <a:pt x="326" y="6"/>
                  </a:lnTo>
                  <a:lnTo>
                    <a:pt x="342" y="18"/>
                  </a:lnTo>
                  <a:lnTo>
                    <a:pt x="349" y="32"/>
                  </a:lnTo>
                  <a:lnTo>
                    <a:pt x="352" y="49"/>
                  </a:lnTo>
                  <a:lnTo>
                    <a:pt x="347" y="68"/>
                  </a:lnTo>
                  <a:lnTo>
                    <a:pt x="87" y="630"/>
                  </a:lnTo>
                  <a:lnTo>
                    <a:pt x="77" y="644"/>
                  </a:lnTo>
                  <a:lnTo>
                    <a:pt x="61" y="653"/>
                  </a:lnTo>
                  <a:lnTo>
                    <a:pt x="43" y="655"/>
                  </a:lnTo>
                  <a:lnTo>
                    <a:pt x="26" y="650"/>
                  </a:lnTo>
                  <a:lnTo>
                    <a:pt x="10" y="639"/>
                  </a:lnTo>
                  <a:lnTo>
                    <a:pt x="3" y="623"/>
                  </a:lnTo>
                  <a:lnTo>
                    <a:pt x="0" y="606"/>
                  </a:lnTo>
                  <a:lnTo>
                    <a:pt x="5" y="589"/>
                  </a:lnTo>
                  <a:lnTo>
                    <a:pt x="265" y="27"/>
                  </a:lnTo>
                  <a:lnTo>
                    <a:pt x="276" y="11"/>
                  </a:lnTo>
                  <a:lnTo>
                    <a:pt x="291" y="4"/>
                  </a:lnTo>
                  <a:lnTo>
                    <a:pt x="30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 dirty="0"/>
            </a:p>
          </p:txBody>
        </p:sp>
        <p:sp>
          <p:nvSpPr>
            <p:cNvPr id="24" name="Freeform 22"/>
            <p:cNvSpPr>
              <a:spLocks/>
            </p:cNvSpPr>
            <p:nvPr userDrawn="1"/>
          </p:nvSpPr>
          <p:spPr bwMode="auto">
            <a:xfrm>
              <a:off x="8573230" y="405416"/>
              <a:ext cx="122537" cy="187584"/>
            </a:xfrm>
            <a:custGeom>
              <a:avLst/>
              <a:gdLst>
                <a:gd name="T0" fmla="*/ 417 w 454"/>
                <a:gd name="T1" fmla="*/ 0 h 695"/>
                <a:gd name="T2" fmla="*/ 433 w 454"/>
                <a:gd name="T3" fmla="*/ 7 h 695"/>
                <a:gd name="T4" fmla="*/ 447 w 454"/>
                <a:gd name="T5" fmla="*/ 21 h 695"/>
                <a:gd name="T6" fmla="*/ 454 w 454"/>
                <a:gd name="T7" fmla="*/ 37 h 695"/>
                <a:gd name="T8" fmla="*/ 454 w 454"/>
                <a:gd name="T9" fmla="*/ 54 h 695"/>
                <a:gd name="T10" fmla="*/ 447 w 454"/>
                <a:gd name="T11" fmla="*/ 72 h 695"/>
                <a:gd name="T12" fmla="*/ 84 w 454"/>
                <a:gd name="T13" fmla="*/ 676 h 695"/>
                <a:gd name="T14" fmla="*/ 70 w 454"/>
                <a:gd name="T15" fmla="*/ 688 h 695"/>
                <a:gd name="T16" fmla="*/ 54 w 454"/>
                <a:gd name="T17" fmla="*/ 695 h 695"/>
                <a:gd name="T18" fmla="*/ 37 w 454"/>
                <a:gd name="T19" fmla="*/ 695 h 695"/>
                <a:gd name="T20" fmla="*/ 19 w 454"/>
                <a:gd name="T21" fmla="*/ 688 h 695"/>
                <a:gd name="T22" fmla="*/ 7 w 454"/>
                <a:gd name="T23" fmla="*/ 676 h 695"/>
                <a:gd name="T24" fmla="*/ 0 w 454"/>
                <a:gd name="T25" fmla="*/ 660 h 695"/>
                <a:gd name="T26" fmla="*/ 0 w 454"/>
                <a:gd name="T27" fmla="*/ 642 h 695"/>
                <a:gd name="T28" fmla="*/ 7 w 454"/>
                <a:gd name="T29" fmla="*/ 625 h 695"/>
                <a:gd name="T30" fmla="*/ 370 w 454"/>
                <a:gd name="T31" fmla="*/ 21 h 695"/>
                <a:gd name="T32" fmla="*/ 382 w 454"/>
                <a:gd name="T33" fmla="*/ 7 h 695"/>
                <a:gd name="T34" fmla="*/ 400 w 454"/>
                <a:gd name="T35" fmla="*/ 0 h 695"/>
                <a:gd name="T36" fmla="*/ 417 w 454"/>
                <a:gd name="T37" fmla="*/ 0 h 6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454" h="695">
                  <a:moveTo>
                    <a:pt x="417" y="0"/>
                  </a:moveTo>
                  <a:lnTo>
                    <a:pt x="433" y="7"/>
                  </a:lnTo>
                  <a:lnTo>
                    <a:pt x="447" y="21"/>
                  </a:lnTo>
                  <a:lnTo>
                    <a:pt x="454" y="37"/>
                  </a:lnTo>
                  <a:lnTo>
                    <a:pt x="454" y="54"/>
                  </a:lnTo>
                  <a:lnTo>
                    <a:pt x="447" y="72"/>
                  </a:lnTo>
                  <a:lnTo>
                    <a:pt x="84" y="676"/>
                  </a:lnTo>
                  <a:lnTo>
                    <a:pt x="70" y="688"/>
                  </a:lnTo>
                  <a:lnTo>
                    <a:pt x="54" y="695"/>
                  </a:lnTo>
                  <a:lnTo>
                    <a:pt x="37" y="695"/>
                  </a:lnTo>
                  <a:lnTo>
                    <a:pt x="19" y="688"/>
                  </a:lnTo>
                  <a:lnTo>
                    <a:pt x="7" y="676"/>
                  </a:lnTo>
                  <a:lnTo>
                    <a:pt x="0" y="660"/>
                  </a:lnTo>
                  <a:lnTo>
                    <a:pt x="0" y="642"/>
                  </a:lnTo>
                  <a:lnTo>
                    <a:pt x="7" y="625"/>
                  </a:lnTo>
                  <a:lnTo>
                    <a:pt x="370" y="21"/>
                  </a:lnTo>
                  <a:lnTo>
                    <a:pt x="382" y="7"/>
                  </a:lnTo>
                  <a:lnTo>
                    <a:pt x="400" y="0"/>
                  </a:lnTo>
                  <a:lnTo>
                    <a:pt x="417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 dirty="0"/>
            </a:p>
          </p:txBody>
        </p:sp>
        <p:sp>
          <p:nvSpPr>
            <p:cNvPr id="25" name="Freeform 23"/>
            <p:cNvSpPr>
              <a:spLocks/>
            </p:cNvSpPr>
            <p:nvPr userDrawn="1"/>
          </p:nvSpPr>
          <p:spPr bwMode="auto">
            <a:xfrm>
              <a:off x="8663109" y="450760"/>
              <a:ext cx="154656" cy="193522"/>
            </a:xfrm>
            <a:custGeom>
              <a:avLst/>
              <a:gdLst>
                <a:gd name="T0" fmla="*/ 522 w 573"/>
                <a:gd name="T1" fmla="*/ 0 h 717"/>
                <a:gd name="T2" fmla="*/ 540 w 573"/>
                <a:gd name="T3" fmla="*/ 1 h 717"/>
                <a:gd name="T4" fmla="*/ 557 w 573"/>
                <a:gd name="T5" fmla="*/ 10 h 717"/>
                <a:gd name="T6" fmla="*/ 568 w 573"/>
                <a:gd name="T7" fmla="*/ 24 h 717"/>
                <a:gd name="T8" fmla="*/ 573 w 573"/>
                <a:gd name="T9" fmla="*/ 40 h 717"/>
                <a:gd name="T10" fmla="*/ 571 w 573"/>
                <a:gd name="T11" fmla="*/ 57 h 717"/>
                <a:gd name="T12" fmla="*/ 562 w 573"/>
                <a:gd name="T13" fmla="*/ 75 h 717"/>
                <a:gd name="T14" fmla="*/ 81 w 573"/>
                <a:gd name="T15" fmla="*/ 700 h 717"/>
                <a:gd name="T16" fmla="*/ 67 w 573"/>
                <a:gd name="T17" fmla="*/ 712 h 717"/>
                <a:gd name="T18" fmla="*/ 51 w 573"/>
                <a:gd name="T19" fmla="*/ 717 h 717"/>
                <a:gd name="T20" fmla="*/ 32 w 573"/>
                <a:gd name="T21" fmla="*/ 715 h 717"/>
                <a:gd name="T22" fmla="*/ 16 w 573"/>
                <a:gd name="T23" fmla="*/ 707 h 717"/>
                <a:gd name="T24" fmla="*/ 5 w 573"/>
                <a:gd name="T25" fmla="*/ 693 h 717"/>
                <a:gd name="T26" fmla="*/ 0 w 573"/>
                <a:gd name="T27" fmla="*/ 675 h 717"/>
                <a:gd name="T28" fmla="*/ 2 w 573"/>
                <a:gd name="T29" fmla="*/ 658 h 717"/>
                <a:gd name="T30" fmla="*/ 11 w 573"/>
                <a:gd name="T31" fmla="*/ 642 h 717"/>
                <a:gd name="T32" fmla="*/ 491 w 573"/>
                <a:gd name="T33" fmla="*/ 15 h 717"/>
                <a:gd name="T34" fmla="*/ 506 w 573"/>
                <a:gd name="T35" fmla="*/ 3 h 717"/>
                <a:gd name="T36" fmla="*/ 522 w 573"/>
                <a:gd name="T37" fmla="*/ 0 h 7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73" h="717">
                  <a:moveTo>
                    <a:pt x="522" y="0"/>
                  </a:moveTo>
                  <a:lnTo>
                    <a:pt x="540" y="1"/>
                  </a:lnTo>
                  <a:lnTo>
                    <a:pt x="557" y="10"/>
                  </a:lnTo>
                  <a:lnTo>
                    <a:pt x="568" y="24"/>
                  </a:lnTo>
                  <a:lnTo>
                    <a:pt x="573" y="40"/>
                  </a:lnTo>
                  <a:lnTo>
                    <a:pt x="571" y="57"/>
                  </a:lnTo>
                  <a:lnTo>
                    <a:pt x="562" y="75"/>
                  </a:lnTo>
                  <a:lnTo>
                    <a:pt x="81" y="700"/>
                  </a:lnTo>
                  <a:lnTo>
                    <a:pt x="67" y="712"/>
                  </a:lnTo>
                  <a:lnTo>
                    <a:pt x="51" y="717"/>
                  </a:lnTo>
                  <a:lnTo>
                    <a:pt x="32" y="715"/>
                  </a:lnTo>
                  <a:lnTo>
                    <a:pt x="16" y="707"/>
                  </a:lnTo>
                  <a:lnTo>
                    <a:pt x="5" y="693"/>
                  </a:lnTo>
                  <a:lnTo>
                    <a:pt x="0" y="675"/>
                  </a:lnTo>
                  <a:lnTo>
                    <a:pt x="2" y="658"/>
                  </a:lnTo>
                  <a:lnTo>
                    <a:pt x="11" y="642"/>
                  </a:lnTo>
                  <a:lnTo>
                    <a:pt x="491" y="15"/>
                  </a:lnTo>
                  <a:lnTo>
                    <a:pt x="506" y="3"/>
                  </a:lnTo>
                  <a:lnTo>
                    <a:pt x="522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 dirty="0"/>
            </a:p>
          </p:txBody>
        </p:sp>
      </p:grpSp>
    </p:spTree>
    <p:extLst>
      <p:ext uri="{BB962C8B-B14F-4D97-AF65-F5344CB8AC3E}">
        <p14:creationId xmlns:p14="http://schemas.microsoft.com/office/powerpoint/2010/main" val="26264272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3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1557" b="649"/>
          <a:stretch/>
        </p:blipFill>
        <p:spPr>
          <a:xfrm>
            <a:off x="-2" y="6259484"/>
            <a:ext cx="12192003" cy="598516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6728BC2-ACA3-447C-A909-F3F49211C06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SmartArt Placeholder 2"/>
          <p:cNvSpPr>
            <a:spLocks noGrp="1"/>
          </p:cNvSpPr>
          <p:nvPr>
            <p:ph type="dgm" sz="quarter" idx="13"/>
          </p:nvPr>
        </p:nvSpPr>
        <p:spPr>
          <a:xfrm>
            <a:off x="177801" y="125414"/>
            <a:ext cx="11800417" cy="6008687"/>
          </a:xfrm>
        </p:spPr>
        <p:txBody>
          <a:bodyPr/>
          <a:lstStyle/>
          <a:p>
            <a:r>
              <a:rPr lang="en-US"/>
              <a:t>Click icon to add SmartArt graphic</a:t>
            </a:r>
          </a:p>
        </p:txBody>
      </p:sp>
    </p:spTree>
    <p:extLst>
      <p:ext uri="{BB962C8B-B14F-4D97-AF65-F5344CB8AC3E}">
        <p14:creationId xmlns:p14="http://schemas.microsoft.com/office/powerpoint/2010/main" val="33105297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0" y="6251172"/>
            <a:ext cx="12192000" cy="60682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6728BC2-ACA3-447C-A909-F3F49211C066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3687" y="6367323"/>
            <a:ext cx="1680284" cy="394766"/>
          </a:xfrm>
          <a:prstGeom prst="rect">
            <a:avLst/>
          </a:prstGeom>
        </p:spPr>
      </p:pic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506680" y="-4950"/>
            <a:ext cx="11178640" cy="844535"/>
          </a:xfrm>
        </p:spPr>
        <p:txBody>
          <a:bodyPr/>
          <a:lstStyle>
            <a:lvl1pPr>
              <a:defRPr baseline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2"/>
          <p:cNvSpPr>
            <a:spLocks noGrp="1"/>
          </p:cNvSpPr>
          <p:nvPr>
            <p:ph idx="1"/>
          </p:nvPr>
        </p:nvSpPr>
        <p:spPr>
          <a:xfrm>
            <a:off x="506680" y="1097281"/>
            <a:ext cx="11178640" cy="4910129"/>
          </a:xfrm>
        </p:spPr>
        <p:txBody>
          <a:bodyPr/>
          <a:lstStyle>
            <a:lvl1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868411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 flipV="1">
            <a:off x="0" y="1219200"/>
            <a:ext cx="12192000" cy="56388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6" name="Rectangle 5"/>
          <p:cNvSpPr/>
          <p:nvPr userDrawn="1"/>
        </p:nvSpPr>
        <p:spPr>
          <a:xfrm>
            <a:off x="0" y="0"/>
            <a:ext cx="12192000" cy="1219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6728BC2-ACA3-447C-A909-F3F49211C066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3" name="Group 2"/>
          <p:cNvGrpSpPr/>
          <p:nvPr userDrawn="1"/>
        </p:nvGrpSpPr>
        <p:grpSpPr>
          <a:xfrm>
            <a:off x="9685945" y="365741"/>
            <a:ext cx="2071076" cy="487719"/>
            <a:chOff x="7264458" y="365740"/>
            <a:chExt cx="1553307" cy="487719"/>
          </a:xfrm>
        </p:grpSpPr>
        <p:sp>
          <p:nvSpPr>
            <p:cNvPr id="8" name="Freeform 6"/>
            <p:cNvSpPr>
              <a:spLocks noEditPoints="1"/>
            </p:cNvSpPr>
            <p:nvPr userDrawn="1"/>
          </p:nvSpPr>
          <p:spPr bwMode="auto">
            <a:xfrm>
              <a:off x="7264458" y="705011"/>
              <a:ext cx="148988" cy="144669"/>
            </a:xfrm>
            <a:custGeom>
              <a:avLst/>
              <a:gdLst>
                <a:gd name="T0" fmla="*/ 98 w 552"/>
                <a:gd name="T1" fmla="*/ 79 h 536"/>
                <a:gd name="T2" fmla="*/ 98 w 552"/>
                <a:gd name="T3" fmla="*/ 241 h 536"/>
                <a:gd name="T4" fmla="*/ 307 w 552"/>
                <a:gd name="T5" fmla="*/ 241 h 536"/>
                <a:gd name="T6" fmla="*/ 342 w 552"/>
                <a:gd name="T7" fmla="*/ 241 h 536"/>
                <a:gd name="T8" fmla="*/ 374 w 552"/>
                <a:gd name="T9" fmla="*/ 238 h 536"/>
                <a:gd name="T10" fmla="*/ 398 w 552"/>
                <a:gd name="T11" fmla="*/ 231 h 536"/>
                <a:gd name="T12" fmla="*/ 417 w 552"/>
                <a:gd name="T13" fmla="*/ 222 h 536"/>
                <a:gd name="T14" fmla="*/ 431 w 552"/>
                <a:gd name="T15" fmla="*/ 206 h 536"/>
                <a:gd name="T16" fmla="*/ 440 w 552"/>
                <a:gd name="T17" fmla="*/ 187 h 536"/>
                <a:gd name="T18" fmla="*/ 443 w 552"/>
                <a:gd name="T19" fmla="*/ 161 h 536"/>
                <a:gd name="T20" fmla="*/ 440 w 552"/>
                <a:gd name="T21" fmla="*/ 135 h 536"/>
                <a:gd name="T22" fmla="*/ 431 w 552"/>
                <a:gd name="T23" fmla="*/ 114 h 536"/>
                <a:gd name="T24" fmla="*/ 417 w 552"/>
                <a:gd name="T25" fmla="*/ 100 h 536"/>
                <a:gd name="T26" fmla="*/ 398 w 552"/>
                <a:gd name="T27" fmla="*/ 89 h 536"/>
                <a:gd name="T28" fmla="*/ 374 w 552"/>
                <a:gd name="T29" fmla="*/ 84 h 536"/>
                <a:gd name="T30" fmla="*/ 342 w 552"/>
                <a:gd name="T31" fmla="*/ 80 h 536"/>
                <a:gd name="T32" fmla="*/ 307 w 552"/>
                <a:gd name="T33" fmla="*/ 79 h 536"/>
                <a:gd name="T34" fmla="*/ 98 w 552"/>
                <a:gd name="T35" fmla="*/ 79 h 536"/>
                <a:gd name="T36" fmla="*/ 0 w 552"/>
                <a:gd name="T37" fmla="*/ 0 h 536"/>
                <a:gd name="T38" fmla="*/ 323 w 552"/>
                <a:gd name="T39" fmla="*/ 0 h 536"/>
                <a:gd name="T40" fmla="*/ 377 w 552"/>
                <a:gd name="T41" fmla="*/ 2 h 536"/>
                <a:gd name="T42" fmla="*/ 422 w 552"/>
                <a:gd name="T43" fmla="*/ 9 h 536"/>
                <a:gd name="T44" fmla="*/ 461 w 552"/>
                <a:gd name="T45" fmla="*/ 19 h 536"/>
                <a:gd name="T46" fmla="*/ 490 w 552"/>
                <a:gd name="T47" fmla="*/ 37 h 536"/>
                <a:gd name="T48" fmla="*/ 513 w 552"/>
                <a:gd name="T49" fmla="*/ 58 h 536"/>
                <a:gd name="T50" fmla="*/ 529 w 552"/>
                <a:gd name="T51" fmla="*/ 86 h 536"/>
                <a:gd name="T52" fmla="*/ 538 w 552"/>
                <a:gd name="T53" fmla="*/ 119 h 536"/>
                <a:gd name="T54" fmla="*/ 541 w 552"/>
                <a:gd name="T55" fmla="*/ 157 h 536"/>
                <a:gd name="T56" fmla="*/ 538 w 552"/>
                <a:gd name="T57" fmla="*/ 194 h 536"/>
                <a:gd name="T58" fmla="*/ 529 w 552"/>
                <a:gd name="T59" fmla="*/ 225 h 536"/>
                <a:gd name="T60" fmla="*/ 513 w 552"/>
                <a:gd name="T61" fmla="*/ 252 h 536"/>
                <a:gd name="T62" fmla="*/ 494 w 552"/>
                <a:gd name="T63" fmla="*/ 272 h 536"/>
                <a:gd name="T64" fmla="*/ 473 w 552"/>
                <a:gd name="T65" fmla="*/ 290 h 536"/>
                <a:gd name="T66" fmla="*/ 447 w 552"/>
                <a:gd name="T67" fmla="*/ 302 h 536"/>
                <a:gd name="T68" fmla="*/ 421 w 552"/>
                <a:gd name="T69" fmla="*/ 311 h 536"/>
                <a:gd name="T70" fmla="*/ 393 w 552"/>
                <a:gd name="T71" fmla="*/ 314 h 536"/>
                <a:gd name="T72" fmla="*/ 384 w 552"/>
                <a:gd name="T73" fmla="*/ 314 h 536"/>
                <a:gd name="T74" fmla="*/ 552 w 552"/>
                <a:gd name="T75" fmla="*/ 536 h 536"/>
                <a:gd name="T76" fmla="*/ 431 w 552"/>
                <a:gd name="T77" fmla="*/ 536 h 536"/>
                <a:gd name="T78" fmla="*/ 274 w 552"/>
                <a:gd name="T79" fmla="*/ 323 h 536"/>
                <a:gd name="T80" fmla="*/ 274 w 552"/>
                <a:gd name="T81" fmla="*/ 321 h 536"/>
                <a:gd name="T82" fmla="*/ 98 w 552"/>
                <a:gd name="T83" fmla="*/ 321 h 536"/>
                <a:gd name="T84" fmla="*/ 98 w 552"/>
                <a:gd name="T85" fmla="*/ 536 h 536"/>
                <a:gd name="T86" fmla="*/ 0 w 552"/>
                <a:gd name="T87" fmla="*/ 536 h 536"/>
                <a:gd name="T88" fmla="*/ 0 w 552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2" h="536">
                  <a:moveTo>
                    <a:pt x="98" y="79"/>
                  </a:moveTo>
                  <a:lnTo>
                    <a:pt x="98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4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4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8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61" y="19"/>
                  </a:lnTo>
                  <a:lnTo>
                    <a:pt x="490" y="37"/>
                  </a:lnTo>
                  <a:lnTo>
                    <a:pt x="513" y="58"/>
                  </a:lnTo>
                  <a:lnTo>
                    <a:pt x="529" y="86"/>
                  </a:lnTo>
                  <a:lnTo>
                    <a:pt x="538" y="119"/>
                  </a:lnTo>
                  <a:lnTo>
                    <a:pt x="541" y="157"/>
                  </a:lnTo>
                  <a:lnTo>
                    <a:pt x="538" y="194"/>
                  </a:lnTo>
                  <a:lnTo>
                    <a:pt x="529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3" y="290"/>
                  </a:lnTo>
                  <a:lnTo>
                    <a:pt x="447" y="302"/>
                  </a:lnTo>
                  <a:lnTo>
                    <a:pt x="421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2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4" y="321"/>
                  </a:lnTo>
                  <a:lnTo>
                    <a:pt x="98" y="321"/>
                  </a:lnTo>
                  <a:lnTo>
                    <a:pt x="9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 dirty="0"/>
            </a:p>
          </p:txBody>
        </p:sp>
        <p:sp>
          <p:nvSpPr>
            <p:cNvPr id="9" name="Freeform 7"/>
            <p:cNvSpPr>
              <a:spLocks/>
            </p:cNvSpPr>
            <p:nvPr userDrawn="1"/>
          </p:nvSpPr>
          <p:spPr bwMode="auto">
            <a:xfrm>
              <a:off x="7450153" y="705011"/>
              <a:ext cx="131714" cy="144669"/>
            </a:xfrm>
            <a:custGeom>
              <a:avLst/>
              <a:gdLst>
                <a:gd name="T0" fmla="*/ 0 w 488"/>
                <a:gd name="T1" fmla="*/ 0 h 536"/>
                <a:gd name="T2" fmla="*/ 440 w 488"/>
                <a:gd name="T3" fmla="*/ 0 h 536"/>
                <a:gd name="T4" fmla="*/ 455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5 w 488"/>
                <a:gd name="T17" fmla="*/ 79 h 536"/>
                <a:gd name="T18" fmla="*/ 440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54 w 488"/>
                <a:gd name="T25" fmla="*/ 218 h 536"/>
                <a:gd name="T26" fmla="*/ 370 w 488"/>
                <a:gd name="T27" fmla="*/ 222 h 536"/>
                <a:gd name="T28" fmla="*/ 384 w 488"/>
                <a:gd name="T29" fmla="*/ 231 h 536"/>
                <a:gd name="T30" fmla="*/ 392 w 488"/>
                <a:gd name="T31" fmla="*/ 243 h 536"/>
                <a:gd name="T32" fmla="*/ 396 w 488"/>
                <a:gd name="T33" fmla="*/ 259 h 536"/>
                <a:gd name="T34" fmla="*/ 392 w 488"/>
                <a:gd name="T35" fmla="*/ 276 h 536"/>
                <a:gd name="T36" fmla="*/ 384 w 488"/>
                <a:gd name="T37" fmla="*/ 288 h 536"/>
                <a:gd name="T38" fmla="*/ 370 w 488"/>
                <a:gd name="T39" fmla="*/ 297 h 536"/>
                <a:gd name="T40" fmla="*/ 354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8 w 488"/>
                <a:gd name="T47" fmla="*/ 454 h 536"/>
                <a:gd name="T48" fmla="*/ 464 w 488"/>
                <a:gd name="T49" fmla="*/ 457 h 536"/>
                <a:gd name="T50" fmla="*/ 478 w 488"/>
                <a:gd name="T51" fmla="*/ 466 h 536"/>
                <a:gd name="T52" fmla="*/ 487 w 488"/>
                <a:gd name="T53" fmla="*/ 478 h 536"/>
                <a:gd name="T54" fmla="*/ 488 w 488"/>
                <a:gd name="T55" fmla="*/ 494 h 536"/>
                <a:gd name="T56" fmla="*/ 487 w 488"/>
                <a:gd name="T57" fmla="*/ 512 h 536"/>
                <a:gd name="T58" fmla="*/ 478 w 488"/>
                <a:gd name="T59" fmla="*/ 524 h 536"/>
                <a:gd name="T60" fmla="*/ 464 w 488"/>
                <a:gd name="T61" fmla="*/ 533 h 536"/>
                <a:gd name="T62" fmla="*/ 448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40" y="0"/>
                  </a:lnTo>
                  <a:lnTo>
                    <a:pt x="455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5" y="79"/>
                  </a:lnTo>
                  <a:lnTo>
                    <a:pt x="440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54" y="218"/>
                  </a:lnTo>
                  <a:lnTo>
                    <a:pt x="370" y="222"/>
                  </a:lnTo>
                  <a:lnTo>
                    <a:pt x="384" y="231"/>
                  </a:lnTo>
                  <a:lnTo>
                    <a:pt x="392" y="243"/>
                  </a:lnTo>
                  <a:lnTo>
                    <a:pt x="396" y="259"/>
                  </a:lnTo>
                  <a:lnTo>
                    <a:pt x="392" y="276"/>
                  </a:lnTo>
                  <a:lnTo>
                    <a:pt x="384" y="288"/>
                  </a:lnTo>
                  <a:lnTo>
                    <a:pt x="370" y="297"/>
                  </a:lnTo>
                  <a:lnTo>
                    <a:pt x="354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8" y="454"/>
                  </a:lnTo>
                  <a:lnTo>
                    <a:pt x="464" y="457"/>
                  </a:lnTo>
                  <a:lnTo>
                    <a:pt x="478" y="466"/>
                  </a:lnTo>
                  <a:lnTo>
                    <a:pt x="487" y="478"/>
                  </a:lnTo>
                  <a:lnTo>
                    <a:pt x="488" y="494"/>
                  </a:lnTo>
                  <a:lnTo>
                    <a:pt x="487" y="512"/>
                  </a:lnTo>
                  <a:lnTo>
                    <a:pt x="478" y="524"/>
                  </a:lnTo>
                  <a:lnTo>
                    <a:pt x="464" y="533"/>
                  </a:lnTo>
                  <a:lnTo>
                    <a:pt x="44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 dirty="0"/>
            </a:p>
          </p:txBody>
        </p:sp>
        <p:sp>
          <p:nvSpPr>
            <p:cNvPr id="10" name="Freeform 8"/>
            <p:cNvSpPr>
              <a:spLocks/>
            </p:cNvSpPr>
            <p:nvPr userDrawn="1"/>
          </p:nvSpPr>
          <p:spPr bwMode="auto">
            <a:xfrm>
              <a:off x="7613446" y="705011"/>
              <a:ext cx="154116" cy="144669"/>
            </a:xfrm>
            <a:custGeom>
              <a:avLst/>
              <a:gdLst>
                <a:gd name="T0" fmla="*/ 48 w 571"/>
                <a:gd name="T1" fmla="*/ 0 h 536"/>
                <a:gd name="T2" fmla="*/ 65 w 571"/>
                <a:gd name="T3" fmla="*/ 4 h 536"/>
                <a:gd name="T4" fmla="*/ 79 w 571"/>
                <a:gd name="T5" fmla="*/ 12 h 536"/>
                <a:gd name="T6" fmla="*/ 89 w 571"/>
                <a:gd name="T7" fmla="*/ 26 h 536"/>
                <a:gd name="T8" fmla="*/ 280 w 571"/>
                <a:gd name="T9" fmla="*/ 431 h 536"/>
                <a:gd name="T10" fmla="*/ 285 w 571"/>
                <a:gd name="T11" fmla="*/ 440 h 536"/>
                <a:gd name="T12" fmla="*/ 484 w 571"/>
                <a:gd name="T13" fmla="*/ 26 h 536"/>
                <a:gd name="T14" fmla="*/ 494 w 571"/>
                <a:gd name="T15" fmla="*/ 12 h 536"/>
                <a:gd name="T16" fmla="*/ 508 w 571"/>
                <a:gd name="T17" fmla="*/ 2 h 536"/>
                <a:gd name="T18" fmla="*/ 526 w 571"/>
                <a:gd name="T19" fmla="*/ 0 h 536"/>
                <a:gd name="T20" fmla="*/ 541 w 571"/>
                <a:gd name="T21" fmla="*/ 2 h 536"/>
                <a:gd name="T22" fmla="*/ 554 w 571"/>
                <a:gd name="T23" fmla="*/ 9 h 536"/>
                <a:gd name="T24" fmla="*/ 564 w 571"/>
                <a:gd name="T25" fmla="*/ 21 h 536"/>
                <a:gd name="T26" fmla="*/ 571 w 571"/>
                <a:gd name="T27" fmla="*/ 35 h 536"/>
                <a:gd name="T28" fmla="*/ 571 w 571"/>
                <a:gd name="T29" fmla="*/ 51 h 536"/>
                <a:gd name="T30" fmla="*/ 568 w 571"/>
                <a:gd name="T31" fmla="*/ 67 h 536"/>
                <a:gd name="T32" fmla="*/ 337 w 571"/>
                <a:gd name="T33" fmla="*/ 536 h 536"/>
                <a:gd name="T34" fmla="*/ 233 w 571"/>
                <a:gd name="T35" fmla="*/ 536 h 536"/>
                <a:gd name="T36" fmla="*/ 6 w 571"/>
                <a:gd name="T37" fmla="*/ 67 h 536"/>
                <a:gd name="T38" fmla="*/ 0 w 571"/>
                <a:gd name="T39" fmla="*/ 51 h 536"/>
                <a:gd name="T40" fmla="*/ 2 w 571"/>
                <a:gd name="T41" fmla="*/ 35 h 536"/>
                <a:gd name="T42" fmla="*/ 7 w 571"/>
                <a:gd name="T43" fmla="*/ 21 h 536"/>
                <a:gd name="T44" fmla="*/ 18 w 571"/>
                <a:gd name="T45" fmla="*/ 9 h 536"/>
                <a:gd name="T46" fmla="*/ 32 w 571"/>
                <a:gd name="T47" fmla="*/ 2 h 536"/>
                <a:gd name="T48" fmla="*/ 48 w 571"/>
                <a:gd name="T4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571" h="536">
                  <a:moveTo>
                    <a:pt x="48" y="0"/>
                  </a:moveTo>
                  <a:lnTo>
                    <a:pt x="65" y="4"/>
                  </a:lnTo>
                  <a:lnTo>
                    <a:pt x="79" y="12"/>
                  </a:lnTo>
                  <a:lnTo>
                    <a:pt x="89" y="26"/>
                  </a:lnTo>
                  <a:lnTo>
                    <a:pt x="280" y="431"/>
                  </a:lnTo>
                  <a:lnTo>
                    <a:pt x="285" y="440"/>
                  </a:lnTo>
                  <a:lnTo>
                    <a:pt x="484" y="26"/>
                  </a:lnTo>
                  <a:lnTo>
                    <a:pt x="494" y="12"/>
                  </a:lnTo>
                  <a:lnTo>
                    <a:pt x="508" y="2"/>
                  </a:lnTo>
                  <a:lnTo>
                    <a:pt x="526" y="0"/>
                  </a:lnTo>
                  <a:lnTo>
                    <a:pt x="541" y="2"/>
                  </a:lnTo>
                  <a:lnTo>
                    <a:pt x="554" y="9"/>
                  </a:lnTo>
                  <a:lnTo>
                    <a:pt x="564" y="21"/>
                  </a:lnTo>
                  <a:lnTo>
                    <a:pt x="571" y="35"/>
                  </a:lnTo>
                  <a:lnTo>
                    <a:pt x="571" y="51"/>
                  </a:lnTo>
                  <a:lnTo>
                    <a:pt x="568" y="67"/>
                  </a:lnTo>
                  <a:lnTo>
                    <a:pt x="337" y="536"/>
                  </a:lnTo>
                  <a:lnTo>
                    <a:pt x="233" y="536"/>
                  </a:lnTo>
                  <a:lnTo>
                    <a:pt x="6" y="67"/>
                  </a:lnTo>
                  <a:lnTo>
                    <a:pt x="0" y="51"/>
                  </a:lnTo>
                  <a:lnTo>
                    <a:pt x="2" y="35"/>
                  </a:lnTo>
                  <a:lnTo>
                    <a:pt x="7" y="21"/>
                  </a:lnTo>
                  <a:lnTo>
                    <a:pt x="18" y="9"/>
                  </a:lnTo>
                  <a:lnTo>
                    <a:pt x="32" y="2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 dirty="0"/>
            </a:p>
          </p:txBody>
        </p:sp>
        <p:sp>
          <p:nvSpPr>
            <p:cNvPr id="11" name="Freeform 9"/>
            <p:cNvSpPr>
              <a:spLocks noEditPoints="1"/>
            </p:cNvSpPr>
            <p:nvPr userDrawn="1"/>
          </p:nvSpPr>
          <p:spPr bwMode="auto">
            <a:xfrm>
              <a:off x="7767562" y="705011"/>
              <a:ext cx="173010" cy="144669"/>
            </a:xfrm>
            <a:custGeom>
              <a:avLst/>
              <a:gdLst>
                <a:gd name="T0" fmla="*/ 321 w 641"/>
                <a:gd name="T1" fmla="*/ 70 h 536"/>
                <a:gd name="T2" fmla="*/ 201 w 641"/>
                <a:gd name="T3" fmla="*/ 328 h 536"/>
                <a:gd name="T4" fmla="*/ 443 w 641"/>
                <a:gd name="T5" fmla="*/ 328 h 536"/>
                <a:gd name="T6" fmla="*/ 321 w 641"/>
                <a:gd name="T7" fmla="*/ 70 h 536"/>
                <a:gd name="T8" fmla="*/ 264 w 641"/>
                <a:gd name="T9" fmla="*/ 0 h 536"/>
                <a:gd name="T10" fmla="*/ 381 w 641"/>
                <a:gd name="T11" fmla="*/ 0 h 536"/>
                <a:gd name="T12" fmla="*/ 641 w 641"/>
                <a:gd name="T13" fmla="*/ 536 h 536"/>
                <a:gd name="T14" fmla="*/ 538 w 641"/>
                <a:gd name="T15" fmla="*/ 536 h 536"/>
                <a:gd name="T16" fmla="*/ 482 w 641"/>
                <a:gd name="T17" fmla="*/ 414 h 536"/>
                <a:gd name="T18" fmla="*/ 480 w 641"/>
                <a:gd name="T19" fmla="*/ 410 h 536"/>
                <a:gd name="T20" fmla="*/ 161 w 641"/>
                <a:gd name="T21" fmla="*/ 410 h 536"/>
                <a:gd name="T22" fmla="*/ 103 w 641"/>
                <a:gd name="T23" fmla="*/ 536 h 536"/>
                <a:gd name="T24" fmla="*/ 0 w 641"/>
                <a:gd name="T25" fmla="*/ 536 h 536"/>
                <a:gd name="T26" fmla="*/ 264 w 641"/>
                <a:gd name="T2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1" h="536">
                  <a:moveTo>
                    <a:pt x="321" y="70"/>
                  </a:moveTo>
                  <a:lnTo>
                    <a:pt x="201" y="328"/>
                  </a:lnTo>
                  <a:lnTo>
                    <a:pt x="443" y="328"/>
                  </a:lnTo>
                  <a:lnTo>
                    <a:pt x="321" y="70"/>
                  </a:lnTo>
                  <a:close/>
                  <a:moveTo>
                    <a:pt x="264" y="0"/>
                  </a:moveTo>
                  <a:lnTo>
                    <a:pt x="381" y="0"/>
                  </a:lnTo>
                  <a:lnTo>
                    <a:pt x="641" y="536"/>
                  </a:lnTo>
                  <a:lnTo>
                    <a:pt x="538" y="536"/>
                  </a:lnTo>
                  <a:lnTo>
                    <a:pt x="482" y="414"/>
                  </a:lnTo>
                  <a:lnTo>
                    <a:pt x="480" y="410"/>
                  </a:lnTo>
                  <a:lnTo>
                    <a:pt x="161" y="410"/>
                  </a:lnTo>
                  <a:lnTo>
                    <a:pt x="103" y="536"/>
                  </a:lnTo>
                  <a:lnTo>
                    <a:pt x="0" y="536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 dirty="0"/>
            </a:p>
          </p:txBody>
        </p:sp>
        <p:sp>
          <p:nvSpPr>
            <p:cNvPr id="12" name="Freeform 10"/>
            <p:cNvSpPr>
              <a:spLocks/>
            </p:cNvSpPr>
            <p:nvPr userDrawn="1"/>
          </p:nvSpPr>
          <p:spPr bwMode="auto">
            <a:xfrm>
              <a:off x="7934364" y="705011"/>
              <a:ext cx="157895" cy="144669"/>
            </a:xfrm>
            <a:custGeom>
              <a:avLst/>
              <a:gdLst>
                <a:gd name="T0" fmla="*/ 42 w 585"/>
                <a:gd name="T1" fmla="*/ 0 h 536"/>
                <a:gd name="T2" fmla="*/ 545 w 585"/>
                <a:gd name="T3" fmla="*/ 0 h 536"/>
                <a:gd name="T4" fmla="*/ 560 w 585"/>
                <a:gd name="T5" fmla="*/ 2 h 536"/>
                <a:gd name="T6" fmla="*/ 574 w 585"/>
                <a:gd name="T7" fmla="*/ 12 h 536"/>
                <a:gd name="T8" fmla="*/ 583 w 585"/>
                <a:gd name="T9" fmla="*/ 25 h 536"/>
                <a:gd name="T10" fmla="*/ 585 w 585"/>
                <a:gd name="T11" fmla="*/ 40 h 536"/>
                <a:gd name="T12" fmla="*/ 583 w 585"/>
                <a:gd name="T13" fmla="*/ 56 h 536"/>
                <a:gd name="T14" fmla="*/ 574 w 585"/>
                <a:gd name="T15" fmla="*/ 70 h 536"/>
                <a:gd name="T16" fmla="*/ 560 w 585"/>
                <a:gd name="T17" fmla="*/ 79 h 536"/>
                <a:gd name="T18" fmla="*/ 545 w 585"/>
                <a:gd name="T19" fmla="*/ 82 h 536"/>
                <a:gd name="T20" fmla="*/ 342 w 585"/>
                <a:gd name="T21" fmla="*/ 82 h 536"/>
                <a:gd name="T22" fmla="*/ 342 w 585"/>
                <a:gd name="T23" fmla="*/ 536 h 536"/>
                <a:gd name="T24" fmla="*/ 244 w 585"/>
                <a:gd name="T25" fmla="*/ 536 h 536"/>
                <a:gd name="T26" fmla="*/ 244 w 585"/>
                <a:gd name="T27" fmla="*/ 82 h 536"/>
                <a:gd name="T28" fmla="*/ 42 w 585"/>
                <a:gd name="T29" fmla="*/ 82 h 536"/>
                <a:gd name="T30" fmla="*/ 26 w 585"/>
                <a:gd name="T31" fmla="*/ 79 h 536"/>
                <a:gd name="T32" fmla="*/ 12 w 585"/>
                <a:gd name="T33" fmla="*/ 70 h 536"/>
                <a:gd name="T34" fmla="*/ 4 w 585"/>
                <a:gd name="T35" fmla="*/ 56 h 536"/>
                <a:gd name="T36" fmla="*/ 0 w 585"/>
                <a:gd name="T37" fmla="*/ 40 h 536"/>
                <a:gd name="T38" fmla="*/ 4 w 585"/>
                <a:gd name="T39" fmla="*/ 25 h 536"/>
                <a:gd name="T40" fmla="*/ 12 w 585"/>
                <a:gd name="T41" fmla="*/ 12 h 536"/>
                <a:gd name="T42" fmla="*/ 26 w 585"/>
                <a:gd name="T43" fmla="*/ 2 h 536"/>
                <a:gd name="T44" fmla="*/ 42 w 585"/>
                <a:gd name="T45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585" h="536">
                  <a:moveTo>
                    <a:pt x="42" y="0"/>
                  </a:moveTo>
                  <a:lnTo>
                    <a:pt x="545" y="0"/>
                  </a:lnTo>
                  <a:lnTo>
                    <a:pt x="560" y="2"/>
                  </a:lnTo>
                  <a:lnTo>
                    <a:pt x="574" y="12"/>
                  </a:lnTo>
                  <a:lnTo>
                    <a:pt x="583" y="25"/>
                  </a:lnTo>
                  <a:lnTo>
                    <a:pt x="585" y="40"/>
                  </a:lnTo>
                  <a:lnTo>
                    <a:pt x="583" y="56"/>
                  </a:lnTo>
                  <a:lnTo>
                    <a:pt x="574" y="70"/>
                  </a:lnTo>
                  <a:lnTo>
                    <a:pt x="560" y="79"/>
                  </a:lnTo>
                  <a:lnTo>
                    <a:pt x="545" y="82"/>
                  </a:lnTo>
                  <a:lnTo>
                    <a:pt x="342" y="82"/>
                  </a:lnTo>
                  <a:lnTo>
                    <a:pt x="342" y="536"/>
                  </a:lnTo>
                  <a:lnTo>
                    <a:pt x="244" y="536"/>
                  </a:lnTo>
                  <a:lnTo>
                    <a:pt x="244" y="82"/>
                  </a:lnTo>
                  <a:lnTo>
                    <a:pt x="42" y="82"/>
                  </a:lnTo>
                  <a:lnTo>
                    <a:pt x="26" y="79"/>
                  </a:lnTo>
                  <a:lnTo>
                    <a:pt x="12" y="70"/>
                  </a:lnTo>
                  <a:lnTo>
                    <a:pt x="4" y="56"/>
                  </a:lnTo>
                  <a:lnTo>
                    <a:pt x="0" y="40"/>
                  </a:lnTo>
                  <a:lnTo>
                    <a:pt x="4" y="25"/>
                  </a:lnTo>
                  <a:lnTo>
                    <a:pt x="12" y="12"/>
                  </a:lnTo>
                  <a:lnTo>
                    <a:pt x="26" y="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 dirty="0"/>
            </a:p>
          </p:txBody>
        </p:sp>
        <p:sp>
          <p:nvSpPr>
            <p:cNvPr id="13" name="Freeform 11"/>
            <p:cNvSpPr>
              <a:spLocks/>
            </p:cNvSpPr>
            <p:nvPr userDrawn="1"/>
          </p:nvSpPr>
          <p:spPr bwMode="auto">
            <a:xfrm>
              <a:off x="8122758" y="705011"/>
              <a:ext cx="154116" cy="148448"/>
            </a:xfrm>
            <a:custGeom>
              <a:avLst/>
              <a:gdLst>
                <a:gd name="T0" fmla="*/ 49 w 571"/>
                <a:gd name="T1" fmla="*/ 0 h 550"/>
                <a:gd name="T2" fmla="*/ 68 w 571"/>
                <a:gd name="T3" fmla="*/ 4 h 550"/>
                <a:gd name="T4" fmla="*/ 84 w 571"/>
                <a:gd name="T5" fmla="*/ 14 h 550"/>
                <a:gd name="T6" fmla="*/ 94 w 571"/>
                <a:gd name="T7" fmla="*/ 30 h 550"/>
                <a:gd name="T8" fmla="*/ 98 w 571"/>
                <a:gd name="T9" fmla="*/ 49 h 550"/>
                <a:gd name="T10" fmla="*/ 98 w 571"/>
                <a:gd name="T11" fmla="*/ 299 h 550"/>
                <a:gd name="T12" fmla="*/ 98 w 571"/>
                <a:gd name="T13" fmla="*/ 320 h 550"/>
                <a:gd name="T14" fmla="*/ 101 w 571"/>
                <a:gd name="T15" fmla="*/ 342 h 550"/>
                <a:gd name="T16" fmla="*/ 105 w 571"/>
                <a:gd name="T17" fmla="*/ 363 h 550"/>
                <a:gd name="T18" fmla="*/ 112 w 571"/>
                <a:gd name="T19" fmla="*/ 384 h 550"/>
                <a:gd name="T20" fmla="*/ 122 w 571"/>
                <a:gd name="T21" fmla="*/ 403 h 550"/>
                <a:gd name="T22" fmla="*/ 136 w 571"/>
                <a:gd name="T23" fmla="*/ 421 h 550"/>
                <a:gd name="T24" fmla="*/ 156 w 571"/>
                <a:gd name="T25" fmla="*/ 437 h 550"/>
                <a:gd name="T26" fmla="*/ 180 w 571"/>
                <a:gd name="T27" fmla="*/ 449 h 550"/>
                <a:gd name="T28" fmla="*/ 208 w 571"/>
                <a:gd name="T29" fmla="*/ 459 h 550"/>
                <a:gd name="T30" fmla="*/ 245 w 571"/>
                <a:gd name="T31" fmla="*/ 464 h 550"/>
                <a:gd name="T32" fmla="*/ 286 w 571"/>
                <a:gd name="T33" fmla="*/ 466 h 550"/>
                <a:gd name="T34" fmla="*/ 328 w 571"/>
                <a:gd name="T35" fmla="*/ 464 h 550"/>
                <a:gd name="T36" fmla="*/ 363 w 571"/>
                <a:gd name="T37" fmla="*/ 459 h 550"/>
                <a:gd name="T38" fmla="*/ 391 w 571"/>
                <a:gd name="T39" fmla="*/ 449 h 550"/>
                <a:gd name="T40" fmla="*/ 416 w 571"/>
                <a:gd name="T41" fmla="*/ 437 h 550"/>
                <a:gd name="T42" fmla="*/ 435 w 571"/>
                <a:gd name="T43" fmla="*/ 421 h 550"/>
                <a:gd name="T44" fmla="*/ 449 w 571"/>
                <a:gd name="T45" fmla="*/ 403 h 550"/>
                <a:gd name="T46" fmla="*/ 459 w 571"/>
                <a:gd name="T47" fmla="*/ 384 h 550"/>
                <a:gd name="T48" fmla="*/ 466 w 571"/>
                <a:gd name="T49" fmla="*/ 363 h 550"/>
                <a:gd name="T50" fmla="*/ 470 w 571"/>
                <a:gd name="T51" fmla="*/ 342 h 550"/>
                <a:gd name="T52" fmla="*/ 473 w 571"/>
                <a:gd name="T53" fmla="*/ 320 h 550"/>
                <a:gd name="T54" fmla="*/ 473 w 571"/>
                <a:gd name="T55" fmla="*/ 299 h 550"/>
                <a:gd name="T56" fmla="*/ 473 w 571"/>
                <a:gd name="T57" fmla="*/ 49 h 550"/>
                <a:gd name="T58" fmla="*/ 477 w 571"/>
                <a:gd name="T59" fmla="*/ 30 h 550"/>
                <a:gd name="T60" fmla="*/ 487 w 571"/>
                <a:gd name="T61" fmla="*/ 14 h 550"/>
                <a:gd name="T62" fmla="*/ 503 w 571"/>
                <a:gd name="T63" fmla="*/ 4 h 550"/>
                <a:gd name="T64" fmla="*/ 522 w 571"/>
                <a:gd name="T65" fmla="*/ 0 h 550"/>
                <a:gd name="T66" fmla="*/ 541 w 571"/>
                <a:gd name="T67" fmla="*/ 4 h 550"/>
                <a:gd name="T68" fmla="*/ 557 w 571"/>
                <a:gd name="T69" fmla="*/ 14 h 550"/>
                <a:gd name="T70" fmla="*/ 567 w 571"/>
                <a:gd name="T71" fmla="*/ 30 h 550"/>
                <a:gd name="T72" fmla="*/ 571 w 571"/>
                <a:gd name="T73" fmla="*/ 49 h 550"/>
                <a:gd name="T74" fmla="*/ 571 w 571"/>
                <a:gd name="T75" fmla="*/ 306 h 550"/>
                <a:gd name="T76" fmla="*/ 567 w 571"/>
                <a:gd name="T77" fmla="*/ 358 h 550"/>
                <a:gd name="T78" fmla="*/ 557 w 571"/>
                <a:gd name="T79" fmla="*/ 402 h 550"/>
                <a:gd name="T80" fmla="*/ 540 w 571"/>
                <a:gd name="T81" fmla="*/ 442 h 550"/>
                <a:gd name="T82" fmla="*/ 513 w 571"/>
                <a:gd name="T83" fmla="*/ 475 h 550"/>
                <a:gd name="T84" fmla="*/ 482 w 571"/>
                <a:gd name="T85" fmla="*/ 501 h 550"/>
                <a:gd name="T86" fmla="*/ 444 w 571"/>
                <a:gd name="T87" fmla="*/ 522 h 550"/>
                <a:gd name="T88" fmla="*/ 398 w 571"/>
                <a:gd name="T89" fmla="*/ 538 h 550"/>
                <a:gd name="T90" fmla="*/ 346 w 571"/>
                <a:gd name="T91" fmla="*/ 547 h 550"/>
                <a:gd name="T92" fmla="*/ 286 w 571"/>
                <a:gd name="T93" fmla="*/ 550 h 550"/>
                <a:gd name="T94" fmla="*/ 225 w 571"/>
                <a:gd name="T95" fmla="*/ 547 h 550"/>
                <a:gd name="T96" fmla="*/ 173 w 571"/>
                <a:gd name="T97" fmla="*/ 538 h 550"/>
                <a:gd name="T98" fmla="*/ 128 w 571"/>
                <a:gd name="T99" fmla="*/ 522 h 550"/>
                <a:gd name="T100" fmla="*/ 89 w 571"/>
                <a:gd name="T101" fmla="*/ 501 h 550"/>
                <a:gd name="T102" fmla="*/ 58 w 571"/>
                <a:gd name="T103" fmla="*/ 475 h 550"/>
                <a:gd name="T104" fmla="*/ 32 w 571"/>
                <a:gd name="T105" fmla="*/ 442 h 550"/>
                <a:gd name="T106" fmla="*/ 14 w 571"/>
                <a:gd name="T107" fmla="*/ 402 h 550"/>
                <a:gd name="T108" fmla="*/ 4 w 571"/>
                <a:gd name="T109" fmla="*/ 358 h 550"/>
                <a:gd name="T110" fmla="*/ 0 w 571"/>
                <a:gd name="T111" fmla="*/ 306 h 550"/>
                <a:gd name="T112" fmla="*/ 0 w 571"/>
                <a:gd name="T113" fmla="*/ 49 h 550"/>
                <a:gd name="T114" fmla="*/ 4 w 571"/>
                <a:gd name="T115" fmla="*/ 30 h 550"/>
                <a:gd name="T116" fmla="*/ 14 w 571"/>
                <a:gd name="T117" fmla="*/ 14 h 550"/>
                <a:gd name="T118" fmla="*/ 30 w 571"/>
                <a:gd name="T119" fmla="*/ 4 h 550"/>
                <a:gd name="T120" fmla="*/ 49 w 571"/>
                <a:gd name="T121" fmla="*/ 0 h 5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71" h="550">
                  <a:moveTo>
                    <a:pt x="49" y="0"/>
                  </a:moveTo>
                  <a:lnTo>
                    <a:pt x="68" y="4"/>
                  </a:lnTo>
                  <a:lnTo>
                    <a:pt x="84" y="14"/>
                  </a:lnTo>
                  <a:lnTo>
                    <a:pt x="94" y="30"/>
                  </a:lnTo>
                  <a:lnTo>
                    <a:pt x="98" y="49"/>
                  </a:lnTo>
                  <a:lnTo>
                    <a:pt x="98" y="299"/>
                  </a:lnTo>
                  <a:lnTo>
                    <a:pt x="98" y="320"/>
                  </a:lnTo>
                  <a:lnTo>
                    <a:pt x="101" y="342"/>
                  </a:lnTo>
                  <a:lnTo>
                    <a:pt x="105" y="363"/>
                  </a:lnTo>
                  <a:lnTo>
                    <a:pt x="112" y="384"/>
                  </a:lnTo>
                  <a:lnTo>
                    <a:pt x="122" y="403"/>
                  </a:lnTo>
                  <a:lnTo>
                    <a:pt x="136" y="421"/>
                  </a:lnTo>
                  <a:lnTo>
                    <a:pt x="156" y="437"/>
                  </a:lnTo>
                  <a:lnTo>
                    <a:pt x="180" y="449"/>
                  </a:lnTo>
                  <a:lnTo>
                    <a:pt x="208" y="459"/>
                  </a:lnTo>
                  <a:lnTo>
                    <a:pt x="245" y="464"/>
                  </a:lnTo>
                  <a:lnTo>
                    <a:pt x="286" y="466"/>
                  </a:lnTo>
                  <a:lnTo>
                    <a:pt x="328" y="464"/>
                  </a:lnTo>
                  <a:lnTo>
                    <a:pt x="363" y="459"/>
                  </a:lnTo>
                  <a:lnTo>
                    <a:pt x="391" y="449"/>
                  </a:lnTo>
                  <a:lnTo>
                    <a:pt x="416" y="437"/>
                  </a:lnTo>
                  <a:lnTo>
                    <a:pt x="435" y="421"/>
                  </a:lnTo>
                  <a:lnTo>
                    <a:pt x="449" y="403"/>
                  </a:lnTo>
                  <a:lnTo>
                    <a:pt x="459" y="384"/>
                  </a:lnTo>
                  <a:lnTo>
                    <a:pt x="466" y="363"/>
                  </a:lnTo>
                  <a:lnTo>
                    <a:pt x="470" y="342"/>
                  </a:lnTo>
                  <a:lnTo>
                    <a:pt x="473" y="320"/>
                  </a:lnTo>
                  <a:lnTo>
                    <a:pt x="473" y="299"/>
                  </a:lnTo>
                  <a:lnTo>
                    <a:pt x="473" y="49"/>
                  </a:lnTo>
                  <a:lnTo>
                    <a:pt x="477" y="30"/>
                  </a:lnTo>
                  <a:lnTo>
                    <a:pt x="487" y="14"/>
                  </a:lnTo>
                  <a:lnTo>
                    <a:pt x="503" y="4"/>
                  </a:lnTo>
                  <a:lnTo>
                    <a:pt x="522" y="0"/>
                  </a:lnTo>
                  <a:lnTo>
                    <a:pt x="541" y="4"/>
                  </a:lnTo>
                  <a:lnTo>
                    <a:pt x="557" y="14"/>
                  </a:lnTo>
                  <a:lnTo>
                    <a:pt x="567" y="30"/>
                  </a:lnTo>
                  <a:lnTo>
                    <a:pt x="571" y="49"/>
                  </a:lnTo>
                  <a:lnTo>
                    <a:pt x="571" y="306"/>
                  </a:lnTo>
                  <a:lnTo>
                    <a:pt x="567" y="358"/>
                  </a:lnTo>
                  <a:lnTo>
                    <a:pt x="557" y="402"/>
                  </a:lnTo>
                  <a:lnTo>
                    <a:pt x="540" y="442"/>
                  </a:lnTo>
                  <a:lnTo>
                    <a:pt x="513" y="475"/>
                  </a:lnTo>
                  <a:lnTo>
                    <a:pt x="482" y="501"/>
                  </a:lnTo>
                  <a:lnTo>
                    <a:pt x="444" y="522"/>
                  </a:lnTo>
                  <a:lnTo>
                    <a:pt x="398" y="538"/>
                  </a:lnTo>
                  <a:lnTo>
                    <a:pt x="346" y="547"/>
                  </a:lnTo>
                  <a:lnTo>
                    <a:pt x="286" y="550"/>
                  </a:lnTo>
                  <a:lnTo>
                    <a:pt x="225" y="547"/>
                  </a:lnTo>
                  <a:lnTo>
                    <a:pt x="173" y="538"/>
                  </a:lnTo>
                  <a:lnTo>
                    <a:pt x="128" y="522"/>
                  </a:lnTo>
                  <a:lnTo>
                    <a:pt x="89" y="501"/>
                  </a:lnTo>
                  <a:lnTo>
                    <a:pt x="58" y="475"/>
                  </a:lnTo>
                  <a:lnTo>
                    <a:pt x="32" y="442"/>
                  </a:lnTo>
                  <a:lnTo>
                    <a:pt x="14" y="402"/>
                  </a:lnTo>
                  <a:lnTo>
                    <a:pt x="4" y="358"/>
                  </a:lnTo>
                  <a:lnTo>
                    <a:pt x="0" y="306"/>
                  </a:lnTo>
                  <a:lnTo>
                    <a:pt x="0" y="49"/>
                  </a:lnTo>
                  <a:lnTo>
                    <a:pt x="4" y="30"/>
                  </a:lnTo>
                  <a:lnTo>
                    <a:pt x="14" y="14"/>
                  </a:lnTo>
                  <a:lnTo>
                    <a:pt x="30" y="4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 dirty="0"/>
            </a:p>
          </p:txBody>
        </p:sp>
        <p:sp>
          <p:nvSpPr>
            <p:cNvPr id="14" name="Freeform 12"/>
            <p:cNvSpPr>
              <a:spLocks noEditPoints="1"/>
            </p:cNvSpPr>
            <p:nvPr userDrawn="1"/>
          </p:nvSpPr>
          <p:spPr bwMode="auto">
            <a:xfrm>
              <a:off x="8321678" y="705011"/>
              <a:ext cx="148448" cy="144669"/>
            </a:xfrm>
            <a:custGeom>
              <a:avLst/>
              <a:gdLst>
                <a:gd name="T0" fmla="*/ 96 w 550"/>
                <a:gd name="T1" fmla="*/ 79 h 536"/>
                <a:gd name="T2" fmla="*/ 96 w 550"/>
                <a:gd name="T3" fmla="*/ 241 h 536"/>
                <a:gd name="T4" fmla="*/ 307 w 550"/>
                <a:gd name="T5" fmla="*/ 241 h 536"/>
                <a:gd name="T6" fmla="*/ 342 w 550"/>
                <a:gd name="T7" fmla="*/ 241 h 536"/>
                <a:gd name="T8" fmla="*/ 372 w 550"/>
                <a:gd name="T9" fmla="*/ 238 h 536"/>
                <a:gd name="T10" fmla="*/ 398 w 550"/>
                <a:gd name="T11" fmla="*/ 231 h 536"/>
                <a:gd name="T12" fmla="*/ 417 w 550"/>
                <a:gd name="T13" fmla="*/ 222 h 536"/>
                <a:gd name="T14" fmla="*/ 431 w 550"/>
                <a:gd name="T15" fmla="*/ 206 h 536"/>
                <a:gd name="T16" fmla="*/ 440 w 550"/>
                <a:gd name="T17" fmla="*/ 187 h 536"/>
                <a:gd name="T18" fmla="*/ 443 w 550"/>
                <a:gd name="T19" fmla="*/ 161 h 536"/>
                <a:gd name="T20" fmla="*/ 440 w 550"/>
                <a:gd name="T21" fmla="*/ 135 h 536"/>
                <a:gd name="T22" fmla="*/ 431 w 550"/>
                <a:gd name="T23" fmla="*/ 114 h 536"/>
                <a:gd name="T24" fmla="*/ 417 w 550"/>
                <a:gd name="T25" fmla="*/ 100 h 536"/>
                <a:gd name="T26" fmla="*/ 398 w 550"/>
                <a:gd name="T27" fmla="*/ 89 h 536"/>
                <a:gd name="T28" fmla="*/ 372 w 550"/>
                <a:gd name="T29" fmla="*/ 84 h 536"/>
                <a:gd name="T30" fmla="*/ 342 w 550"/>
                <a:gd name="T31" fmla="*/ 80 h 536"/>
                <a:gd name="T32" fmla="*/ 307 w 550"/>
                <a:gd name="T33" fmla="*/ 79 h 536"/>
                <a:gd name="T34" fmla="*/ 96 w 550"/>
                <a:gd name="T35" fmla="*/ 79 h 536"/>
                <a:gd name="T36" fmla="*/ 0 w 550"/>
                <a:gd name="T37" fmla="*/ 0 h 536"/>
                <a:gd name="T38" fmla="*/ 323 w 550"/>
                <a:gd name="T39" fmla="*/ 0 h 536"/>
                <a:gd name="T40" fmla="*/ 377 w 550"/>
                <a:gd name="T41" fmla="*/ 2 h 536"/>
                <a:gd name="T42" fmla="*/ 422 w 550"/>
                <a:gd name="T43" fmla="*/ 9 h 536"/>
                <a:gd name="T44" fmla="*/ 459 w 550"/>
                <a:gd name="T45" fmla="*/ 19 h 536"/>
                <a:gd name="T46" fmla="*/ 489 w 550"/>
                <a:gd name="T47" fmla="*/ 37 h 536"/>
                <a:gd name="T48" fmla="*/ 511 w 550"/>
                <a:gd name="T49" fmla="*/ 58 h 536"/>
                <a:gd name="T50" fmla="*/ 527 w 550"/>
                <a:gd name="T51" fmla="*/ 86 h 536"/>
                <a:gd name="T52" fmla="*/ 537 w 550"/>
                <a:gd name="T53" fmla="*/ 119 h 536"/>
                <a:gd name="T54" fmla="*/ 539 w 550"/>
                <a:gd name="T55" fmla="*/ 157 h 536"/>
                <a:gd name="T56" fmla="*/ 537 w 550"/>
                <a:gd name="T57" fmla="*/ 194 h 536"/>
                <a:gd name="T58" fmla="*/ 527 w 550"/>
                <a:gd name="T59" fmla="*/ 225 h 536"/>
                <a:gd name="T60" fmla="*/ 513 w 550"/>
                <a:gd name="T61" fmla="*/ 252 h 536"/>
                <a:gd name="T62" fmla="*/ 494 w 550"/>
                <a:gd name="T63" fmla="*/ 272 h 536"/>
                <a:gd name="T64" fmla="*/ 471 w 550"/>
                <a:gd name="T65" fmla="*/ 290 h 536"/>
                <a:gd name="T66" fmla="*/ 447 w 550"/>
                <a:gd name="T67" fmla="*/ 302 h 536"/>
                <a:gd name="T68" fmla="*/ 419 w 550"/>
                <a:gd name="T69" fmla="*/ 311 h 536"/>
                <a:gd name="T70" fmla="*/ 393 w 550"/>
                <a:gd name="T71" fmla="*/ 314 h 536"/>
                <a:gd name="T72" fmla="*/ 384 w 550"/>
                <a:gd name="T73" fmla="*/ 314 h 536"/>
                <a:gd name="T74" fmla="*/ 550 w 550"/>
                <a:gd name="T75" fmla="*/ 536 h 536"/>
                <a:gd name="T76" fmla="*/ 431 w 550"/>
                <a:gd name="T77" fmla="*/ 536 h 536"/>
                <a:gd name="T78" fmla="*/ 274 w 550"/>
                <a:gd name="T79" fmla="*/ 323 h 536"/>
                <a:gd name="T80" fmla="*/ 272 w 550"/>
                <a:gd name="T81" fmla="*/ 321 h 536"/>
                <a:gd name="T82" fmla="*/ 96 w 550"/>
                <a:gd name="T83" fmla="*/ 321 h 536"/>
                <a:gd name="T84" fmla="*/ 96 w 550"/>
                <a:gd name="T85" fmla="*/ 536 h 536"/>
                <a:gd name="T86" fmla="*/ 0 w 550"/>
                <a:gd name="T87" fmla="*/ 536 h 536"/>
                <a:gd name="T88" fmla="*/ 0 w 550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0" h="536">
                  <a:moveTo>
                    <a:pt x="96" y="79"/>
                  </a:moveTo>
                  <a:lnTo>
                    <a:pt x="96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2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2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6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59" y="19"/>
                  </a:lnTo>
                  <a:lnTo>
                    <a:pt x="489" y="37"/>
                  </a:lnTo>
                  <a:lnTo>
                    <a:pt x="511" y="58"/>
                  </a:lnTo>
                  <a:lnTo>
                    <a:pt x="527" y="86"/>
                  </a:lnTo>
                  <a:lnTo>
                    <a:pt x="537" y="119"/>
                  </a:lnTo>
                  <a:lnTo>
                    <a:pt x="539" y="157"/>
                  </a:lnTo>
                  <a:lnTo>
                    <a:pt x="537" y="194"/>
                  </a:lnTo>
                  <a:lnTo>
                    <a:pt x="527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1" y="290"/>
                  </a:lnTo>
                  <a:lnTo>
                    <a:pt x="447" y="302"/>
                  </a:lnTo>
                  <a:lnTo>
                    <a:pt x="419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0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2" y="321"/>
                  </a:lnTo>
                  <a:lnTo>
                    <a:pt x="96" y="321"/>
                  </a:lnTo>
                  <a:lnTo>
                    <a:pt x="9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 dirty="0"/>
            </a:p>
          </p:txBody>
        </p:sp>
        <p:sp>
          <p:nvSpPr>
            <p:cNvPr id="15" name="Freeform 13"/>
            <p:cNvSpPr>
              <a:spLocks/>
            </p:cNvSpPr>
            <p:nvPr userDrawn="1"/>
          </p:nvSpPr>
          <p:spPr bwMode="auto">
            <a:xfrm>
              <a:off x="8507374" y="705011"/>
              <a:ext cx="131714" cy="144669"/>
            </a:xfrm>
            <a:custGeom>
              <a:avLst/>
              <a:gdLst>
                <a:gd name="T0" fmla="*/ 0 w 488"/>
                <a:gd name="T1" fmla="*/ 0 h 536"/>
                <a:gd name="T2" fmla="*/ 438 w 488"/>
                <a:gd name="T3" fmla="*/ 0 h 536"/>
                <a:gd name="T4" fmla="*/ 453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3 w 488"/>
                <a:gd name="T17" fmla="*/ 79 h 536"/>
                <a:gd name="T18" fmla="*/ 438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33 w 488"/>
                <a:gd name="T25" fmla="*/ 218 h 536"/>
                <a:gd name="T26" fmla="*/ 349 w 488"/>
                <a:gd name="T27" fmla="*/ 222 h 536"/>
                <a:gd name="T28" fmla="*/ 361 w 488"/>
                <a:gd name="T29" fmla="*/ 231 h 536"/>
                <a:gd name="T30" fmla="*/ 370 w 488"/>
                <a:gd name="T31" fmla="*/ 243 h 536"/>
                <a:gd name="T32" fmla="*/ 373 w 488"/>
                <a:gd name="T33" fmla="*/ 259 h 536"/>
                <a:gd name="T34" fmla="*/ 370 w 488"/>
                <a:gd name="T35" fmla="*/ 276 h 536"/>
                <a:gd name="T36" fmla="*/ 361 w 488"/>
                <a:gd name="T37" fmla="*/ 288 h 536"/>
                <a:gd name="T38" fmla="*/ 349 w 488"/>
                <a:gd name="T39" fmla="*/ 297 h 536"/>
                <a:gd name="T40" fmla="*/ 333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6 w 488"/>
                <a:gd name="T47" fmla="*/ 454 h 536"/>
                <a:gd name="T48" fmla="*/ 464 w 488"/>
                <a:gd name="T49" fmla="*/ 457 h 536"/>
                <a:gd name="T50" fmla="*/ 476 w 488"/>
                <a:gd name="T51" fmla="*/ 466 h 536"/>
                <a:gd name="T52" fmla="*/ 485 w 488"/>
                <a:gd name="T53" fmla="*/ 478 h 536"/>
                <a:gd name="T54" fmla="*/ 488 w 488"/>
                <a:gd name="T55" fmla="*/ 494 h 536"/>
                <a:gd name="T56" fmla="*/ 485 w 488"/>
                <a:gd name="T57" fmla="*/ 512 h 536"/>
                <a:gd name="T58" fmla="*/ 476 w 488"/>
                <a:gd name="T59" fmla="*/ 524 h 536"/>
                <a:gd name="T60" fmla="*/ 464 w 488"/>
                <a:gd name="T61" fmla="*/ 533 h 536"/>
                <a:gd name="T62" fmla="*/ 446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38" y="0"/>
                  </a:lnTo>
                  <a:lnTo>
                    <a:pt x="453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3" y="79"/>
                  </a:lnTo>
                  <a:lnTo>
                    <a:pt x="438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33" y="218"/>
                  </a:lnTo>
                  <a:lnTo>
                    <a:pt x="349" y="222"/>
                  </a:lnTo>
                  <a:lnTo>
                    <a:pt x="361" y="231"/>
                  </a:lnTo>
                  <a:lnTo>
                    <a:pt x="370" y="243"/>
                  </a:lnTo>
                  <a:lnTo>
                    <a:pt x="373" y="259"/>
                  </a:lnTo>
                  <a:lnTo>
                    <a:pt x="370" y="276"/>
                  </a:lnTo>
                  <a:lnTo>
                    <a:pt x="361" y="288"/>
                  </a:lnTo>
                  <a:lnTo>
                    <a:pt x="349" y="297"/>
                  </a:lnTo>
                  <a:lnTo>
                    <a:pt x="333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6" y="454"/>
                  </a:lnTo>
                  <a:lnTo>
                    <a:pt x="464" y="457"/>
                  </a:lnTo>
                  <a:lnTo>
                    <a:pt x="476" y="466"/>
                  </a:lnTo>
                  <a:lnTo>
                    <a:pt x="485" y="478"/>
                  </a:lnTo>
                  <a:lnTo>
                    <a:pt x="488" y="494"/>
                  </a:lnTo>
                  <a:lnTo>
                    <a:pt x="485" y="512"/>
                  </a:lnTo>
                  <a:lnTo>
                    <a:pt x="476" y="524"/>
                  </a:lnTo>
                  <a:lnTo>
                    <a:pt x="464" y="533"/>
                  </a:lnTo>
                  <a:lnTo>
                    <a:pt x="44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 dirty="0"/>
            </a:p>
          </p:txBody>
        </p:sp>
        <p:sp>
          <p:nvSpPr>
            <p:cNvPr id="16" name="Freeform 14"/>
            <p:cNvSpPr>
              <a:spLocks/>
            </p:cNvSpPr>
            <p:nvPr userDrawn="1"/>
          </p:nvSpPr>
          <p:spPr bwMode="auto">
            <a:xfrm>
              <a:off x="7785916" y="618911"/>
              <a:ext cx="25911" cy="24831"/>
            </a:xfrm>
            <a:custGeom>
              <a:avLst/>
              <a:gdLst>
                <a:gd name="T0" fmla="*/ 51 w 96"/>
                <a:gd name="T1" fmla="*/ 0 h 92"/>
                <a:gd name="T2" fmla="*/ 53 w 96"/>
                <a:gd name="T3" fmla="*/ 0 h 92"/>
                <a:gd name="T4" fmla="*/ 70 w 96"/>
                <a:gd name="T5" fmla="*/ 5 h 92"/>
                <a:gd name="T6" fmla="*/ 84 w 96"/>
                <a:gd name="T7" fmla="*/ 15 h 92"/>
                <a:gd name="T8" fmla="*/ 93 w 96"/>
                <a:gd name="T9" fmla="*/ 31 h 92"/>
                <a:gd name="T10" fmla="*/ 96 w 96"/>
                <a:gd name="T11" fmla="*/ 49 h 92"/>
                <a:gd name="T12" fmla="*/ 91 w 96"/>
                <a:gd name="T13" fmla="*/ 66 h 92"/>
                <a:gd name="T14" fmla="*/ 81 w 96"/>
                <a:gd name="T15" fmla="*/ 80 h 92"/>
                <a:gd name="T16" fmla="*/ 65 w 96"/>
                <a:gd name="T17" fmla="*/ 91 h 92"/>
                <a:gd name="T18" fmla="*/ 47 w 96"/>
                <a:gd name="T19" fmla="*/ 92 h 92"/>
                <a:gd name="T20" fmla="*/ 44 w 96"/>
                <a:gd name="T21" fmla="*/ 92 h 92"/>
                <a:gd name="T22" fmla="*/ 26 w 96"/>
                <a:gd name="T23" fmla="*/ 87 h 92"/>
                <a:gd name="T24" fmla="*/ 12 w 96"/>
                <a:gd name="T25" fmla="*/ 77 h 92"/>
                <a:gd name="T26" fmla="*/ 4 w 96"/>
                <a:gd name="T27" fmla="*/ 61 h 92"/>
                <a:gd name="T28" fmla="*/ 0 w 96"/>
                <a:gd name="T29" fmla="*/ 43 h 92"/>
                <a:gd name="T30" fmla="*/ 5 w 96"/>
                <a:gd name="T31" fmla="*/ 26 h 92"/>
                <a:gd name="T32" fmla="*/ 16 w 96"/>
                <a:gd name="T33" fmla="*/ 12 h 92"/>
                <a:gd name="T34" fmla="*/ 32 w 96"/>
                <a:gd name="T35" fmla="*/ 2 h 92"/>
                <a:gd name="T36" fmla="*/ 51 w 96"/>
                <a:gd name="T37" fmla="*/ 0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96" h="92">
                  <a:moveTo>
                    <a:pt x="51" y="0"/>
                  </a:moveTo>
                  <a:lnTo>
                    <a:pt x="53" y="0"/>
                  </a:lnTo>
                  <a:lnTo>
                    <a:pt x="70" y="5"/>
                  </a:lnTo>
                  <a:lnTo>
                    <a:pt x="84" y="15"/>
                  </a:lnTo>
                  <a:lnTo>
                    <a:pt x="93" y="31"/>
                  </a:lnTo>
                  <a:lnTo>
                    <a:pt x="96" y="49"/>
                  </a:lnTo>
                  <a:lnTo>
                    <a:pt x="91" y="66"/>
                  </a:lnTo>
                  <a:lnTo>
                    <a:pt x="81" y="80"/>
                  </a:lnTo>
                  <a:lnTo>
                    <a:pt x="65" y="91"/>
                  </a:lnTo>
                  <a:lnTo>
                    <a:pt x="47" y="92"/>
                  </a:lnTo>
                  <a:lnTo>
                    <a:pt x="44" y="92"/>
                  </a:lnTo>
                  <a:lnTo>
                    <a:pt x="26" y="87"/>
                  </a:lnTo>
                  <a:lnTo>
                    <a:pt x="12" y="77"/>
                  </a:lnTo>
                  <a:lnTo>
                    <a:pt x="4" y="61"/>
                  </a:lnTo>
                  <a:lnTo>
                    <a:pt x="0" y="43"/>
                  </a:lnTo>
                  <a:lnTo>
                    <a:pt x="5" y="26"/>
                  </a:lnTo>
                  <a:lnTo>
                    <a:pt x="16" y="12"/>
                  </a:lnTo>
                  <a:lnTo>
                    <a:pt x="32" y="2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 dirty="0"/>
            </a:p>
          </p:txBody>
        </p:sp>
        <p:sp>
          <p:nvSpPr>
            <p:cNvPr id="17" name="Freeform 15"/>
            <p:cNvSpPr>
              <a:spLocks/>
            </p:cNvSpPr>
            <p:nvPr userDrawn="1"/>
          </p:nvSpPr>
          <p:spPr bwMode="auto">
            <a:xfrm>
              <a:off x="7868507" y="539289"/>
              <a:ext cx="37247" cy="44804"/>
            </a:xfrm>
            <a:custGeom>
              <a:avLst/>
              <a:gdLst>
                <a:gd name="T0" fmla="*/ 40 w 138"/>
                <a:gd name="T1" fmla="*/ 0 h 166"/>
                <a:gd name="T2" fmla="*/ 57 w 138"/>
                <a:gd name="T3" fmla="*/ 2 h 166"/>
                <a:gd name="T4" fmla="*/ 73 w 138"/>
                <a:gd name="T5" fmla="*/ 9 h 166"/>
                <a:gd name="T6" fmla="*/ 85 w 138"/>
                <a:gd name="T7" fmla="*/ 22 h 166"/>
                <a:gd name="T8" fmla="*/ 132 w 138"/>
                <a:gd name="T9" fmla="*/ 96 h 166"/>
                <a:gd name="T10" fmla="*/ 138 w 138"/>
                <a:gd name="T11" fmla="*/ 113 h 166"/>
                <a:gd name="T12" fmla="*/ 138 w 138"/>
                <a:gd name="T13" fmla="*/ 131 h 166"/>
                <a:gd name="T14" fmla="*/ 129 w 138"/>
                <a:gd name="T15" fmla="*/ 146 h 166"/>
                <a:gd name="T16" fmla="*/ 115 w 138"/>
                <a:gd name="T17" fmla="*/ 159 h 166"/>
                <a:gd name="T18" fmla="*/ 99 w 138"/>
                <a:gd name="T19" fmla="*/ 166 h 166"/>
                <a:gd name="T20" fmla="*/ 80 w 138"/>
                <a:gd name="T21" fmla="*/ 164 h 166"/>
                <a:gd name="T22" fmla="*/ 64 w 138"/>
                <a:gd name="T23" fmla="*/ 157 h 166"/>
                <a:gd name="T24" fmla="*/ 52 w 138"/>
                <a:gd name="T25" fmla="*/ 143 h 166"/>
                <a:gd name="T26" fmla="*/ 5 w 138"/>
                <a:gd name="T27" fmla="*/ 70 h 166"/>
                <a:gd name="T28" fmla="*/ 0 w 138"/>
                <a:gd name="T29" fmla="*/ 52 h 166"/>
                <a:gd name="T30" fmla="*/ 0 w 138"/>
                <a:gd name="T31" fmla="*/ 35 h 166"/>
                <a:gd name="T32" fmla="*/ 8 w 138"/>
                <a:gd name="T33" fmla="*/ 17 h 166"/>
                <a:gd name="T34" fmla="*/ 22 w 138"/>
                <a:gd name="T35" fmla="*/ 7 h 166"/>
                <a:gd name="T36" fmla="*/ 40 w 138"/>
                <a:gd name="T37" fmla="*/ 0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8" h="166">
                  <a:moveTo>
                    <a:pt x="40" y="0"/>
                  </a:moveTo>
                  <a:lnTo>
                    <a:pt x="57" y="2"/>
                  </a:lnTo>
                  <a:lnTo>
                    <a:pt x="73" y="9"/>
                  </a:lnTo>
                  <a:lnTo>
                    <a:pt x="85" y="22"/>
                  </a:lnTo>
                  <a:lnTo>
                    <a:pt x="132" y="96"/>
                  </a:lnTo>
                  <a:lnTo>
                    <a:pt x="138" y="113"/>
                  </a:lnTo>
                  <a:lnTo>
                    <a:pt x="138" y="131"/>
                  </a:lnTo>
                  <a:lnTo>
                    <a:pt x="129" y="146"/>
                  </a:lnTo>
                  <a:lnTo>
                    <a:pt x="115" y="159"/>
                  </a:lnTo>
                  <a:lnTo>
                    <a:pt x="99" y="166"/>
                  </a:lnTo>
                  <a:lnTo>
                    <a:pt x="80" y="164"/>
                  </a:lnTo>
                  <a:lnTo>
                    <a:pt x="64" y="157"/>
                  </a:lnTo>
                  <a:lnTo>
                    <a:pt x="52" y="143"/>
                  </a:lnTo>
                  <a:lnTo>
                    <a:pt x="5" y="70"/>
                  </a:lnTo>
                  <a:lnTo>
                    <a:pt x="0" y="52"/>
                  </a:lnTo>
                  <a:lnTo>
                    <a:pt x="0" y="35"/>
                  </a:lnTo>
                  <a:lnTo>
                    <a:pt x="8" y="17"/>
                  </a:lnTo>
                  <a:lnTo>
                    <a:pt x="22" y="7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 dirty="0"/>
            </a:p>
          </p:txBody>
        </p:sp>
        <p:sp>
          <p:nvSpPr>
            <p:cNvPr id="18" name="Freeform 16"/>
            <p:cNvSpPr>
              <a:spLocks/>
            </p:cNvSpPr>
            <p:nvPr userDrawn="1"/>
          </p:nvSpPr>
          <p:spPr bwMode="auto">
            <a:xfrm>
              <a:off x="7965403" y="477481"/>
              <a:ext cx="37787" cy="69366"/>
            </a:xfrm>
            <a:custGeom>
              <a:avLst/>
              <a:gdLst>
                <a:gd name="T0" fmla="*/ 53 w 140"/>
                <a:gd name="T1" fmla="*/ 0 h 257"/>
                <a:gd name="T2" fmla="*/ 68 w 140"/>
                <a:gd name="T3" fmla="*/ 7 h 257"/>
                <a:gd name="T4" fmla="*/ 82 w 140"/>
                <a:gd name="T5" fmla="*/ 19 h 257"/>
                <a:gd name="T6" fmla="*/ 89 w 140"/>
                <a:gd name="T7" fmla="*/ 35 h 257"/>
                <a:gd name="T8" fmla="*/ 140 w 140"/>
                <a:gd name="T9" fmla="*/ 199 h 257"/>
                <a:gd name="T10" fmla="*/ 140 w 140"/>
                <a:gd name="T11" fmla="*/ 218 h 257"/>
                <a:gd name="T12" fmla="*/ 135 w 140"/>
                <a:gd name="T13" fmla="*/ 234 h 257"/>
                <a:gd name="T14" fmla="*/ 122 w 140"/>
                <a:gd name="T15" fmla="*/ 248 h 257"/>
                <a:gd name="T16" fmla="*/ 105 w 140"/>
                <a:gd name="T17" fmla="*/ 255 h 257"/>
                <a:gd name="T18" fmla="*/ 88 w 140"/>
                <a:gd name="T19" fmla="*/ 257 h 257"/>
                <a:gd name="T20" fmla="*/ 70 w 140"/>
                <a:gd name="T21" fmla="*/ 250 h 257"/>
                <a:gd name="T22" fmla="*/ 58 w 140"/>
                <a:gd name="T23" fmla="*/ 239 h 257"/>
                <a:gd name="T24" fmla="*/ 49 w 140"/>
                <a:gd name="T25" fmla="*/ 222 h 257"/>
                <a:gd name="T26" fmla="*/ 0 w 140"/>
                <a:gd name="T27" fmla="*/ 58 h 257"/>
                <a:gd name="T28" fmla="*/ 0 w 140"/>
                <a:gd name="T29" fmla="*/ 40 h 257"/>
                <a:gd name="T30" fmla="*/ 5 w 140"/>
                <a:gd name="T31" fmla="*/ 23 h 257"/>
                <a:gd name="T32" fmla="*/ 18 w 140"/>
                <a:gd name="T33" fmla="*/ 11 h 257"/>
                <a:gd name="T34" fmla="*/ 33 w 140"/>
                <a:gd name="T35" fmla="*/ 2 h 257"/>
                <a:gd name="T36" fmla="*/ 53 w 140"/>
                <a:gd name="T37" fmla="*/ 0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40" h="257">
                  <a:moveTo>
                    <a:pt x="53" y="0"/>
                  </a:moveTo>
                  <a:lnTo>
                    <a:pt x="68" y="7"/>
                  </a:lnTo>
                  <a:lnTo>
                    <a:pt x="82" y="19"/>
                  </a:lnTo>
                  <a:lnTo>
                    <a:pt x="89" y="35"/>
                  </a:lnTo>
                  <a:lnTo>
                    <a:pt x="140" y="199"/>
                  </a:lnTo>
                  <a:lnTo>
                    <a:pt x="140" y="218"/>
                  </a:lnTo>
                  <a:lnTo>
                    <a:pt x="135" y="234"/>
                  </a:lnTo>
                  <a:lnTo>
                    <a:pt x="122" y="248"/>
                  </a:lnTo>
                  <a:lnTo>
                    <a:pt x="105" y="255"/>
                  </a:lnTo>
                  <a:lnTo>
                    <a:pt x="88" y="257"/>
                  </a:lnTo>
                  <a:lnTo>
                    <a:pt x="70" y="250"/>
                  </a:lnTo>
                  <a:lnTo>
                    <a:pt x="58" y="239"/>
                  </a:lnTo>
                  <a:lnTo>
                    <a:pt x="49" y="222"/>
                  </a:lnTo>
                  <a:lnTo>
                    <a:pt x="0" y="58"/>
                  </a:lnTo>
                  <a:lnTo>
                    <a:pt x="0" y="40"/>
                  </a:lnTo>
                  <a:lnTo>
                    <a:pt x="5" y="23"/>
                  </a:lnTo>
                  <a:lnTo>
                    <a:pt x="18" y="11"/>
                  </a:lnTo>
                  <a:lnTo>
                    <a:pt x="33" y="2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 dirty="0"/>
            </a:p>
          </p:txBody>
        </p:sp>
        <p:sp>
          <p:nvSpPr>
            <p:cNvPr id="19" name="Freeform 17"/>
            <p:cNvSpPr>
              <a:spLocks/>
            </p:cNvSpPr>
            <p:nvPr userDrawn="1"/>
          </p:nvSpPr>
          <p:spPr bwMode="auto">
            <a:xfrm>
              <a:off x="8070936" y="427548"/>
              <a:ext cx="32119" cy="95546"/>
            </a:xfrm>
            <a:custGeom>
              <a:avLst/>
              <a:gdLst>
                <a:gd name="T0" fmla="*/ 44 w 119"/>
                <a:gd name="T1" fmla="*/ 0 h 354"/>
                <a:gd name="T2" fmla="*/ 63 w 119"/>
                <a:gd name="T3" fmla="*/ 4 h 354"/>
                <a:gd name="T4" fmla="*/ 77 w 119"/>
                <a:gd name="T5" fmla="*/ 12 h 354"/>
                <a:gd name="T6" fmla="*/ 87 w 119"/>
                <a:gd name="T7" fmla="*/ 26 h 354"/>
                <a:gd name="T8" fmla="*/ 93 w 119"/>
                <a:gd name="T9" fmla="*/ 44 h 354"/>
                <a:gd name="T10" fmla="*/ 119 w 119"/>
                <a:gd name="T11" fmla="*/ 306 h 354"/>
                <a:gd name="T12" fmla="*/ 115 w 119"/>
                <a:gd name="T13" fmla="*/ 323 h 354"/>
                <a:gd name="T14" fmla="*/ 107 w 119"/>
                <a:gd name="T15" fmla="*/ 339 h 354"/>
                <a:gd name="T16" fmla="*/ 93 w 119"/>
                <a:gd name="T17" fmla="*/ 349 h 354"/>
                <a:gd name="T18" fmla="*/ 75 w 119"/>
                <a:gd name="T19" fmla="*/ 354 h 354"/>
                <a:gd name="T20" fmla="*/ 58 w 119"/>
                <a:gd name="T21" fmla="*/ 351 h 354"/>
                <a:gd name="T22" fmla="*/ 42 w 119"/>
                <a:gd name="T23" fmla="*/ 342 h 354"/>
                <a:gd name="T24" fmla="*/ 32 w 119"/>
                <a:gd name="T25" fmla="*/ 328 h 354"/>
                <a:gd name="T26" fmla="*/ 26 w 119"/>
                <a:gd name="T27" fmla="*/ 311 h 354"/>
                <a:gd name="T28" fmla="*/ 0 w 119"/>
                <a:gd name="T29" fmla="*/ 49 h 354"/>
                <a:gd name="T30" fmla="*/ 4 w 119"/>
                <a:gd name="T31" fmla="*/ 32 h 354"/>
                <a:gd name="T32" fmla="*/ 12 w 119"/>
                <a:gd name="T33" fmla="*/ 16 h 354"/>
                <a:gd name="T34" fmla="*/ 26 w 119"/>
                <a:gd name="T35" fmla="*/ 5 h 354"/>
                <a:gd name="T36" fmla="*/ 44 w 119"/>
                <a:gd name="T37" fmla="*/ 0 h 3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9" h="354">
                  <a:moveTo>
                    <a:pt x="44" y="0"/>
                  </a:moveTo>
                  <a:lnTo>
                    <a:pt x="63" y="4"/>
                  </a:lnTo>
                  <a:lnTo>
                    <a:pt x="77" y="12"/>
                  </a:lnTo>
                  <a:lnTo>
                    <a:pt x="87" y="26"/>
                  </a:lnTo>
                  <a:lnTo>
                    <a:pt x="93" y="44"/>
                  </a:lnTo>
                  <a:lnTo>
                    <a:pt x="119" y="306"/>
                  </a:lnTo>
                  <a:lnTo>
                    <a:pt x="115" y="323"/>
                  </a:lnTo>
                  <a:lnTo>
                    <a:pt x="107" y="339"/>
                  </a:lnTo>
                  <a:lnTo>
                    <a:pt x="93" y="349"/>
                  </a:lnTo>
                  <a:lnTo>
                    <a:pt x="75" y="354"/>
                  </a:lnTo>
                  <a:lnTo>
                    <a:pt x="58" y="351"/>
                  </a:lnTo>
                  <a:lnTo>
                    <a:pt x="42" y="342"/>
                  </a:lnTo>
                  <a:lnTo>
                    <a:pt x="32" y="328"/>
                  </a:lnTo>
                  <a:lnTo>
                    <a:pt x="26" y="311"/>
                  </a:lnTo>
                  <a:lnTo>
                    <a:pt x="0" y="49"/>
                  </a:lnTo>
                  <a:lnTo>
                    <a:pt x="4" y="32"/>
                  </a:lnTo>
                  <a:lnTo>
                    <a:pt x="12" y="16"/>
                  </a:lnTo>
                  <a:lnTo>
                    <a:pt x="26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 dirty="0"/>
            </a:p>
          </p:txBody>
        </p:sp>
        <p:sp>
          <p:nvSpPr>
            <p:cNvPr id="20" name="Freeform 18"/>
            <p:cNvSpPr>
              <a:spLocks/>
            </p:cNvSpPr>
            <p:nvPr userDrawn="1"/>
          </p:nvSpPr>
          <p:spPr bwMode="auto">
            <a:xfrm>
              <a:off x="8178358" y="392731"/>
              <a:ext cx="29690" cy="119568"/>
            </a:xfrm>
            <a:custGeom>
              <a:avLst/>
              <a:gdLst>
                <a:gd name="T0" fmla="*/ 68 w 110"/>
                <a:gd name="T1" fmla="*/ 0 h 443"/>
                <a:gd name="T2" fmla="*/ 86 w 110"/>
                <a:gd name="T3" fmla="*/ 5 h 443"/>
                <a:gd name="T4" fmla="*/ 100 w 110"/>
                <a:gd name="T5" fmla="*/ 16 h 443"/>
                <a:gd name="T6" fmla="*/ 107 w 110"/>
                <a:gd name="T7" fmla="*/ 31 h 443"/>
                <a:gd name="T8" fmla="*/ 110 w 110"/>
                <a:gd name="T9" fmla="*/ 51 h 443"/>
                <a:gd name="T10" fmla="*/ 93 w 110"/>
                <a:gd name="T11" fmla="*/ 401 h 443"/>
                <a:gd name="T12" fmla="*/ 87 w 110"/>
                <a:gd name="T13" fmla="*/ 419 h 443"/>
                <a:gd name="T14" fmla="*/ 75 w 110"/>
                <a:gd name="T15" fmla="*/ 433 h 443"/>
                <a:gd name="T16" fmla="*/ 61 w 110"/>
                <a:gd name="T17" fmla="*/ 442 h 443"/>
                <a:gd name="T18" fmla="*/ 42 w 110"/>
                <a:gd name="T19" fmla="*/ 443 h 443"/>
                <a:gd name="T20" fmla="*/ 25 w 110"/>
                <a:gd name="T21" fmla="*/ 438 h 443"/>
                <a:gd name="T22" fmla="*/ 11 w 110"/>
                <a:gd name="T23" fmla="*/ 426 h 443"/>
                <a:gd name="T24" fmla="*/ 2 w 110"/>
                <a:gd name="T25" fmla="*/ 412 h 443"/>
                <a:gd name="T26" fmla="*/ 0 w 110"/>
                <a:gd name="T27" fmla="*/ 393 h 443"/>
                <a:gd name="T28" fmla="*/ 18 w 110"/>
                <a:gd name="T29" fmla="*/ 42 h 443"/>
                <a:gd name="T30" fmla="*/ 23 w 110"/>
                <a:gd name="T31" fmla="*/ 24 h 443"/>
                <a:gd name="T32" fmla="*/ 33 w 110"/>
                <a:gd name="T33" fmla="*/ 10 h 443"/>
                <a:gd name="T34" fmla="*/ 49 w 110"/>
                <a:gd name="T35" fmla="*/ 2 h 443"/>
                <a:gd name="T36" fmla="*/ 68 w 110"/>
                <a:gd name="T37" fmla="*/ 0 h 4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0" h="443">
                  <a:moveTo>
                    <a:pt x="68" y="0"/>
                  </a:moveTo>
                  <a:lnTo>
                    <a:pt x="86" y="5"/>
                  </a:lnTo>
                  <a:lnTo>
                    <a:pt x="100" y="16"/>
                  </a:lnTo>
                  <a:lnTo>
                    <a:pt x="107" y="31"/>
                  </a:lnTo>
                  <a:lnTo>
                    <a:pt x="110" y="51"/>
                  </a:lnTo>
                  <a:lnTo>
                    <a:pt x="93" y="401"/>
                  </a:lnTo>
                  <a:lnTo>
                    <a:pt x="87" y="419"/>
                  </a:lnTo>
                  <a:lnTo>
                    <a:pt x="75" y="433"/>
                  </a:lnTo>
                  <a:lnTo>
                    <a:pt x="61" y="442"/>
                  </a:lnTo>
                  <a:lnTo>
                    <a:pt x="42" y="443"/>
                  </a:lnTo>
                  <a:lnTo>
                    <a:pt x="25" y="438"/>
                  </a:lnTo>
                  <a:lnTo>
                    <a:pt x="11" y="426"/>
                  </a:lnTo>
                  <a:lnTo>
                    <a:pt x="2" y="412"/>
                  </a:lnTo>
                  <a:lnTo>
                    <a:pt x="0" y="393"/>
                  </a:lnTo>
                  <a:lnTo>
                    <a:pt x="18" y="42"/>
                  </a:lnTo>
                  <a:lnTo>
                    <a:pt x="23" y="24"/>
                  </a:lnTo>
                  <a:lnTo>
                    <a:pt x="33" y="10"/>
                  </a:lnTo>
                  <a:lnTo>
                    <a:pt x="49" y="2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 dirty="0"/>
            </a:p>
          </p:txBody>
        </p:sp>
        <p:sp>
          <p:nvSpPr>
            <p:cNvPr id="21" name="Freeform 19"/>
            <p:cNvSpPr>
              <a:spLocks/>
            </p:cNvSpPr>
            <p:nvPr userDrawn="1"/>
          </p:nvSpPr>
          <p:spPr bwMode="auto">
            <a:xfrm>
              <a:off x="8280113" y="371948"/>
              <a:ext cx="46154" cy="141430"/>
            </a:xfrm>
            <a:custGeom>
              <a:avLst/>
              <a:gdLst>
                <a:gd name="T0" fmla="*/ 119 w 171"/>
                <a:gd name="T1" fmla="*/ 0 h 524"/>
                <a:gd name="T2" fmla="*/ 136 w 171"/>
                <a:gd name="T3" fmla="*/ 0 h 524"/>
                <a:gd name="T4" fmla="*/ 154 w 171"/>
                <a:gd name="T5" fmla="*/ 9 h 524"/>
                <a:gd name="T6" fmla="*/ 166 w 171"/>
                <a:gd name="T7" fmla="*/ 21 h 524"/>
                <a:gd name="T8" fmla="*/ 171 w 171"/>
                <a:gd name="T9" fmla="*/ 37 h 524"/>
                <a:gd name="T10" fmla="*/ 171 w 171"/>
                <a:gd name="T11" fmla="*/ 56 h 524"/>
                <a:gd name="T12" fmla="*/ 91 w 171"/>
                <a:gd name="T13" fmla="*/ 489 h 524"/>
                <a:gd name="T14" fmla="*/ 84 w 171"/>
                <a:gd name="T15" fmla="*/ 506 h 524"/>
                <a:gd name="T16" fmla="*/ 70 w 171"/>
                <a:gd name="T17" fmla="*/ 517 h 524"/>
                <a:gd name="T18" fmla="*/ 54 w 171"/>
                <a:gd name="T19" fmla="*/ 524 h 524"/>
                <a:gd name="T20" fmla="*/ 37 w 171"/>
                <a:gd name="T21" fmla="*/ 524 h 524"/>
                <a:gd name="T22" fmla="*/ 19 w 171"/>
                <a:gd name="T23" fmla="*/ 517 h 524"/>
                <a:gd name="T24" fmla="*/ 7 w 171"/>
                <a:gd name="T25" fmla="*/ 503 h 524"/>
                <a:gd name="T26" fmla="*/ 0 w 171"/>
                <a:gd name="T27" fmla="*/ 487 h 524"/>
                <a:gd name="T28" fmla="*/ 2 w 171"/>
                <a:gd name="T29" fmla="*/ 468 h 524"/>
                <a:gd name="T30" fmla="*/ 82 w 171"/>
                <a:gd name="T31" fmla="*/ 35 h 524"/>
                <a:gd name="T32" fmla="*/ 89 w 171"/>
                <a:gd name="T33" fmla="*/ 19 h 524"/>
                <a:gd name="T34" fmla="*/ 101 w 171"/>
                <a:gd name="T35" fmla="*/ 7 h 524"/>
                <a:gd name="T36" fmla="*/ 119 w 171"/>
                <a:gd name="T37" fmla="*/ 0 h 5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71" h="524">
                  <a:moveTo>
                    <a:pt x="119" y="0"/>
                  </a:moveTo>
                  <a:lnTo>
                    <a:pt x="136" y="0"/>
                  </a:lnTo>
                  <a:lnTo>
                    <a:pt x="154" y="9"/>
                  </a:lnTo>
                  <a:lnTo>
                    <a:pt x="166" y="21"/>
                  </a:lnTo>
                  <a:lnTo>
                    <a:pt x="171" y="37"/>
                  </a:lnTo>
                  <a:lnTo>
                    <a:pt x="171" y="56"/>
                  </a:lnTo>
                  <a:lnTo>
                    <a:pt x="91" y="489"/>
                  </a:lnTo>
                  <a:lnTo>
                    <a:pt x="84" y="506"/>
                  </a:lnTo>
                  <a:lnTo>
                    <a:pt x="70" y="517"/>
                  </a:lnTo>
                  <a:lnTo>
                    <a:pt x="54" y="524"/>
                  </a:lnTo>
                  <a:lnTo>
                    <a:pt x="37" y="524"/>
                  </a:lnTo>
                  <a:lnTo>
                    <a:pt x="19" y="517"/>
                  </a:lnTo>
                  <a:lnTo>
                    <a:pt x="7" y="503"/>
                  </a:lnTo>
                  <a:lnTo>
                    <a:pt x="0" y="487"/>
                  </a:lnTo>
                  <a:lnTo>
                    <a:pt x="2" y="468"/>
                  </a:lnTo>
                  <a:lnTo>
                    <a:pt x="82" y="35"/>
                  </a:lnTo>
                  <a:lnTo>
                    <a:pt x="89" y="19"/>
                  </a:lnTo>
                  <a:lnTo>
                    <a:pt x="101" y="7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 dirty="0"/>
            </a:p>
          </p:txBody>
        </p:sp>
        <p:sp>
          <p:nvSpPr>
            <p:cNvPr id="22" name="Freeform 20"/>
            <p:cNvSpPr>
              <a:spLocks/>
            </p:cNvSpPr>
            <p:nvPr userDrawn="1"/>
          </p:nvSpPr>
          <p:spPr bwMode="auto">
            <a:xfrm>
              <a:off x="8379438" y="365740"/>
              <a:ext cx="68826" cy="161673"/>
            </a:xfrm>
            <a:custGeom>
              <a:avLst/>
              <a:gdLst>
                <a:gd name="T0" fmla="*/ 206 w 255"/>
                <a:gd name="T1" fmla="*/ 0 h 599"/>
                <a:gd name="T2" fmla="*/ 226 w 255"/>
                <a:gd name="T3" fmla="*/ 4 h 599"/>
                <a:gd name="T4" fmla="*/ 241 w 255"/>
                <a:gd name="T5" fmla="*/ 13 h 599"/>
                <a:gd name="T6" fmla="*/ 252 w 255"/>
                <a:gd name="T7" fmla="*/ 27 h 599"/>
                <a:gd name="T8" fmla="*/ 255 w 255"/>
                <a:gd name="T9" fmla="*/ 44 h 599"/>
                <a:gd name="T10" fmla="*/ 254 w 255"/>
                <a:gd name="T11" fmla="*/ 62 h 599"/>
                <a:gd name="T12" fmla="*/ 90 w 255"/>
                <a:gd name="T13" fmla="*/ 569 h 599"/>
                <a:gd name="T14" fmla="*/ 81 w 255"/>
                <a:gd name="T15" fmla="*/ 585 h 599"/>
                <a:gd name="T16" fmla="*/ 65 w 255"/>
                <a:gd name="T17" fmla="*/ 596 h 599"/>
                <a:gd name="T18" fmla="*/ 49 w 255"/>
                <a:gd name="T19" fmla="*/ 599 h 599"/>
                <a:gd name="T20" fmla="*/ 30 w 255"/>
                <a:gd name="T21" fmla="*/ 597 h 599"/>
                <a:gd name="T22" fmla="*/ 14 w 255"/>
                <a:gd name="T23" fmla="*/ 587 h 599"/>
                <a:gd name="T24" fmla="*/ 4 w 255"/>
                <a:gd name="T25" fmla="*/ 573 h 599"/>
                <a:gd name="T26" fmla="*/ 0 w 255"/>
                <a:gd name="T27" fmla="*/ 556 h 599"/>
                <a:gd name="T28" fmla="*/ 2 w 255"/>
                <a:gd name="T29" fmla="*/ 538 h 599"/>
                <a:gd name="T30" fmla="*/ 166 w 255"/>
                <a:gd name="T31" fmla="*/ 30 h 599"/>
                <a:gd name="T32" fmla="*/ 175 w 255"/>
                <a:gd name="T33" fmla="*/ 16 h 599"/>
                <a:gd name="T34" fmla="*/ 191 w 255"/>
                <a:gd name="T35" fmla="*/ 6 h 599"/>
                <a:gd name="T36" fmla="*/ 206 w 255"/>
                <a:gd name="T37" fmla="*/ 0 h 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5" h="599">
                  <a:moveTo>
                    <a:pt x="206" y="0"/>
                  </a:moveTo>
                  <a:lnTo>
                    <a:pt x="226" y="4"/>
                  </a:lnTo>
                  <a:lnTo>
                    <a:pt x="241" y="13"/>
                  </a:lnTo>
                  <a:lnTo>
                    <a:pt x="252" y="27"/>
                  </a:lnTo>
                  <a:lnTo>
                    <a:pt x="255" y="44"/>
                  </a:lnTo>
                  <a:lnTo>
                    <a:pt x="254" y="62"/>
                  </a:lnTo>
                  <a:lnTo>
                    <a:pt x="90" y="569"/>
                  </a:lnTo>
                  <a:lnTo>
                    <a:pt x="81" y="585"/>
                  </a:lnTo>
                  <a:lnTo>
                    <a:pt x="65" y="596"/>
                  </a:lnTo>
                  <a:lnTo>
                    <a:pt x="49" y="599"/>
                  </a:lnTo>
                  <a:lnTo>
                    <a:pt x="30" y="597"/>
                  </a:lnTo>
                  <a:lnTo>
                    <a:pt x="14" y="587"/>
                  </a:lnTo>
                  <a:lnTo>
                    <a:pt x="4" y="573"/>
                  </a:lnTo>
                  <a:lnTo>
                    <a:pt x="0" y="556"/>
                  </a:lnTo>
                  <a:lnTo>
                    <a:pt x="2" y="538"/>
                  </a:lnTo>
                  <a:lnTo>
                    <a:pt x="166" y="30"/>
                  </a:lnTo>
                  <a:lnTo>
                    <a:pt x="175" y="16"/>
                  </a:lnTo>
                  <a:lnTo>
                    <a:pt x="191" y="6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 dirty="0"/>
            </a:p>
          </p:txBody>
        </p:sp>
        <p:sp>
          <p:nvSpPr>
            <p:cNvPr id="23" name="Freeform 21"/>
            <p:cNvSpPr>
              <a:spLocks/>
            </p:cNvSpPr>
            <p:nvPr userDrawn="1"/>
          </p:nvSpPr>
          <p:spPr bwMode="auto">
            <a:xfrm>
              <a:off x="8477144" y="377076"/>
              <a:ext cx="95007" cy="176788"/>
            </a:xfrm>
            <a:custGeom>
              <a:avLst/>
              <a:gdLst>
                <a:gd name="T0" fmla="*/ 309 w 352"/>
                <a:gd name="T1" fmla="*/ 0 h 655"/>
                <a:gd name="T2" fmla="*/ 326 w 352"/>
                <a:gd name="T3" fmla="*/ 6 h 655"/>
                <a:gd name="T4" fmla="*/ 342 w 352"/>
                <a:gd name="T5" fmla="*/ 18 h 655"/>
                <a:gd name="T6" fmla="*/ 349 w 352"/>
                <a:gd name="T7" fmla="*/ 32 h 655"/>
                <a:gd name="T8" fmla="*/ 352 w 352"/>
                <a:gd name="T9" fmla="*/ 49 h 655"/>
                <a:gd name="T10" fmla="*/ 347 w 352"/>
                <a:gd name="T11" fmla="*/ 68 h 655"/>
                <a:gd name="T12" fmla="*/ 87 w 352"/>
                <a:gd name="T13" fmla="*/ 630 h 655"/>
                <a:gd name="T14" fmla="*/ 77 w 352"/>
                <a:gd name="T15" fmla="*/ 644 h 655"/>
                <a:gd name="T16" fmla="*/ 61 w 352"/>
                <a:gd name="T17" fmla="*/ 653 h 655"/>
                <a:gd name="T18" fmla="*/ 43 w 352"/>
                <a:gd name="T19" fmla="*/ 655 h 655"/>
                <a:gd name="T20" fmla="*/ 26 w 352"/>
                <a:gd name="T21" fmla="*/ 650 h 655"/>
                <a:gd name="T22" fmla="*/ 10 w 352"/>
                <a:gd name="T23" fmla="*/ 639 h 655"/>
                <a:gd name="T24" fmla="*/ 3 w 352"/>
                <a:gd name="T25" fmla="*/ 623 h 655"/>
                <a:gd name="T26" fmla="*/ 0 w 352"/>
                <a:gd name="T27" fmla="*/ 606 h 655"/>
                <a:gd name="T28" fmla="*/ 5 w 352"/>
                <a:gd name="T29" fmla="*/ 589 h 655"/>
                <a:gd name="T30" fmla="*/ 265 w 352"/>
                <a:gd name="T31" fmla="*/ 27 h 655"/>
                <a:gd name="T32" fmla="*/ 276 w 352"/>
                <a:gd name="T33" fmla="*/ 11 h 655"/>
                <a:gd name="T34" fmla="*/ 291 w 352"/>
                <a:gd name="T35" fmla="*/ 4 h 655"/>
                <a:gd name="T36" fmla="*/ 309 w 352"/>
                <a:gd name="T37" fmla="*/ 0 h 6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52" h="655">
                  <a:moveTo>
                    <a:pt x="309" y="0"/>
                  </a:moveTo>
                  <a:lnTo>
                    <a:pt x="326" y="6"/>
                  </a:lnTo>
                  <a:lnTo>
                    <a:pt x="342" y="18"/>
                  </a:lnTo>
                  <a:lnTo>
                    <a:pt x="349" y="32"/>
                  </a:lnTo>
                  <a:lnTo>
                    <a:pt x="352" y="49"/>
                  </a:lnTo>
                  <a:lnTo>
                    <a:pt x="347" y="68"/>
                  </a:lnTo>
                  <a:lnTo>
                    <a:pt x="87" y="630"/>
                  </a:lnTo>
                  <a:lnTo>
                    <a:pt x="77" y="644"/>
                  </a:lnTo>
                  <a:lnTo>
                    <a:pt x="61" y="653"/>
                  </a:lnTo>
                  <a:lnTo>
                    <a:pt x="43" y="655"/>
                  </a:lnTo>
                  <a:lnTo>
                    <a:pt x="26" y="650"/>
                  </a:lnTo>
                  <a:lnTo>
                    <a:pt x="10" y="639"/>
                  </a:lnTo>
                  <a:lnTo>
                    <a:pt x="3" y="623"/>
                  </a:lnTo>
                  <a:lnTo>
                    <a:pt x="0" y="606"/>
                  </a:lnTo>
                  <a:lnTo>
                    <a:pt x="5" y="589"/>
                  </a:lnTo>
                  <a:lnTo>
                    <a:pt x="265" y="27"/>
                  </a:lnTo>
                  <a:lnTo>
                    <a:pt x="276" y="11"/>
                  </a:lnTo>
                  <a:lnTo>
                    <a:pt x="291" y="4"/>
                  </a:lnTo>
                  <a:lnTo>
                    <a:pt x="30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 dirty="0"/>
            </a:p>
          </p:txBody>
        </p:sp>
        <p:sp>
          <p:nvSpPr>
            <p:cNvPr id="24" name="Freeform 22"/>
            <p:cNvSpPr>
              <a:spLocks/>
            </p:cNvSpPr>
            <p:nvPr userDrawn="1"/>
          </p:nvSpPr>
          <p:spPr bwMode="auto">
            <a:xfrm>
              <a:off x="8573230" y="405416"/>
              <a:ext cx="122537" cy="187584"/>
            </a:xfrm>
            <a:custGeom>
              <a:avLst/>
              <a:gdLst>
                <a:gd name="T0" fmla="*/ 417 w 454"/>
                <a:gd name="T1" fmla="*/ 0 h 695"/>
                <a:gd name="T2" fmla="*/ 433 w 454"/>
                <a:gd name="T3" fmla="*/ 7 h 695"/>
                <a:gd name="T4" fmla="*/ 447 w 454"/>
                <a:gd name="T5" fmla="*/ 21 h 695"/>
                <a:gd name="T6" fmla="*/ 454 w 454"/>
                <a:gd name="T7" fmla="*/ 37 h 695"/>
                <a:gd name="T8" fmla="*/ 454 w 454"/>
                <a:gd name="T9" fmla="*/ 54 h 695"/>
                <a:gd name="T10" fmla="*/ 447 w 454"/>
                <a:gd name="T11" fmla="*/ 72 h 695"/>
                <a:gd name="T12" fmla="*/ 84 w 454"/>
                <a:gd name="T13" fmla="*/ 676 h 695"/>
                <a:gd name="T14" fmla="*/ 70 w 454"/>
                <a:gd name="T15" fmla="*/ 688 h 695"/>
                <a:gd name="T16" fmla="*/ 54 w 454"/>
                <a:gd name="T17" fmla="*/ 695 h 695"/>
                <a:gd name="T18" fmla="*/ 37 w 454"/>
                <a:gd name="T19" fmla="*/ 695 h 695"/>
                <a:gd name="T20" fmla="*/ 19 w 454"/>
                <a:gd name="T21" fmla="*/ 688 h 695"/>
                <a:gd name="T22" fmla="*/ 7 w 454"/>
                <a:gd name="T23" fmla="*/ 676 h 695"/>
                <a:gd name="T24" fmla="*/ 0 w 454"/>
                <a:gd name="T25" fmla="*/ 660 h 695"/>
                <a:gd name="T26" fmla="*/ 0 w 454"/>
                <a:gd name="T27" fmla="*/ 642 h 695"/>
                <a:gd name="T28" fmla="*/ 7 w 454"/>
                <a:gd name="T29" fmla="*/ 625 h 695"/>
                <a:gd name="T30" fmla="*/ 370 w 454"/>
                <a:gd name="T31" fmla="*/ 21 h 695"/>
                <a:gd name="T32" fmla="*/ 382 w 454"/>
                <a:gd name="T33" fmla="*/ 7 h 695"/>
                <a:gd name="T34" fmla="*/ 400 w 454"/>
                <a:gd name="T35" fmla="*/ 0 h 695"/>
                <a:gd name="T36" fmla="*/ 417 w 454"/>
                <a:gd name="T37" fmla="*/ 0 h 6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454" h="695">
                  <a:moveTo>
                    <a:pt x="417" y="0"/>
                  </a:moveTo>
                  <a:lnTo>
                    <a:pt x="433" y="7"/>
                  </a:lnTo>
                  <a:lnTo>
                    <a:pt x="447" y="21"/>
                  </a:lnTo>
                  <a:lnTo>
                    <a:pt x="454" y="37"/>
                  </a:lnTo>
                  <a:lnTo>
                    <a:pt x="454" y="54"/>
                  </a:lnTo>
                  <a:lnTo>
                    <a:pt x="447" y="72"/>
                  </a:lnTo>
                  <a:lnTo>
                    <a:pt x="84" y="676"/>
                  </a:lnTo>
                  <a:lnTo>
                    <a:pt x="70" y="688"/>
                  </a:lnTo>
                  <a:lnTo>
                    <a:pt x="54" y="695"/>
                  </a:lnTo>
                  <a:lnTo>
                    <a:pt x="37" y="695"/>
                  </a:lnTo>
                  <a:lnTo>
                    <a:pt x="19" y="688"/>
                  </a:lnTo>
                  <a:lnTo>
                    <a:pt x="7" y="676"/>
                  </a:lnTo>
                  <a:lnTo>
                    <a:pt x="0" y="660"/>
                  </a:lnTo>
                  <a:lnTo>
                    <a:pt x="0" y="642"/>
                  </a:lnTo>
                  <a:lnTo>
                    <a:pt x="7" y="625"/>
                  </a:lnTo>
                  <a:lnTo>
                    <a:pt x="370" y="21"/>
                  </a:lnTo>
                  <a:lnTo>
                    <a:pt x="382" y="7"/>
                  </a:lnTo>
                  <a:lnTo>
                    <a:pt x="400" y="0"/>
                  </a:lnTo>
                  <a:lnTo>
                    <a:pt x="417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 dirty="0"/>
            </a:p>
          </p:txBody>
        </p:sp>
        <p:sp>
          <p:nvSpPr>
            <p:cNvPr id="25" name="Freeform 23"/>
            <p:cNvSpPr>
              <a:spLocks/>
            </p:cNvSpPr>
            <p:nvPr userDrawn="1"/>
          </p:nvSpPr>
          <p:spPr bwMode="auto">
            <a:xfrm>
              <a:off x="8663109" y="450760"/>
              <a:ext cx="154656" cy="193522"/>
            </a:xfrm>
            <a:custGeom>
              <a:avLst/>
              <a:gdLst>
                <a:gd name="T0" fmla="*/ 522 w 573"/>
                <a:gd name="T1" fmla="*/ 0 h 717"/>
                <a:gd name="T2" fmla="*/ 540 w 573"/>
                <a:gd name="T3" fmla="*/ 1 h 717"/>
                <a:gd name="T4" fmla="*/ 557 w 573"/>
                <a:gd name="T5" fmla="*/ 10 h 717"/>
                <a:gd name="T6" fmla="*/ 568 w 573"/>
                <a:gd name="T7" fmla="*/ 24 h 717"/>
                <a:gd name="T8" fmla="*/ 573 w 573"/>
                <a:gd name="T9" fmla="*/ 40 h 717"/>
                <a:gd name="T10" fmla="*/ 571 w 573"/>
                <a:gd name="T11" fmla="*/ 57 h 717"/>
                <a:gd name="T12" fmla="*/ 562 w 573"/>
                <a:gd name="T13" fmla="*/ 75 h 717"/>
                <a:gd name="T14" fmla="*/ 81 w 573"/>
                <a:gd name="T15" fmla="*/ 700 h 717"/>
                <a:gd name="T16" fmla="*/ 67 w 573"/>
                <a:gd name="T17" fmla="*/ 712 h 717"/>
                <a:gd name="T18" fmla="*/ 51 w 573"/>
                <a:gd name="T19" fmla="*/ 717 h 717"/>
                <a:gd name="T20" fmla="*/ 32 w 573"/>
                <a:gd name="T21" fmla="*/ 715 h 717"/>
                <a:gd name="T22" fmla="*/ 16 w 573"/>
                <a:gd name="T23" fmla="*/ 707 h 717"/>
                <a:gd name="T24" fmla="*/ 5 w 573"/>
                <a:gd name="T25" fmla="*/ 693 h 717"/>
                <a:gd name="T26" fmla="*/ 0 w 573"/>
                <a:gd name="T27" fmla="*/ 675 h 717"/>
                <a:gd name="T28" fmla="*/ 2 w 573"/>
                <a:gd name="T29" fmla="*/ 658 h 717"/>
                <a:gd name="T30" fmla="*/ 11 w 573"/>
                <a:gd name="T31" fmla="*/ 642 h 717"/>
                <a:gd name="T32" fmla="*/ 491 w 573"/>
                <a:gd name="T33" fmla="*/ 15 h 717"/>
                <a:gd name="T34" fmla="*/ 506 w 573"/>
                <a:gd name="T35" fmla="*/ 3 h 717"/>
                <a:gd name="T36" fmla="*/ 522 w 573"/>
                <a:gd name="T37" fmla="*/ 0 h 7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73" h="717">
                  <a:moveTo>
                    <a:pt x="522" y="0"/>
                  </a:moveTo>
                  <a:lnTo>
                    <a:pt x="540" y="1"/>
                  </a:lnTo>
                  <a:lnTo>
                    <a:pt x="557" y="10"/>
                  </a:lnTo>
                  <a:lnTo>
                    <a:pt x="568" y="24"/>
                  </a:lnTo>
                  <a:lnTo>
                    <a:pt x="573" y="40"/>
                  </a:lnTo>
                  <a:lnTo>
                    <a:pt x="571" y="57"/>
                  </a:lnTo>
                  <a:lnTo>
                    <a:pt x="562" y="75"/>
                  </a:lnTo>
                  <a:lnTo>
                    <a:pt x="81" y="700"/>
                  </a:lnTo>
                  <a:lnTo>
                    <a:pt x="67" y="712"/>
                  </a:lnTo>
                  <a:lnTo>
                    <a:pt x="51" y="717"/>
                  </a:lnTo>
                  <a:lnTo>
                    <a:pt x="32" y="715"/>
                  </a:lnTo>
                  <a:lnTo>
                    <a:pt x="16" y="707"/>
                  </a:lnTo>
                  <a:lnTo>
                    <a:pt x="5" y="693"/>
                  </a:lnTo>
                  <a:lnTo>
                    <a:pt x="0" y="675"/>
                  </a:lnTo>
                  <a:lnTo>
                    <a:pt x="2" y="658"/>
                  </a:lnTo>
                  <a:lnTo>
                    <a:pt x="11" y="642"/>
                  </a:lnTo>
                  <a:lnTo>
                    <a:pt x="491" y="15"/>
                  </a:lnTo>
                  <a:lnTo>
                    <a:pt x="506" y="3"/>
                  </a:lnTo>
                  <a:lnTo>
                    <a:pt x="522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 dirty="0"/>
            </a:p>
          </p:txBody>
        </p:sp>
      </p:grpSp>
    </p:spTree>
    <p:extLst>
      <p:ext uri="{BB962C8B-B14F-4D97-AF65-F5344CB8AC3E}">
        <p14:creationId xmlns:p14="http://schemas.microsoft.com/office/powerpoint/2010/main" val="41493756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6728BC2-ACA3-447C-A909-F3F49211C0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51089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0"/>
            <a:ext cx="12192000" cy="12192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grpSp>
        <p:nvGrpSpPr>
          <p:cNvPr id="30" name="Group 29"/>
          <p:cNvGrpSpPr/>
          <p:nvPr userDrawn="1"/>
        </p:nvGrpSpPr>
        <p:grpSpPr>
          <a:xfrm>
            <a:off x="9685945" y="365741"/>
            <a:ext cx="2071076" cy="487719"/>
            <a:chOff x="166688" y="-3240088"/>
            <a:chExt cx="9136063" cy="2868613"/>
          </a:xfrm>
        </p:grpSpPr>
        <p:sp>
          <p:nvSpPr>
            <p:cNvPr id="12" name="Freeform 6"/>
            <p:cNvSpPr>
              <a:spLocks noEditPoints="1"/>
            </p:cNvSpPr>
            <p:nvPr userDrawn="1"/>
          </p:nvSpPr>
          <p:spPr bwMode="auto">
            <a:xfrm>
              <a:off x="166688" y="-1244600"/>
              <a:ext cx="876300" cy="850900"/>
            </a:xfrm>
            <a:custGeom>
              <a:avLst/>
              <a:gdLst>
                <a:gd name="T0" fmla="*/ 98 w 552"/>
                <a:gd name="T1" fmla="*/ 79 h 536"/>
                <a:gd name="T2" fmla="*/ 98 w 552"/>
                <a:gd name="T3" fmla="*/ 241 h 536"/>
                <a:gd name="T4" fmla="*/ 307 w 552"/>
                <a:gd name="T5" fmla="*/ 241 h 536"/>
                <a:gd name="T6" fmla="*/ 342 w 552"/>
                <a:gd name="T7" fmla="*/ 241 h 536"/>
                <a:gd name="T8" fmla="*/ 374 w 552"/>
                <a:gd name="T9" fmla="*/ 238 h 536"/>
                <a:gd name="T10" fmla="*/ 398 w 552"/>
                <a:gd name="T11" fmla="*/ 231 h 536"/>
                <a:gd name="T12" fmla="*/ 417 w 552"/>
                <a:gd name="T13" fmla="*/ 222 h 536"/>
                <a:gd name="T14" fmla="*/ 431 w 552"/>
                <a:gd name="T15" fmla="*/ 206 h 536"/>
                <a:gd name="T16" fmla="*/ 440 w 552"/>
                <a:gd name="T17" fmla="*/ 187 h 536"/>
                <a:gd name="T18" fmla="*/ 443 w 552"/>
                <a:gd name="T19" fmla="*/ 161 h 536"/>
                <a:gd name="T20" fmla="*/ 440 w 552"/>
                <a:gd name="T21" fmla="*/ 135 h 536"/>
                <a:gd name="T22" fmla="*/ 431 w 552"/>
                <a:gd name="T23" fmla="*/ 114 h 536"/>
                <a:gd name="T24" fmla="*/ 417 w 552"/>
                <a:gd name="T25" fmla="*/ 100 h 536"/>
                <a:gd name="T26" fmla="*/ 398 w 552"/>
                <a:gd name="T27" fmla="*/ 89 h 536"/>
                <a:gd name="T28" fmla="*/ 374 w 552"/>
                <a:gd name="T29" fmla="*/ 84 h 536"/>
                <a:gd name="T30" fmla="*/ 342 w 552"/>
                <a:gd name="T31" fmla="*/ 80 h 536"/>
                <a:gd name="T32" fmla="*/ 307 w 552"/>
                <a:gd name="T33" fmla="*/ 79 h 536"/>
                <a:gd name="T34" fmla="*/ 98 w 552"/>
                <a:gd name="T35" fmla="*/ 79 h 536"/>
                <a:gd name="T36" fmla="*/ 0 w 552"/>
                <a:gd name="T37" fmla="*/ 0 h 536"/>
                <a:gd name="T38" fmla="*/ 323 w 552"/>
                <a:gd name="T39" fmla="*/ 0 h 536"/>
                <a:gd name="T40" fmla="*/ 377 w 552"/>
                <a:gd name="T41" fmla="*/ 2 h 536"/>
                <a:gd name="T42" fmla="*/ 422 w 552"/>
                <a:gd name="T43" fmla="*/ 9 h 536"/>
                <a:gd name="T44" fmla="*/ 461 w 552"/>
                <a:gd name="T45" fmla="*/ 19 h 536"/>
                <a:gd name="T46" fmla="*/ 490 w 552"/>
                <a:gd name="T47" fmla="*/ 37 h 536"/>
                <a:gd name="T48" fmla="*/ 513 w 552"/>
                <a:gd name="T49" fmla="*/ 58 h 536"/>
                <a:gd name="T50" fmla="*/ 529 w 552"/>
                <a:gd name="T51" fmla="*/ 86 h 536"/>
                <a:gd name="T52" fmla="*/ 538 w 552"/>
                <a:gd name="T53" fmla="*/ 119 h 536"/>
                <a:gd name="T54" fmla="*/ 541 w 552"/>
                <a:gd name="T55" fmla="*/ 157 h 536"/>
                <a:gd name="T56" fmla="*/ 538 w 552"/>
                <a:gd name="T57" fmla="*/ 194 h 536"/>
                <a:gd name="T58" fmla="*/ 529 w 552"/>
                <a:gd name="T59" fmla="*/ 225 h 536"/>
                <a:gd name="T60" fmla="*/ 513 w 552"/>
                <a:gd name="T61" fmla="*/ 252 h 536"/>
                <a:gd name="T62" fmla="*/ 494 w 552"/>
                <a:gd name="T63" fmla="*/ 272 h 536"/>
                <a:gd name="T64" fmla="*/ 473 w 552"/>
                <a:gd name="T65" fmla="*/ 290 h 536"/>
                <a:gd name="T66" fmla="*/ 447 w 552"/>
                <a:gd name="T67" fmla="*/ 302 h 536"/>
                <a:gd name="T68" fmla="*/ 421 w 552"/>
                <a:gd name="T69" fmla="*/ 311 h 536"/>
                <a:gd name="T70" fmla="*/ 393 w 552"/>
                <a:gd name="T71" fmla="*/ 314 h 536"/>
                <a:gd name="T72" fmla="*/ 384 w 552"/>
                <a:gd name="T73" fmla="*/ 314 h 536"/>
                <a:gd name="T74" fmla="*/ 552 w 552"/>
                <a:gd name="T75" fmla="*/ 536 h 536"/>
                <a:gd name="T76" fmla="*/ 431 w 552"/>
                <a:gd name="T77" fmla="*/ 536 h 536"/>
                <a:gd name="T78" fmla="*/ 274 w 552"/>
                <a:gd name="T79" fmla="*/ 323 h 536"/>
                <a:gd name="T80" fmla="*/ 274 w 552"/>
                <a:gd name="T81" fmla="*/ 321 h 536"/>
                <a:gd name="T82" fmla="*/ 98 w 552"/>
                <a:gd name="T83" fmla="*/ 321 h 536"/>
                <a:gd name="T84" fmla="*/ 98 w 552"/>
                <a:gd name="T85" fmla="*/ 536 h 536"/>
                <a:gd name="T86" fmla="*/ 0 w 552"/>
                <a:gd name="T87" fmla="*/ 536 h 536"/>
                <a:gd name="T88" fmla="*/ 0 w 552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2" h="536">
                  <a:moveTo>
                    <a:pt x="98" y="79"/>
                  </a:moveTo>
                  <a:lnTo>
                    <a:pt x="98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4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4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8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61" y="19"/>
                  </a:lnTo>
                  <a:lnTo>
                    <a:pt x="490" y="37"/>
                  </a:lnTo>
                  <a:lnTo>
                    <a:pt x="513" y="58"/>
                  </a:lnTo>
                  <a:lnTo>
                    <a:pt x="529" y="86"/>
                  </a:lnTo>
                  <a:lnTo>
                    <a:pt x="538" y="119"/>
                  </a:lnTo>
                  <a:lnTo>
                    <a:pt x="541" y="157"/>
                  </a:lnTo>
                  <a:lnTo>
                    <a:pt x="538" y="194"/>
                  </a:lnTo>
                  <a:lnTo>
                    <a:pt x="529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3" y="290"/>
                  </a:lnTo>
                  <a:lnTo>
                    <a:pt x="447" y="302"/>
                  </a:lnTo>
                  <a:lnTo>
                    <a:pt x="421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2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4" y="321"/>
                  </a:lnTo>
                  <a:lnTo>
                    <a:pt x="98" y="321"/>
                  </a:lnTo>
                  <a:lnTo>
                    <a:pt x="9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 dirty="0"/>
            </a:p>
          </p:txBody>
        </p:sp>
        <p:sp>
          <p:nvSpPr>
            <p:cNvPr id="13" name="Freeform 7"/>
            <p:cNvSpPr>
              <a:spLocks/>
            </p:cNvSpPr>
            <p:nvPr userDrawn="1"/>
          </p:nvSpPr>
          <p:spPr bwMode="auto">
            <a:xfrm>
              <a:off x="1258888" y="-1244600"/>
              <a:ext cx="774700" cy="850900"/>
            </a:xfrm>
            <a:custGeom>
              <a:avLst/>
              <a:gdLst>
                <a:gd name="T0" fmla="*/ 0 w 488"/>
                <a:gd name="T1" fmla="*/ 0 h 536"/>
                <a:gd name="T2" fmla="*/ 440 w 488"/>
                <a:gd name="T3" fmla="*/ 0 h 536"/>
                <a:gd name="T4" fmla="*/ 455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5 w 488"/>
                <a:gd name="T17" fmla="*/ 79 h 536"/>
                <a:gd name="T18" fmla="*/ 440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54 w 488"/>
                <a:gd name="T25" fmla="*/ 218 h 536"/>
                <a:gd name="T26" fmla="*/ 370 w 488"/>
                <a:gd name="T27" fmla="*/ 222 h 536"/>
                <a:gd name="T28" fmla="*/ 384 w 488"/>
                <a:gd name="T29" fmla="*/ 231 h 536"/>
                <a:gd name="T30" fmla="*/ 392 w 488"/>
                <a:gd name="T31" fmla="*/ 243 h 536"/>
                <a:gd name="T32" fmla="*/ 396 w 488"/>
                <a:gd name="T33" fmla="*/ 259 h 536"/>
                <a:gd name="T34" fmla="*/ 392 w 488"/>
                <a:gd name="T35" fmla="*/ 276 h 536"/>
                <a:gd name="T36" fmla="*/ 384 w 488"/>
                <a:gd name="T37" fmla="*/ 288 h 536"/>
                <a:gd name="T38" fmla="*/ 370 w 488"/>
                <a:gd name="T39" fmla="*/ 297 h 536"/>
                <a:gd name="T40" fmla="*/ 354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8 w 488"/>
                <a:gd name="T47" fmla="*/ 454 h 536"/>
                <a:gd name="T48" fmla="*/ 464 w 488"/>
                <a:gd name="T49" fmla="*/ 457 h 536"/>
                <a:gd name="T50" fmla="*/ 478 w 488"/>
                <a:gd name="T51" fmla="*/ 466 h 536"/>
                <a:gd name="T52" fmla="*/ 487 w 488"/>
                <a:gd name="T53" fmla="*/ 478 h 536"/>
                <a:gd name="T54" fmla="*/ 488 w 488"/>
                <a:gd name="T55" fmla="*/ 494 h 536"/>
                <a:gd name="T56" fmla="*/ 487 w 488"/>
                <a:gd name="T57" fmla="*/ 512 h 536"/>
                <a:gd name="T58" fmla="*/ 478 w 488"/>
                <a:gd name="T59" fmla="*/ 524 h 536"/>
                <a:gd name="T60" fmla="*/ 464 w 488"/>
                <a:gd name="T61" fmla="*/ 533 h 536"/>
                <a:gd name="T62" fmla="*/ 448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40" y="0"/>
                  </a:lnTo>
                  <a:lnTo>
                    <a:pt x="455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5" y="79"/>
                  </a:lnTo>
                  <a:lnTo>
                    <a:pt x="440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54" y="218"/>
                  </a:lnTo>
                  <a:lnTo>
                    <a:pt x="370" y="222"/>
                  </a:lnTo>
                  <a:lnTo>
                    <a:pt x="384" y="231"/>
                  </a:lnTo>
                  <a:lnTo>
                    <a:pt x="392" y="243"/>
                  </a:lnTo>
                  <a:lnTo>
                    <a:pt x="396" y="259"/>
                  </a:lnTo>
                  <a:lnTo>
                    <a:pt x="392" y="276"/>
                  </a:lnTo>
                  <a:lnTo>
                    <a:pt x="384" y="288"/>
                  </a:lnTo>
                  <a:lnTo>
                    <a:pt x="370" y="297"/>
                  </a:lnTo>
                  <a:lnTo>
                    <a:pt x="354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8" y="454"/>
                  </a:lnTo>
                  <a:lnTo>
                    <a:pt x="464" y="457"/>
                  </a:lnTo>
                  <a:lnTo>
                    <a:pt x="478" y="466"/>
                  </a:lnTo>
                  <a:lnTo>
                    <a:pt x="487" y="478"/>
                  </a:lnTo>
                  <a:lnTo>
                    <a:pt x="488" y="494"/>
                  </a:lnTo>
                  <a:lnTo>
                    <a:pt x="487" y="512"/>
                  </a:lnTo>
                  <a:lnTo>
                    <a:pt x="478" y="524"/>
                  </a:lnTo>
                  <a:lnTo>
                    <a:pt x="464" y="533"/>
                  </a:lnTo>
                  <a:lnTo>
                    <a:pt x="44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 dirty="0"/>
            </a:p>
          </p:txBody>
        </p:sp>
        <p:sp>
          <p:nvSpPr>
            <p:cNvPr id="14" name="Freeform 8"/>
            <p:cNvSpPr>
              <a:spLocks/>
            </p:cNvSpPr>
            <p:nvPr userDrawn="1"/>
          </p:nvSpPr>
          <p:spPr bwMode="auto">
            <a:xfrm>
              <a:off x="2219326" y="-1244600"/>
              <a:ext cx="906463" cy="850900"/>
            </a:xfrm>
            <a:custGeom>
              <a:avLst/>
              <a:gdLst>
                <a:gd name="T0" fmla="*/ 48 w 571"/>
                <a:gd name="T1" fmla="*/ 0 h 536"/>
                <a:gd name="T2" fmla="*/ 65 w 571"/>
                <a:gd name="T3" fmla="*/ 4 h 536"/>
                <a:gd name="T4" fmla="*/ 79 w 571"/>
                <a:gd name="T5" fmla="*/ 12 h 536"/>
                <a:gd name="T6" fmla="*/ 89 w 571"/>
                <a:gd name="T7" fmla="*/ 26 h 536"/>
                <a:gd name="T8" fmla="*/ 280 w 571"/>
                <a:gd name="T9" fmla="*/ 431 h 536"/>
                <a:gd name="T10" fmla="*/ 285 w 571"/>
                <a:gd name="T11" fmla="*/ 440 h 536"/>
                <a:gd name="T12" fmla="*/ 484 w 571"/>
                <a:gd name="T13" fmla="*/ 26 h 536"/>
                <a:gd name="T14" fmla="*/ 494 w 571"/>
                <a:gd name="T15" fmla="*/ 12 h 536"/>
                <a:gd name="T16" fmla="*/ 508 w 571"/>
                <a:gd name="T17" fmla="*/ 2 h 536"/>
                <a:gd name="T18" fmla="*/ 526 w 571"/>
                <a:gd name="T19" fmla="*/ 0 h 536"/>
                <a:gd name="T20" fmla="*/ 541 w 571"/>
                <a:gd name="T21" fmla="*/ 2 h 536"/>
                <a:gd name="T22" fmla="*/ 554 w 571"/>
                <a:gd name="T23" fmla="*/ 9 h 536"/>
                <a:gd name="T24" fmla="*/ 564 w 571"/>
                <a:gd name="T25" fmla="*/ 21 h 536"/>
                <a:gd name="T26" fmla="*/ 571 w 571"/>
                <a:gd name="T27" fmla="*/ 35 h 536"/>
                <a:gd name="T28" fmla="*/ 571 w 571"/>
                <a:gd name="T29" fmla="*/ 51 h 536"/>
                <a:gd name="T30" fmla="*/ 568 w 571"/>
                <a:gd name="T31" fmla="*/ 67 h 536"/>
                <a:gd name="T32" fmla="*/ 337 w 571"/>
                <a:gd name="T33" fmla="*/ 536 h 536"/>
                <a:gd name="T34" fmla="*/ 233 w 571"/>
                <a:gd name="T35" fmla="*/ 536 h 536"/>
                <a:gd name="T36" fmla="*/ 6 w 571"/>
                <a:gd name="T37" fmla="*/ 67 h 536"/>
                <a:gd name="T38" fmla="*/ 0 w 571"/>
                <a:gd name="T39" fmla="*/ 51 h 536"/>
                <a:gd name="T40" fmla="*/ 2 w 571"/>
                <a:gd name="T41" fmla="*/ 35 h 536"/>
                <a:gd name="T42" fmla="*/ 7 w 571"/>
                <a:gd name="T43" fmla="*/ 21 h 536"/>
                <a:gd name="T44" fmla="*/ 18 w 571"/>
                <a:gd name="T45" fmla="*/ 9 h 536"/>
                <a:gd name="T46" fmla="*/ 32 w 571"/>
                <a:gd name="T47" fmla="*/ 2 h 536"/>
                <a:gd name="T48" fmla="*/ 48 w 571"/>
                <a:gd name="T4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571" h="536">
                  <a:moveTo>
                    <a:pt x="48" y="0"/>
                  </a:moveTo>
                  <a:lnTo>
                    <a:pt x="65" y="4"/>
                  </a:lnTo>
                  <a:lnTo>
                    <a:pt x="79" y="12"/>
                  </a:lnTo>
                  <a:lnTo>
                    <a:pt x="89" y="26"/>
                  </a:lnTo>
                  <a:lnTo>
                    <a:pt x="280" y="431"/>
                  </a:lnTo>
                  <a:lnTo>
                    <a:pt x="285" y="440"/>
                  </a:lnTo>
                  <a:lnTo>
                    <a:pt x="484" y="26"/>
                  </a:lnTo>
                  <a:lnTo>
                    <a:pt x="494" y="12"/>
                  </a:lnTo>
                  <a:lnTo>
                    <a:pt x="508" y="2"/>
                  </a:lnTo>
                  <a:lnTo>
                    <a:pt x="526" y="0"/>
                  </a:lnTo>
                  <a:lnTo>
                    <a:pt x="541" y="2"/>
                  </a:lnTo>
                  <a:lnTo>
                    <a:pt x="554" y="9"/>
                  </a:lnTo>
                  <a:lnTo>
                    <a:pt x="564" y="21"/>
                  </a:lnTo>
                  <a:lnTo>
                    <a:pt x="571" y="35"/>
                  </a:lnTo>
                  <a:lnTo>
                    <a:pt x="571" y="51"/>
                  </a:lnTo>
                  <a:lnTo>
                    <a:pt x="568" y="67"/>
                  </a:lnTo>
                  <a:lnTo>
                    <a:pt x="337" y="536"/>
                  </a:lnTo>
                  <a:lnTo>
                    <a:pt x="233" y="536"/>
                  </a:lnTo>
                  <a:lnTo>
                    <a:pt x="6" y="67"/>
                  </a:lnTo>
                  <a:lnTo>
                    <a:pt x="0" y="51"/>
                  </a:lnTo>
                  <a:lnTo>
                    <a:pt x="2" y="35"/>
                  </a:lnTo>
                  <a:lnTo>
                    <a:pt x="7" y="21"/>
                  </a:lnTo>
                  <a:lnTo>
                    <a:pt x="18" y="9"/>
                  </a:lnTo>
                  <a:lnTo>
                    <a:pt x="32" y="2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 dirty="0"/>
            </a:p>
          </p:txBody>
        </p:sp>
        <p:sp>
          <p:nvSpPr>
            <p:cNvPr id="15" name="Freeform 9"/>
            <p:cNvSpPr>
              <a:spLocks noEditPoints="1"/>
            </p:cNvSpPr>
            <p:nvPr userDrawn="1"/>
          </p:nvSpPr>
          <p:spPr bwMode="auto">
            <a:xfrm>
              <a:off x="3125788" y="-1244600"/>
              <a:ext cx="1017588" cy="850900"/>
            </a:xfrm>
            <a:custGeom>
              <a:avLst/>
              <a:gdLst>
                <a:gd name="T0" fmla="*/ 321 w 641"/>
                <a:gd name="T1" fmla="*/ 70 h 536"/>
                <a:gd name="T2" fmla="*/ 201 w 641"/>
                <a:gd name="T3" fmla="*/ 328 h 536"/>
                <a:gd name="T4" fmla="*/ 443 w 641"/>
                <a:gd name="T5" fmla="*/ 328 h 536"/>
                <a:gd name="T6" fmla="*/ 321 w 641"/>
                <a:gd name="T7" fmla="*/ 70 h 536"/>
                <a:gd name="T8" fmla="*/ 264 w 641"/>
                <a:gd name="T9" fmla="*/ 0 h 536"/>
                <a:gd name="T10" fmla="*/ 381 w 641"/>
                <a:gd name="T11" fmla="*/ 0 h 536"/>
                <a:gd name="T12" fmla="*/ 641 w 641"/>
                <a:gd name="T13" fmla="*/ 536 h 536"/>
                <a:gd name="T14" fmla="*/ 538 w 641"/>
                <a:gd name="T15" fmla="*/ 536 h 536"/>
                <a:gd name="T16" fmla="*/ 482 w 641"/>
                <a:gd name="T17" fmla="*/ 414 h 536"/>
                <a:gd name="T18" fmla="*/ 480 w 641"/>
                <a:gd name="T19" fmla="*/ 410 h 536"/>
                <a:gd name="T20" fmla="*/ 161 w 641"/>
                <a:gd name="T21" fmla="*/ 410 h 536"/>
                <a:gd name="T22" fmla="*/ 103 w 641"/>
                <a:gd name="T23" fmla="*/ 536 h 536"/>
                <a:gd name="T24" fmla="*/ 0 w 641"/>
                <a:gd name="T25" fmla="*/ 536 h 536"/>
                <a:gd name="T26" fmla="*/ 264 w 641"/>
                <a:gd name="T2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1" h="536">
                  <a:moveTo>
                    <a:pt x="321" y="70"/>
                  </a:moveTo>
                  <a:lnTo>
                    <a:pt x="201" y="328"/>
                  </a:lnTo>
                  <a:lnTo>
                    <a:pt x="443" y="328"/>
                  </a:lnTo>
                  <a:lnTo>
                    <a:pt x="321" y="70"/>
                  </a:lnTo>
                  <a:close/>
                  <a:moveTo>
                    <a:pt x="264" y="0"/>
                  </a:moveTo>
                  <a:lnTo>
                    <a:pt x="381" y="0"/>
                  </a:lnTo>
                  <a:lnTo>
                    <a:pt x="641" y="536"/>
                  </a:lnTo>
                  <a:lnTo>
                    <a:pt x="538" y="536"/>
                  </a:lnTo>
                  <a:lnTo>
                    <a:pt x="482" y="414"/>
                  </a:lnTo>
                  <a:lnTo>
                    <a:pt x="480" y="410"/>
                  </a:lnTo>
                  <a:lnTo>
                    <a:pt x="161" y="410"/>
                  </a:lnTo>
                  <a:lnTo>
                    <a:pt x="103" y="536"/>
                  </a:lnTo>
                  <a:lnTo>
                    <a:pt x="0" y="536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 dirty="0"/>
            </a:p>
          </p:txBody>
        </p:sp>
        <p:sp>
          <p:nvSpPr>
            <p:cNvPr id="16" name="Freeform 10"/>
            <p:cNvSpPr>
              <a:spLocks/>
            </p:cNvSpPr>
            <p:nvPr userDrawn="1"/>
          </p:nvSpPr>
          <p:spPr bwMode="auto">
            <a:xfrm>
              <a:off x="4106863" y="-1244600"/>
              <a:ext cx="928688" cy="850900"/>
            </a:xfrm>
            <a:custGeom>
              <a:avLst/>
              <a:gdLst>
                <a:gd name="T0" fmla="*/ 42 w 585"/>
                <a:gd name="T1" fmla="*/ 0 h 536"/>
                <a:gd name="T2" fmla="*/ 545 w 585"/>
                <a:gd name="T3" fmla="*/ 0 h 536"/>
                <a:gd name="T4" fmla="*/ 560 w 585"/>
                <a:gd name="T5" fmla="*/ 2 h 536"/>
                <a:gd name="T6" fmla="*/ 574 w 585"/>
                <a:gd name="T7" fmla="*/ 12 h 536"/>
                <a:gd name="T8" fmla="*/ 583 w 585"/>
                <a:gd name="T9" fmla="*/ 25 h 536"/>
                <a:gd name="T10" fmla="*/ 585 w 585"/>
                <a:gd name="T11" fmla="*/ 40 h 536"/>
                <a:gd name="T12" fmla="*/ 583 w 585"/>
                <a:gd name="T13" fmla="*/ 56 h 536"/>
                <a:gd name="T14" fmla="*/ 574 w 585"/>
                <a:gd name="T15" fmla="*/ 70 h 536"/>
                <a:gd name="T16" fmla="*/ 560 w 585"/>
                <a:gd name="T17" fmla="*/ 79 h 536"/>
                <a:gd name="T18" fmla="*/ 545 w 585"/>
                <a:gd name="T19" fmla="*/ 82 h 536"/>
                <a:gd name="T20" fmla="*/ 342 w 585"/>
                <a:gd name="T21" fmla="*/ 82 h 536"/>
                <a:gd name="T22" fmla="*/ 342 w 585"/>
                <a:gd name="T23" fmla="*/ 536 h 536"/>
                <a:gd name="T24" fmla="*/ 244 w 585"/>
                <a:gd name="T25" fmla="*/ 536 h 536"/>
                <a:gd name="T26" fmla="*/ 244 w 585"/>
                <a:gd name="T27" fmla="*/ 82 h 536"/>
                <a:gd name="T28" fmla="*/ 42 w 585"/>
                <a:gd name="T29" fmla="*/ 82 h 536"/>
                <a:gd name="T30" fmla="*/ 26 w 585"/>
                <a:gd name="T31" fmla="*/ 79 h 536"/>
                <a:gd name="T32" fmla="*/ 12 w 585"/>
                <a:gd name="T33" fmla="*/ 70 h 536"/>
                <a:gd name="T34" fmla="*/ 4 w 585"/>
                <a:gd name="T35" fmla="*/ 56 h 536"/>
                <a:gd name="T36" fmla="*/ 0 w 585"/>
                <a:gd name="T37" fmla="*/ 40 h 536"/>
                <a:gd name="T38" fmla="*/ 4 w 585"/>
                <a:gd name="T39" fmla="*/ 25 h 536"/>
                <a:gd name="T40" fmla="*/ 12 w 585"/>
                <a:gd name="T41" fmla="*/ 12 h 536"/>
                <a:gd name="T42" fmla="*/ 26 w 585"/>
                <a:gd name="T43" fmla="*/ 2 h 536"/>
                <a:gd name="T44" fmla="*/ 42 w 585"/>
                <a:gd name="T45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585" h="536">
                  <a:moveTo>
                    <a:pt x="42" y="0"/>
                  </a:moveTo>
                  <a:lnTo>
                    <a:pt x="545" y="0"/>
                  </a:lnTo>
                  <a:lnTo>
                    <a:pt x="560" y="2"/>
                  </a:lnTo>
                  <a:lnTo>
                    <a:pt x="574" y="12"/>
                  </a:lnTo>
                  <a:lnTo>
                    <a:pt x="583" y="25"/>
                  </a:lnTo>
                  <a:lnTo>
                    <a:pt x="585" y="40"/>
                  </a:lnTo>
                  <a:lnTo>
                    <a:pt x="583" y="56"/>
                  </a:lnTo>
                  <a:lnTo>
                    <a:pt x="574" y="70"/>
                  </a:lnTo>
                  <a:lnTo>
                    <a:pt x="560" y="79"/>
                  </a:lnTo>
                  <a:lnTo>
                    <a:pt x="545" y="82"/>
                  </a:lnTo>
                  <a:lnTo>
                    <a:pt x="342" y="82"/>
                  </a:lnTo>
                  <a:lnTo>
                    <a:pt x="342" y="536"/>
                  </a:lnTo>
                  <a:lnTo>
                    <a:pt x="244" y="536"/>
                  </a:lnTo>
                  <a:lnTo>
                    <a:pt x="244" y="82"/>
                  </a:lnTo>
                  <a:lnTo>
                    <a:pt x="42" y="82"/>
                  </a:lnTo>
                  <a:lnTo>
                    <a:pt x="26" y="79"/>
                  </a:lnTo>
                  <a:lnTo>
                    <a:pt x="12" y="70"/>
                  </a:lnTo>
                  <a:lnTo>
                    <a:pt x="4" y="56"/>
                  </a:lnTo>
                  <a:lnTo>
                    <a:pt x="0" y="40"/>
                  </a:lnTo>
                  <a:lnTo>
                    <a:pt x="4" y="25"/>
                  </a:lnTo>
                  <a:lnTo>
                    <a:pt x="12" y="12"/>
                  </a:lnTo>
                  <a:lnTo>
                    <a:pt x="26" y="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 dirty="0"/>
            </a:p>
          </p:txBody>
        </p:sp>
        <p:sp>
          <p:nvSpPr>
            <p:cNvPr id="17" name="Freeform 11"/>
            <p:cNvSpPr>
              <a:spLocks/>
            </p:cNvSpPr>
            <p:nvPr userDrawn="1"/>
          </p:nvSpPr>
          <p:spPr bwMode="auto">
            <a:xfrm>
              <a:off x="5214938" y="-1244600"/>
              <a:ext cx="906463" cy="873125"/>
            </a:xfrm>
            <a:custGeom>
              <a:avLst/>
              <a:gdLst>
                <a:gd name="T0" fmla="*/ 49 w 571"/>
                <a:gd name="T1" fmla="*/ 0 h 550"/>
                <a:gd name="T2" fmla="*/ 68 w 571"/>
                <a:gd name="T3" fmla="*/ 4 h 550"/>
                <a:gd name="T4" fmla="*/ 84 w 571"/>
                <a:gd name="T5" fmla="*/ 14 h 550"/>
                <a:gd name="T6" fmla="*/ 94 w 571"/>
                <a:gd name="T7" fmla="*/ 30 h 550"/>
                <a:gd name="T8" fmla="*/ 98 w 571"/>
                <a:gd name="T9" fmla="*/ 49 h 550"/>
                <a:gd name="T10" fmla="*/ 98 w 571"/>
                <a:gd name="T11" fmla="*/ 299 h 550"/>
                <a:gd name="T12" fmla="*/ 98 w 571"/>
                <a:gd name="T13" fmla="*/ 320 h 550"/>
                <a:gd name="T14" fmla="*/ 101 w 571"/>
                <a:gd name="T15" fmla="*/ 342 h 550"/>
                <a:gd name="T16" fmla="*/ 105 w 571"/>
                <a:gd name="T17" fmla="*/ 363 h 550"/>
                <a:gd name="T18" fmla="*/ 112 w 571"/>
                <a:gd name="T19" fmla="*/ 384 h 550"/>
                <a:gd name="T20" fmla="*/ 122 w 571"/>
                <a:gd name="T21" fmla="*/ 403 h 550"/>
                <a:gd name="T22" fmla="*/ 136 w 571"/>
                <a:gd name="T23" fmla="*/ 421 h 550"/>
                <a:gd name="T24" fmla="*/ 156 w 571"/>
                <a:gd name="T25" fmla="*/ 437 h 550"/>
                <a:gd name="T26" fmla="*/ 180 w 571"/>
                <a:gd name="T27" fmla="*/ 449 h 550"/>
                <a:gd name="T28" fmla="*/ 208 w 571"/>
                <a:gd name="T29" fmla="*/ 459 h 550"/>
                <a:gd name="T30" fmla="*/ 245 w 571"/>
                <a:gd name="T31" fmla="*/ 464 h 550"/>
                <a:gd name="T32" fmla="*/ 286 w 571"/>
                <a:gd name="T33" fmla="*/ 466 h 550"/>
                <a:gd name="T34" fmla="*/ 328 w 571"/>
                <a:gd name="T35" fmla="*/ 464 h 550"/>
                <a:gd name="T36" fmla="*/ 363 w 571"/>
                <a:gd name="T37" fmla="*/ 459 h 550"/>
                <a:gd name="T38" fmla="*/ 391 w 571"/>
                <a:gd name="T39" fmla="*/ 449 h 550"/>
                <a:gd name="T40" fmla="*/ 416 w 571"/>
                <a:gd name="T41" fmla="*/ 437 h 550"/>
                <a:gd name="T42" fmla="*/ 435 w 571"/>
                <a:gd name="T43" fmla="*/ 421 h 550"/>
                <a:gd name="T44" fmla="*/ 449 w 571"/>
                <a:gd name="T45" fmla="*/ 403 h 550"/>
                <a:gd name="T46" fmla="*/ 459 w 571"/>
                <a:gd name="T47" fmla="*/ 384 h 550"/>
                <a:gd name="T48" fmla="*/ 466 w 571"/>
                <a:gd name="T49" fmla="*/ 363 h 550"/>
                <a:gd name="T50" fmla="*/ 470 w 571"/>
                <a:gd name="T51" fmla="*/ 342 h 550"/>
                <a:gd name="T52" fmla="*/ 473 w 571"/>
                <a:gd name="T53" fmla="*/ 320 h 550"/>
                <a:gd name="T54" fmla="*/ 473 w 571"/>
                <a:gd name="T55" fmla="*/ 299 h 550"/>
                <a:gd name="T56" fmla="*/ 473 w 571"/>
                <a:gd name="T57" fmla="*/ 49 h 550"/>
                <a:gd name="T58" fmla="*/ 477 w 571"/>
                <a:gd name="T59" fmla="*/ 30 h 550"/>
                <a:gd name="T60" fmla="*/ 487 w 571"/>
                <a:gd name="T61" fmla="*/ 14 h 550"/>
                <a:gd name="T62" fmla="*/ 503 w 571"/>
                <a:gd name="T63" fmla="*/ 4 h 550"/>
                <a:gd name="T64" fmla="*/ 522 w 571"/>
                <a:gd name="T65" fmla="*/ 0 h 550"/>
                <a:gd name="T66" fmla="*/ 541 w 571"/>
                <a:gd name="T67" fmla="*/ 4 h 550"/>
                <a:gd name="T68" fmla="*/ 557 w 571"/>
                <a:gd name="T69" fmla="*/ 14 h 550"/>
                <a:gd name="T70" fmla="*/ 567 w 571"/>
                <a:gd name="T71" fmla="*/ 30 h 550"/>
                <a:gd name="T72" fmla="*/ 571 w 571"/>
                <a:gd name="T73" fmla="*/ 49 h 550"/>
                <a:gd name="T74" fmla="*/ 571 w 571"/>
                <a:gd name="T75" fmla="*/ 306 h 550"/>
                <a:gd name="T76" fmla="*/ 567 w 571"/>
                <a:gd name="T77" fmla="*/ 358 h 550"/>
                <a:gd name="T78" fmla="*/ 557 w 571"/>
                <a:gd name="T79" fmla="*/ 402 h 550"/>
                <a:gd name="T80" fmla="*/ 540 w 571"/>
                <a:gd name="T81" fmla="*/ 442 h 550"/>
                <a:gd name="T82" fmla="*/ 513 w 571"/>
                <a:gd name="T83" fmla="*/ 475 h 550"/>
                <a:gd name="T84" fmla="*/ 482 w 571"/>
                <a:gd name="T85" fmla="*/ 501 h 550"/>
                <a:gd name="T86" fmla="*/ 444 w 571"/>
                <a:gd name="T87" fmla="*/ 522 h 550"/>
                <a:gd name="T88" fmla="*/ 398 w 571"/>
                <a:gd name="T89" fmla="*/ 538 h 550"/>
                <a:gd name="T90" fmla="*/ 346 w 571"/>
                <a:gd name="T91" fmla="*/ 547 h 550"/>
                <a:gd name="T92" fmla="*/ 286 w 571"/>
                <a:gd name="T93" fmla="*/ 550 h 550"/>
                <a:gd name="T94" fmla="*/ 225 w 571"/>
                <a:gd name="T95" fmla="*/ 547 h 550"/>
                <a:gd name="T96" fmla="*/ 173 w 571"/>
                <a:gd name="T97" fmla="*/ 538 h 550"/>
                <a:gd name="T98" fmla="*/ 128 w 571"/>
                <a:gd name="T99" fmla="*/ 522 h 550"/>
                <a:gd name="T100" fmla="*/ 89 w 571"/>
                <a:gd name="T101" fmla="*/ 501 h 550"/>
                <a:gd name="T102" fmla="*/ 58 w 571"/>
                <a:gd name="T103" fmla="*/ 475 h 550"/>
                <a:gd name="T104" fmla="*/ 32 w 571"/>
                <a:gd name="T105" fmla="*/ 442 h 550"/>
                <a:gd name="T106" fmla="*/ 14 w 571"/>
                <a:gd name="T107" fmla="*/ 402 h 550"/>
                <a:gd name="T108" fmla="*/ 4 w 571"/>
                <a:gd name="T109" fmla="*/ 358 h 550"/>
                <a:gd name="T110" fmla="*/ 0 w 571"/>
                <a:gd name="T111" fmla="*/ 306 h 550"/>
                <a:gd name="T112" fmla="*/ 0 w 571"/>
                <a:gd name="T113" fmla="*/ 49 h 550"/>
                <a:gd name="T114" fmla="*/ 4 w 571"/>
                <a:gd name="T115" fmla="*/ 30 h 550"/>
                <a:gd name="T116" fmla="*/ 14 w 571"/>
                <a:gd name="T117" fmla="*/ 14 h 550"/>
                <a:gd name="T118" fmla="*/ 30 w 571"/>
                <a:gd name="T119" fmla="*/ 4 h 550"/>
                <a:gd name="T120" fmla="*/ 49 w 571"/>
                <a:gd name="T121" fmla="*/ 0 h 5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71" h="550">
                  <a:moveTo>
                    <a:pt x="49" y="0"/>
                  </a:moveTo>
                  <a:lnTo>
                    <a:pt x="68" y="4"/>
                  </a:lnTo>
                  <a:lnTo>
                    <a:pt x="84" y="14"/>
                  </a:lnTo>
                  <a:lnTo>
                    <a:pt x="94" y="30"/>
                  </a:lnTo>
                  <a:lnTo>
                    <a:pt x="98" y="49"/>
                  </a:lnTo>
                  <a:lnTo>
                    <a:pt x="98" y="299"/>
                  </a:lnTo>
                  <a:lnTo>
                    <a:pt x="98" y="320"/>
                  </a:lnTo>
                  <a:lnTo>
                    <a:pt x="101" y="342"/>
                  </a:lnTo>
                  <a:lnTo>
                    <a:pt x="105" y="363"/>
                  </a:lnTo>
                  <a:lnTo>
                    <a:pt x="112" y="384"/>
                  </a:lnTo>
                  <a:lnTo>
                    <a:pt x="122" y="403"/>
                  </a:lnTo>
                  <a:lnTo>
                    <a:pt x="136" y="421"/>
                  </a:lnTo>
                  <a:lnTo>
                    <a:pt x="156" y="437"/>
                  </a:lnTo>
                  <a:lnTo>
                    <a:pt x="180" y="449"/>
                  </a:lnTo>
                  <a:lnTo>
                    <a:pt x="208" y="459"/>
                  </a:lnTo>
                  <a:lnTo>
                    <a:pt x="245" y="464"/>
                  </a:lnTo>
                  <a:lnTo>
                    <a:pt x="286" y="466"/>
                  </a:lnTo>
                  <a:lnTo>
                    <a:pt x="328" y="464"/>
                  </a:lnTo>
                  <a:lnTo>
                    <a:pt x="363" y="459"/>
                  </a:lnTo>
                  <a:lnTo>
                    <a:pt x="391" y="449"/>
                  </a:lnTo>
                  <a:lnTo>
                    <a:pt x="416" y="437"/>
                  </a:lnTo>
                  <a:lnTo>
                    <a:pt x="435" y="421"/>
                  </a:lnTo>
                  <a:lnTo>
                    <a:pt x="449" y="403"/>
                  </a:lnTo>
                  <a:lnTo>
                    <a:pt x="459" y="384"/>
                  </a:lnTo>
                  <a:lnTo>
                    <a:pt x="466" y="363"/>
                  </a:lnTo>
                  <a:lnTo>
                    <a:pt x="470" y="342"/>
                  </a:lnTo>
                  <a:lnTo>
                    <a:pt x="473" y="320"/>
                  </a:lnTo>
                  <a:lnTo>
                    <a:pt x="473" y="299"/>
                  </a:lnTo>
                  <a:lnTo>
                    <a:pt x="473" y="49"/>
                  </a:lnTo>
                  <a:lnTo>
                    <a:pt x="477" y="30"/>
                  </a:lnTo>
                  <a:lnTo>
                    <a:pt x="487" y="14"/>
                  </a:lnTo>
                  <a:lnTo>
                    <a:pt x="503" y="4"/>
                  </a:lnTo>
                  <a:lnTo>
                    <a:pt x="522" y="0"/>
                  </a:lnTo>
                  <a:lnTo>
                    <a:pt x="541" y="4"/>
                  </a:lnTo>
                  <a:lnTo>
                    <a:pt x="557" y="14"/>
                  </a:lnTo>
                  <a:lnTo>
                    <a:pt x="567" y="30"/>
                  </a:lnTo>
                  <a:lnTo>
                    <a:pt x="571" y="49"/>
                  </a:lnTo>
                  <a:lnTo>
                    <a:pt x="571" y="306"/>
                  </a:lnTo>
                  <a:lnTo>
                    <a:pt x="567" y="358"/>
                  </a:lnTo>
                  <a:lnTo>
                    <a:pt x="557" y="402"/>
                  </a:lnTo>
                  <a:lnTo>
                    <a:pt x="540" y="442"/>
                  </a:lnTo>
                  <a:lnTo>
                    <a:pt x="513" y="475"/>
                  </a:lnTo>
                  <a:lnTo>
                    <a:pt x="482" y="501"/>
                  </a:lnTo>
                  <a:lnTo>
                    <a:pt x="444" y="522"/>
                  </a:lnTo>
                  <a:lnTo>
                    <a:pt x="398" y="538"/>
                  </a:lnTo>
                  <a:lnTo>
                    <a:pt x="346" y="547"/>
                  </a:lnTo>
                  <a:lnTo>
                    <a:pt x="286" y="550"/>
                  </a:lnTo>
                  <a:lnTo>
                    <a:pt x="225" y="547"/>
                  </a:lnTo>
                  <a:lnTo>
                    <a:pt x="173" y="538"/>
                  </a:lnTo>
                  <a:lnTo>
                    <a:pt x="128" y="522"/>
                  </a:lnTo>
                  <a:lnTo>
                    <a:pt x="89" y="501"/>
                  </a:lnTo>
                  <a:lnTo>
                    <a:pt x="58" y="475"/>
                  </a:lnTo>
                  <a:lnTo>
                    <a:pt x="32" y="442"/>
                  </a:lnTo>
                  <a:lnTo>
                    <a:pt x="14" y="402"/>
                  </a:lnTo>
                  <a:lnTo>
                    <a:pt x="4" y="358"/>
                  </a:lnTo>
                  <a:lnTo>
                    <a:pt x="0" y="306"/>
                  </a:lnTo>
                  <a:lnTo>
                    <a:pt x="0" y="49"/>
                  </a:lnTo>
                  <a:lnTo>
                    <a:pt x="4" y="30"/>
                  </a:lnTo>
                  <a:lnTo>
                    <a:pt x="14" y="14"/>
                  </a:lnTo>
                  <a:lnTo>
                    <a:pt x="30" y="4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 dirty="0"/>
            </a:p>
          </p:txBody>
        </p:sp>
        <p:sp>
          <p:nvSpPr>
            <p:cNvPr id="18" name="Freeform 12"/>
            <p:cNvSpPr>
              <a:spLocks noEditPoints="1"/>
            </p:cNvSpPr>
            <p:nvPr userDrawn="1"/>
          </p:nvSpPr>
          <p:spPr bwMode="auto">
            <a:xfrm>
              <a:off x="6384926" y="-1244600"/>
              <a:ext cx="873125" cy="850900"/>
            </a:xfrm>
            <a:custGeom>
              <a:avLst/>
              <a:gdLst>
                <a:gd name="T0" fmla="*/ 96 w 550"/>
                <a:gd name="T1" fmla="*/ 79 h 536"/>
                <a:gd name="T2" fmla="*/ 96 w 550"/>
                <a:gd name="T3" fmla="*/ 241 h 536"/>
                <a:gd name="T4" fmla="*/ 307 w 550"/>
                <a:gd name="T5" fmla="*/ 241 h 536"/>
                <a:gd name="T6" fmla="*/ 342 w 550"/>
                <a:gd name="T7" fmla="*/ 241 h 536"/>
                <a:gd name="T8" fmla="*/ 372 w 550"/>
                <a:gd name="T9" fmla="*/ 238 h 536"/>
                <a:gd name="T10" fmla="*/ 398 w 550"/>
                <a:gd name="T11" fmla="*/ 231 h 536"/>
                <a:gd name="T12" fmla="*/ 417 w 550"/>
                <a:gd name="T13" fmla="*/ 222 h 536"/>
                <a:gd name="T14" fmla="*/ 431 w 550"/>
                <a:gd name="T15" fmla="*/ 206 h 536"/>
                <a:gd name="T16" fmla="*/ 440 w 550"/>
                <a:gd name="T17" fmla="*/ 187 h 536"/>
                <a:gd name="T18" fmla="*/ 443 w 550"/>
                <a:gd name="T19" fmla="*/ 161 h 536"/>
                <a:gd name="T20" fmla="*/ 440 w 550"/>
                <a:gd name="T21" fmla="*/ 135 h 536"/>
                <a:gd name="T22" fmla="*/ 431 w 550"/>
                <a:gd name="T23" fmla="*/ 114 h 536"/>
                <a:gd name="T24" fmla="*/ 417 w 550"/>
                <a:gd name="T25" fmla="*/ 100 h 536"/>
                <a:gd name="T26" fmla="*/ 398 w 550"/>
                <a:gd name="T27" fmla="*/ 89 h 536"/>
                <a:gd name="T28" fmla="*/ 372 w 550"/>
                <a:gd name="T29" fmla="*/ 84 h 536"/>
                <a:gd name="T30" fmla="*/ 342 w 550"/>
                <a:gd name="T31" fmla="*/ 80 h 536"/>
                <a:gd name="T32" fmla="*/ 307 w 550"/>
                <a:gd name="T33" fmla="*/ 79 h 536"/>
                <a:gd name="T34" fmla="*/ 96 w 550"/>
                <a:gd name="T35" fmla="*/ 79 h 536"/>
                <a:gd name="T36" fmla="*/ 0 w 550"/>
                <a:gd name="T37" fmla="*/ 0 h 536"/>
                <a:gd name="T38" fmla="*/ 323 w 550"/>
                <a:gd name="T39" fmla="*/ 0 h 536"/>
                <a:gd name="T40" fmla="*/ 377 w 550"/>
                <a:gd name="T41" fmla="*/ 2 h 536"/>
                <a:gd name="T42" fmla="*/ 422 w 550"/>
                <a:gd name="T43" fmla="*/ 9 h 536"/>
                <a:gd name="T44" fmla="*/ 459 w 550"/>
                <a:gd name="T45" fmla="*/ 19 h 536"/>
                <a:gd name="T46" fmla="*/ 489 w 550"/>
                <a:gd name="T47" fmla="*/ 37 h 536"/>
                <a:gd name="T48" fmla="*/ 511 w 550"/>
                <a:gd name="T49" fmla="*/ 58 h 536"/>
                <a:gd name="T50" fmla="*/ 527 w 550"/>
                <a:gd name="T51" fmla="*/ 86 h 536"/>
                <a:gd name="T52" fmla="*/ 537 w 550"/>
                <a:gd name="T53" fmla="*/ 119 h 536"/>
                <a:gd name="T54" fmla="*/ 539 w 550"/>
                <a:gd name="T55" fmla="*/ 157 h 536"/>
                <a:gd name="T56" fmla="*/ 537 w 550"/>
                <a:gd name="T57" fmla="*/ 194 h 536"/>
                <a:gd name="T58" fmla="*/ 527 w 550"/>
                <a:gd name="T59" fmla="*/ 225 h 536"/>
                <a:gd name="T60" fmla="*/ 513 w 550"/>
                <a:gd name="T61" fmla="*/ 252 h 536"/>
                <a:gd name="T62" fmla="*/ 494 w 550"/>
                <a:gd name="T63" fmla="*/ 272 h 536"/>
                <a:gd name="T64" fmla="*/ 471 w 550"/>
                <a:gd name="T65" fmla="*/ 290 h 536"/>
                <a:gd name="T66" fmla="*/ 447 w 550"/>
                <a:gd name="T67" fmla="*/ 302 h 536"/>
                <a:gd name="T68" fmla="*/ 419 w 550"/>
                <a:gd name="T69" fmla="*/ 311 h 536"/>
                <a:gd name="T70" fmla="*/ 393 w 550"/>
                <a:gd name="T71" fmla="*/ 314 h 536"/>
                <a:gd name="T72" fmla="*/ 384 w 550"/>
                <a:gd name="T73" fmla="*/ 314 h 536"/>
                <a:gd name="T74" fmla="*/ 550 w 550"/>
                <a:gd name="T75" fmla="*/ 536 h 536"/>
                <a:gd name="T76" fmla="*/ 431 w 550"/>
                <a:gd name="T77" fmla="*/ 536 h 536"/>
                <a:gd name="T78" fmla="*/ 274 w 550"/>
                <a:gd name="T79" fmla="*/ 323 h 536"/>
                <a:gd name="T80" fmla="*/ 272 w 550"/>
                <a:gd name="T81" fmla="*/ 321 h 536"/>
                <a:gd name="T82" fmla="*/ 96 w 550"/>
                <a:gd name="T83" fmla="*/ 321 h 536"/>
                <a:gd name="T84" fmla="*/ 96 w 550"/>
                <a:gd name="T85" fmla="*/ 536 h 536"/>
                <a:gd name="T86" fmla="*/ 0 w 550"/>
                <a:gd name="T87" fmla="*/ 536 h 536"/>
                <a:gd name="T88" fmla="*/ 0 w 550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0" h="536">
                  <a:moveTo>
                    <a:pt x="96" y="79"/>
                  </a:moveTo>
                  <a:lnTo>
                    <a:pt x="96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2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2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6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59" y="19"/>
                  </a:lnTo>
                  <a:lnTo>
                    <a:pt x="489" y="37"/>
                  </a:lnTo>
                  <a:lnTo>
                    <a:pt x="511" y="58"/>
                  </a:lnTo>
                  <a:lnTo>
                    <a:pt x="527" y="86"/>
                  </a:lnTo>
                  <a:lnTo>
                    <a:pt x="537" y="119"/>
                  </a:lnTo>
                  <a:lnTo>
                    <a:pt x="539" y="157"/>
                  </a:lnTo>
                  <a:lnTo>
                    <a:pt x="537" y="194"/>
                  </a:lnTo>
                  <a:lnTo>
                    <a:pt x="527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1" y="290"/>
                  </a:lnTo>
                  <a:lnTo>
                    <a:pt x="447" y="302"/>
                  </a:lnTo>
                  <a:lnTo>
                    <a:pt x="419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0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2" y="321"/>
                  </a:lnTo>
                  <a:lnTo>
                    <a:pt x="96" y="321"/>
                  </a:lnTo>
                  <a:lnTo>
                    <a:pt x="9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 dirty="0"/>
            </a:p>
          </p:txBody>
        </p:sp>
        <p:sp>
          <p:nvSpPr>
            <p:cNvPr id="19" name="Freeform 13"/>
            <p:cNvSpPr>
              <a:spLocks/>
            </p:cNvSpPr>
            <p:nvPr userDrawn="1"/>
          </p:nvSpPr>
          <p:spPr bwMode="auto">
            <a:xfrm>
              <a:off x="7477126" y="-1244600"/>
              <a:ext cx="774700" cy="850900"/>
            </a:xfrm>
            <a:custGeom>
              <a:avLst/>
              <a:gdLst>
                <a:gd name="T0" fmla="*/ 0 w 488"/>
                <a:gd name="T1" fmla="*/ 0 h 536"/>
                <a:gd name="T2" fmla="*/ 438 w 488"/>
                <a:gd name="T3" fmla="*/ 0 h 536"/>
                <a:gd name="T4" fmla="*/ 453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3 w 488"/>
                <a:gd name="T17" fmla="*/ 79 h 536"/>
                <a:gd name="T18" fmla="*/ 438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33 w 488"/>
                <a:gd name="T25" fmla="*/ 218 h 536"/>
                <a:gd name="T26" fmla="*/ 349 w 488"/>
                <a:gd name="T27" fmla="*/ 222 h 536"/>
                <a:gd name="T28" fmla="*/ 361 w 488"/>
                <a:gd name="T29" fmla="*/ 231 h 536"/>
                <a:gd name="T30" fmla="*/ 370 w 488"/>
                <a:gd name="T31" fmla="*/ 243 h 536"/>
                <a:gd name="T32" fmla="*/ 373 w 488"/>
                <a:gd name="T33" fmla="*/ 259 h 536"/>
                <a:gd name="T34" fmla="*/ 370 w 488"/>
                <a:gd name="T35" fmla="*/ 276 h 536"/>
                <a:gd name="T36" fmla="*/ 361 w 488"/>
                <a:gd name="T37" fmla="*/ 288 h 536"/>
                <a:gd name="T38" fmla="*/ 349 w 488"/>
                <a:gd name="T39" fmla="*/ 297 h 536"/>
                <a:gd name="T40" fmla="*/ 333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6 w 488"/>
                <a:gd name="T47" fmla="*/ 454 h 536"/>
                <a:gd name="T48" fmla="*/ 464 w 488"/>
                <a:gd name="T49" fmla="*/ 457 h 536"/>
                <a:gd name="T50" fmla="*/ 476 w 488"/>
                <a:gd name="T51" fmla="*/ 466 h 536"/>
                <a:gd name="T52" fmla="*/ 485 w 488"/>
                <a:gd name="T53" fmla="*/ 478 h 536"/>
                <a:gd name="T54" fmla="*/ 488 w 488"/>
                <a:gd name="T55" fmla="*/ 494 h 536"/>
                <a:gd name="T56" fmla="*/ 485 w 488"/>
                <a:gd name="T57" fmla="*/ 512 h 536"/>
                <a:gd name="T58" fmla="*/ 476 w 488"/>
                <a:gd name="T59" fmla="*/ 524 h 536"/>
                <a:gd name="T60" fmla="*/ 464 w 488"/>
                <a:gd name="T61" fmla="*/ 533 h 536"/>
                <a:gd name="T62" fmla="*/ 446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38" y="0"/>
                  </a:lnTo>
                  <a:lnTo>
                    <a:pt x="453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3" y="79"/>
                  </a:lnTo>
                  <a:lnTo>
                    <a:pt x="438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33" y="218"/>
                  </a:lnTo>
                  <a:lnTo>
                    <a:pt x="349" y="222"/>
                  </a:lnTo>
                  <a:lnTo>
                    <a:pt x="361" y="231"/>
                  </a:lnTo>
                  <a:lnTo>
                    <a:pt x="370" y="243"/>
                  </a:lnTo>
                  <a:lnTo>
                    <a:pt x="373" y="259"/>
                  </a:lnTo>
                  <a:lnTo>
                    <a:pt x="370" y="276"/>
                  </a:lnTo>
                  <a:lnTo>
                    <a:pt x="361" y="288"/>
                  </a:lnTo>
                  <a:lnTo>
                    <a:pt x="349" y="297"/>
                  </a:lnTo>
                  <a:lnTo>
                    <a:pt x="333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6" y="454"/>
                  </a:lnTo>
                  <a:lnTo>
                    <a:pt x="464" y="457"/>
                  </a:lnTo>
                  <a:lnTo>
                    <a:pt x="476" y="466"/>
                  </a:lnTo>
                  <a:lnTo>
                    <a:pt x="485" y="478"/>
                  </a:lnTo>
                  <a:lnTo>
                    <a:pt x="488" y="494"/>
                  </a:lnTo>
                  <a:lnTo>
                    <a:pt x="485" y="512"/>
                  </a:lnTo>
                  <a:lnTo>
                    <a:pt x="476" y="524"/>
                  </a:lnTo>
                  <a:lnTo>
                    <a:pt x="464" y="533"/>
                  </a:lnTo>
                  <a:lnTo>
                    <a:pt x="44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 dirty="0"/>
            </a:p>
          </p:txBody>
        </p:sp>
        <p:sp>
          <p:nvSpPr>
            <p:cNvPr id="20" name="Freeform 14"/>
            <p:cNvSpPr>
              <a:spLocks/>
            </p:cNvSpPr>
            <p:nvPr userDrawn="1"/>
          </p:nvSpPr>
          <p:spPr bwMode="auto">
            <a:xfrm>
              <a:off x="3233738" y="-1751013"/>
              <a:ext cx="152400" cy="146050"/>
            </a:xfrm>
            <a:custGeom>
              <a:avLst/>
              <a:gdLst>
                <a:gd name="T0" fmla="*/ 51 w 96"/>
                <a:gd name="T1" fmla="*/ 0 h 92"/>
                <a:gd name="T2" fmla="*/ 53 w 96"/>
                <a:gd name="T3" fmla="*/ 0 h 92"/>
                <a:gd name="T4" fmla="*/ 70 w 96"/>
                <a:gd name="T5" fmla="*/ 5 h 92"/>
                <a:gd name="T6" fmla="*/ 84 w 96"/>
                <a:gd name="T7" fmla="*/ 15 h 92"/>
                <a:gd name="T8" fmla="*/ 93 w 96"/>
                <a:gd name="T9" fmla="*/ 31 h 92"/>
                <a:gd name="T10" fmla="*/ 96 w 96"/>
                <a:gd name="T11" fmla="*/ 49 h 92"/>
                <a:gd name="T12" fmla="*/ 91 w 96"/>
                <a:gd name="T13" fmla="*/ 66 h 92"/>
                <a:gd name="T14" fmla="*/ 81 w 96"/>
                <a:gd name="T15" fmla="*/ 80 h 92"/>
                <a:gd name="T16" fmla="*/ 65 w 96"/>
                <a:gd name="T17" fmla="*/ 91 h 92"/>
                <a:gd name="T18" fmla="*/ 47 w 96"/>
                <a:gd name="T19" fmla="*/ 92 h 92"/>
                <a:gd name="T20" fmla="*/ 44 w 96"/>
                <a:gd name="T21" fmla="*/ 92 h 92"/>
                <a:gd name="T22" fmla="*/ 26 w 96"/>
                <a:gd name="T23" fmla="*/ 87 h 92"/>
                <a:gd name="T24" fmla="*/ 12 w 96"/>
                <a:gd name="T25" fmla="*/ 77 h 92"/>
                <a:gd name="T26" fmla="*/ 4 w 96"/>
                <a:gd name="T27" fmla="*/ 61 h 92"/>
                <a:gd name="T28" fmla="*/ 0 w 96"/>
                <a:gd name="T29" fmla="*/ 43 h 92"/>
                <a:gd name="T30" fmla="*/ 5 w 96"/>
                <a:gd name="T31" fmla="*/ 26 h 92"/>
                <a:gd name="T32" fmla="*/ 16 w 96"/>
                <a:gd name="T33" fmla="*/ 12 h 92"/>
                <a:gd name="T34" fmla="*/ 32 w 96"/>
                <a:gd name="T35" fmla="*/ 2 h 92"/>
                <a:gd name="T36" fmla="*/ 51 w 96"/>
                <a:gd name="T37" fmla="*/ 0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96" h="92">
                  <a:moveTo>
                    <a:pt x="51" y="0"/>
                  </a:moveTo>
                  <a:lnTo>
                    <a:pt x="53" y="0"/>
                  </a:lnTo>
                  <a:lnTo>
                    <a:pt x="70" y="5"/>
                  </a:lnTo>
                  <a:lnTo>
                    <a:pt x="84" y="15"/>
                  </a:lnTo>
                  <a:lnTo>
                    <a:pt x="93" y="31"/>
                  </a:lnTo>
                  <a:lnTo>
                    <a:pt x="96" y="49"/>
                  </a:lnTo>
                  <a:lnTo>
                    <a:pt x="91" y="66"/>
                  </a:lnTo>
                  <a:lnTo>
                    <a:pt x="81" y="80"/>
                  </a:lnTo>
                  <a:lnTo>
                    <a:pt x="65" y="91"/>
                  </a:lnTo>
                  <a:lnTo>
                    <a:pt x="47" y="92"/>
                  </a:lnTo>
                  <a:lnTo>
                    <a:pt x="44" y="92"/>
                  </a:lnTo>
                  <a:lnTo>
                    <a:pt x="26" y="87"/>
                  </a:lnTo>
                  <a:lnTo>
                    <a:pt x="12" y="77"/>
                  </a:lnTo>
                  <a:lnTo>
                    <a:pt x="4" y="61"/>
                  </a:lnTo>
                  <a:lnTo>
                    <a:pt x="0" y="43"/>
                  </a:lnTo>
                  <a:lnTo>
                    <a:pt x="5" y="26"/>
                  </a:lnTo>
                  <a:lnTo>
                    <a:pt x="16" y="12"/>
                  </a:lnTo>
                  <a:lnTo>
                    <a:pt x="32" y="2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 dirty="0"/>
            </a:p>
          </p:txBody>
        </p:sp>
        <p:sp>
          <p:nvSpPr>
            <p:cNvPr id="21" name="Freeform 15"/>
            <p:cNvSpPr>
              <a:spLocks/>
            </p:cNvSpPr>
            <p:nvPr userDrawn="1"/>
          </p:nvSpPr>
          <p:spPr bwMode="auto">
            <a:xfrm>
              <a:off x="3719513" y="-2219325"/>
              <a:ext cx="219075" cy="263525"/>
            </a:xfrm>
            <a:custGeom>
              <a:avLst/>
              <a:gdLst>
                <a:gd name="T0" fmla="*/ 40 w 138"/>
                <a:gd name="T1" fmla="*/ 0 h 166"/>
                <a:gd name="T2" fmla="*/ 57 w 138"/>
                <a:gd name="T3" fmla="*/ 2 h 166"/>
                <a:gd name="T4" fmla="*/ 73 w 138"/>
                <a:gd name="T5" fmla="*/ 9 h 166"/>
                <a:gd name="T6" fmla="*/ 85 w 138"/>
                <a:gd name="T7" fmla="*/ 22 h 166"/>
                <a:gd name="T8" fmla="*/ 132 w 138"/>
                <a:gd name="T9" fmla="*/ 96 h 166"/>
                <a:gd name="T10" fmla="*/ 138 w 138"/>
                <a:gd name="T11" fmla="*/ 113 h 166"/>
                <a:gd name="T12" fmla="*/ 138 w 138"/>
                <a:gd name="T13" fmla="*/ 131 h 166"/>
                <a:gd name="T14" fmla="*/ 129 w 138"/>
                <a:gd name="T15" fmla="*/ 146 h 166"/>
                <a:gd name="T16" fmla="*/ 115 w 138"/>
                <a:gd name="T17" fmla="*/ 159 h 166"/>
                <a:gd name="T18" fmla="*/ 99 w 138"/>
                <a:gd name="T19" fmla="*/ 166 h 166"/>
                <a:gd name="T20" fmla="*/ 80 w 138"/>
                <a:gd name="T21" fmla="*/ 164 h 166"/>
                <a:gd name="T22" fmla="*/ 64 w 138"/>
                <a:gd name="T23" fmla="*/ 157 h 166"/>
                <a:gd name="T24" fmla="*/ 52 w 138"/>
                <a:gd name="T25" fmla="*/ 143 h 166"/>
                <a:gd name="T26" fmla="*/ 5 w 138"/>
                <a:gd name="T27" fmla="*/ 70 h 166"/>
                <a:gd name="T28" fmla="*/ 0 w 138"/>
                <a:gd name="T29" fmla="*/ 52 h 166"/>
                <a:gd name="T30" fmla="*/ 0 w 138"/>
                <a:gd name="T31" fmla="*/ 35 h 166"/>
                <a:gd name="T32" fmla="*/ 8 w 138"/>
                <a:gd name="T33" fmla="*/ 17 h 166"/>
                <a:gd name="T34" fmla="*/ 22 w 138"/>
                <a:gd name="T35" fmla="*/ 7 h 166"/>
                <a:gd name="T36" fmla="*/ 40 w 138"/>
                <a:gd name="T37" fmla="*/ 0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8" h="166">
                  <a:moveTo>
                    <a:pt x="40" y="0"/>
                  </a:moveTo>
                  <a:lnTo>
                    <a:pt x="57" y="2"/>
                  </a:lnTo>
                  <a:lnTo>
                    <a:pt x="73" y="9"/>
                  </a:lnTo>
                  <a:lnTo>
                    <a:pt x="85" y="22"/>
                  </a:lnTo>
                  <a:lnTo>
                    <a:pt x="132" y="96"/>
                  </a:lnTo>
                  <a:lnTo>
                    <a:pt x="138" y="113"/>
                  </a:lnTo>
                  <a:lnTo>
                    <a:pt x="138" y="131"/>
                  </a:lnTo>
                  <a:lnTo>
                    <a:pt x="129" y="146"/>
                  </a:lnTo>
                  <a:lnTo>
                    <a:pt x="115" y="159"/>
                  </a:lnTo>
                  <a:lnTo>
                    <a:pt x="99" y="166"/>
                  </a:lnTo>
                  <a:lnTo>
                    <a:pt x="80" y="164"/>
                  </a:lnTo>
                  <a:lnTo>
                    <a:pt x="64" y="157"/>
                  </a:lnTo>
                  <a:lnTo>
                    <a:pt x="52" y="143"/>
                  </a:lnTo>
                  <a:lnTo>
                    <a:pt x="5" y="70"/>
                  </a:lnTo>
                  <a:lnTo>
                    <a:pt x="0" y="52"/>
                  </a:lnTo>
                  <a:lnTo>
                    <a:pt x="0" y="35"/>
                  </a:lnTo>
                  <a:lnTo>
                    <a:pt x="8" y="17"/>
                  </a:lnTo>
                  <a:lnTo>
                    <a:pt x="22" y="7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 dirty="0"/>
            </a:p>
          </p:txBody>
        </p:sp>
        <p:sp>
          <p:nvSpPr>
            <p:cNvPr id="22" name="Freeform 16"/>
            <p:cNvSpPr>
              <a:spLocks/>
            </p:cNvSpPr>
            <p:nvPr userDrawn="1"/>
          </p:nvSpPr>
          <p:spPr bwMode="auto">
            <a:xfrm>
              <a:off x="4289426" y="-2582863"/>
              <a:ext cx="222250" cy="407988"/>
            </a:xfrm>
            <a:custGeom>
              <a:avLst/>
              <a:gdLst>
                <a:gd name="T0" fmla="*/ 53 w 140"/>
                <a:gd name="T1" fmla="*/ 0 h 257"/>
                <a:gd name="T2" fmla="*/ 68 w 140"/>
                <a:gd name="T3" fmla="*/ 7 h 257"/>
                <a:gd name="T4" fmla="*/ 82 w 140"/>
                <a:gd name="T5" fmla="*/ 19 h 257"/>
                <a:gd name="T6" fmla="*/ 89 w 140"/>
                <a:gd name="T7" fmla="*/ 35 h 257"/>
                <a:gd name="T8" fmla="*/ 140 w 140"/>
                <a:gd name="T9" fmla="*/ 199 h 257"/>
                <a:gd name="T10" fmla="*/ 140 w 140"/>
                <a:gd name="T11" fmla="*/ 218 h 257"/>
                <a:gd name="T12" fmla="*/ 135 w 140"/>
                <a:gd name="T13" fmla="*/ 234 h 257"/>
                <a:gd name="T14" fmla="*/ 122 w 140"/>
                <a:gd name="T15" fmla="*/ 248 h 257"/>
                <a:gd name="T16" fmla="*/ 105 w 140"/>
                <a:gd name="T17" fmla="*/ 255 h 257"/>
                <a:gd name="T18" fmla="*/ 88 w 140"/>
                <a:gd name="T19" fmla="*/ 257 h 257"/>
                <a:gd name="T20" fmla="*/ 70 w 140"/>
                <a:gd name="T21" fmla="*/ 250 h 257"/>
                <a:gd name="T22" fmla="*/ 58 w 140"/>
                <a:gd name="T23" fmla="*/ 239 h 257"/>
                <a:gd name="T24" fmla="*/ 49 w 140"/>
                <a:gd name="T25" fmla="*/ 222 h 257"/>
                <a:gd name="T26" fmla="*/ 0 w 140"/>
                <a:gd name="T27" fmla="*/ 58 h 257"/>
                <a:gd name="T28" fmla="*/ 0 w 140"/>
                <a:gd name="T29" fmla="*/ 40 h 257"/>
                <a:gd name="T30" fmla="*/ 5 w 140"/>
                <a:gd name="T31" fmla="*/ 23 h 257"/>
                <a:gd name="T32" fmla="*/ 18 w 140"/>
                <a:gd name="T33" fmla="*/ 11 h 257"/>
                <a:gd name="T34" fmla="*/ 33 w 140"/>
                <a:gd name="T35" fmla="*/ 2 h 257"/>
                <a:gd name="T36" fmla="*/ 53 w 140"/>
                <a:gd name="T37" fmla="*/ 0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40" h="257">
                  <a:moveTo>
                    <a:pt x="53" y="0"/>
                  </a:moveTo>
                  <a:lnTo>
                    <a:pt x="68" y="7"/>
                  </a:lnTo>
                  <a:lnTo>
                    <a:pt x="82" y="19"/>
                  </a:lnTo>
                  <a:lnTo>
                    <a:pt x="89" y="35"/>
                  </a:lnTo>
                  <a:lnTo>
                    <a:pt x="140" y="199"/>
                  </a:lnTo>
                  <a:lnTo>
                    <a:pt x="140" y="218"/>
                  </a:lnTo>
                  <a:lnTo>
                    <a:pt x="135" y="234"/>
                  </a:lnTo>
                  <a:lnTo>
                    <a:pt x="122" y="248"/>
                  </a:lnTo>
                  <a:lnTo>
                    <a:pt x="105" y="255"/>
                  </a:lnTo>
                  <a:lnTo>
                    <a:pt x="88" y="257"/>
                  </a:lnTo>
                  <a:lnTo>
                    <a:pt x="70" y="250"/>
                  </a:lnTo>
                  <a:lnTo>
                    <a:pt x="58" y="239"/>
                  </a:lnTo>
                  <a:lnTo>
                    <a:pt x="49" y="222"/>
                  </a:lnTo>
                  <a:lnTo>
                    <a:pt x="0" y="58"/>
                  </a:lnTo>
                  <a:lnTo>
                    <a:pt x="0" y="40"/>
                  </a:lnTo>
                  <a:lnTo>
                    <a:pt x="5" y="23"/>
                  </a:lnTo>
                  <a:lnTo>
                    <a:pt x="18" y="11"/>
                  </a:lnTo>
                  <a:lnTo>
                    <a:pt x="33" y="2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 dirty="0"/>
            </a:p>
          </p:txBody>
        </p:sp>
        <p:sp>
          <p:nvSpPr>
            <p:cNvPr id="23" name="Freeform 17"/>
            <p:cNvSpPr>
              <a:spLocks/>
            </p:cNvSpPr>
            <p:nvPr userDrawn="1"/>
          </p:nvSpPr>
          <p:spPr bwMode="auto">
            <a:xfrm>
              <a:off x="4910138" y="-2876550"/>
              <a:ext cx="188913" cy="561975"/>
            </a:xfrm>
            <a:custGeom>
              <a:avLst/>
              <a:gdLst>
                <a:gd name="T0" fmla="*/ 44 w 119"/>
                <a:gd name="T1" fmla="*/ 0 h 354"/>
                <a:gd name="T2" fmla="*/ 63 w 119"/>
                <a:gd name="T3" fmla="*/ 4 h 354"/>
                <a:gd name="T4" fmla="*/ 77 w 119"/>
                <a:gd name="T5" fmla="*/ 12 h 354"/>
                <a:gd name="T6" fmla="*/ 87 w 119"/>
                <a:gd name="T7" fmla="*/ 26 h 354"/>
                <a:gd name="T8" fmla="*/ 93 w 119"/>
                <a:gd name="T9" fmla="*/ 44 h 354"/>
                <a:gd name="T10" fmla="*/ 119 w 119"/>
                <a:gd name="T11" fmla="*/ 306 h 354"/>
                <a:gd name="T12" fmla="*/ 115 w 119"/>
                <a:gd name="T13" fmla="*/ 323 h 354"/>
                <a:gd name="T14" fmla="*/ 107 w 119"/>
                <a:gd name="T15" fmla="*/ 339 h 354"/>
                <a:gd name="T16" fmla="*/ 93 w 119"/>
                <a:gd name="T17" fmla="*/ 349 h 354"/>
                <a:gd name="T18" fmla="*/ 75 w 119"/>
                <a:gd name="T19" fmla="*/ 354 h 354"/>
                <a:gd name="T20" fmla="*/ 58 w 119"/>
                <a:gd name="T21" fmla="*/ 351 h 354"/>
                <a:gd name="T22" fmla="*/ 42 w 119"/>
                <a:gd name="T23" fmla="*/ 342 h 354"/>
                <a:gd name="T24" fmla="*/ 32 w 119"/>
                <a:gd name="T25" fmla="*/ 328 h 354"/>
                <a:gd name="T26" fmla="*/ 26 w 119"/>
                <a:gd name="T27" fmla="*/ 311 h 354"/>
                <a:gd name="T28" fmla="*/ 0 w 119"/>
                <a:gd name="T29" fmla="*/ 49 h 354"/>
                <a:gd name="T30" fmla="*/ 4 w 119"/>
                <a:gd name="T31" fmla="*/ 32 h 354"/>
                <a:gd name="T32" fmla="*/ 12 w 119"/>
                <a:gd name="T33" fmla="*/ 16 h 354"/>
                <a:gd name="T34" fmla="*/ 26 w 119"/>
                <a:gd name="T35" fmla="*/ 5 h 354"/>
                <a:gd name="T36" fmla="*/ 44 w 119"/>
                <a:gd name="T37" fmla="*/ 0 h 3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9" h="354">
                  <a:moveTo>
                    <a:pt x="44" y="0"/>
                  </a:moveTo>
                  <a:lnTo>
                    <a:pt x="63" y="4"/>
                  </a:lnTo>
                  <a:lnTo>
                    <a:pt x="77" y="12"/>
                  </a:lnTo>
                  <a:lnTo>
                    <a:pt x="87" y="26"/>
                  </a:lnTo>
                  <a:lnTo>
                    <a:pt x="93" y="44"/>
                  </a:lnTo>
                  <a:lnTo>
                    <a:pt x="119" y="306"/>
                  </a:lnTo>
                  <a:lnTo>
                    <a:pt x="115" y="323"/>
                  </a:lnTo>
                  <a:lnTo>
                    <a:pt x="107" y="339"/>
                  </a:lnTo>
                  <a:lnTo>
                    <a:pt x="93" y="349"/>
                  </a:lnTo>
                  <a:lnTo>
                    <a:pt x="75" y="354"/>
                  </a:lnTo>
                  <a:lnTo>
                    <a:pt x="58" y="351"/>
                  </a:lnTo>
                  <a:lnTo>
                    <a:pt x="42" y="342"/>
                  </a:lnTo>
                  <a:lnTo>
                    <a:pt x="32" y="328"/>
                  </a:lnTo>
                  <a:lnTo>
                    <a:pt x="26" y="311"/>
                  </a:lnTo>
                  <a:lnTo>
                    <a:pt x="0" y="49"/>
                  </a:lnTo>
                  <a:lnTo>
                    <a:pt x="4" y="32"/>
                  </a:lnTo>
                  <a:lnTo>
                    <a:pt x="12" y="16"/>
                  </a:lnTo>
                  <a:lnTo>
                    <a:pt x="26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 dirty="0"/>
            </a:p>
          </p:txBody>
        </p:sp>
        <p:sp>
          <p:nvSpPr>
            <p:cNvPr id="24" name="Freeform 18"/>
            <p:cNvSpPr>
              <a:spLocks/>
            </p:cNvSpPr>
            <p:nvPr userDrawn="1"/>
          </p:nvSpPr>
          <p:spPr bwMode="auto">
            <a:xfrm>
              <a:off x="5541963" y="-3081338"/>
              <a:ext cx="174625" cy="703263"/>
            </a:xfrm>
            <a:custGeom>
              <a:avLst/>
              <a:gdLst>
                <a:gd name="T0" fmla="*/ 68 w 110"/>
                <a:gd name="T1" fmla="*/ 0 h 443"/>
                <a:gd name="T2" fmla="*/ 86 w 110"/>
                <a:gd name="T3" fmla="*/ 5 h 443"/>
                <a:gd name="T4" fmla="*/ 100 w 110"/>
                <a:gd name="T5" fmla="*/ 16 h 443"/>
                <a:gd name="T6" fmla="*/ 107 w 110"/>
                <a:gd name="T7" fmla="*/ 31 h 443"/>
                <a:gd name="T8" fmla="*/ 110 w 110"/>
                <a:gd name="T9" fmla="*/ 51 h 443"/>
                <a:gd name="T10" fmla="*/ 93 w 110"/>
                <a:gd name="T11" fmla="*/ 401 h 443"/>
                <a:gd name="T12" fmla="*/ 87 w 110"/>
                <a:gd name="T13" fmla="*/ 419 h 443"/>
                <a:gd name="T14" fmla="*/ 75 w 110"/>
                <a:gd name="T15" fmla="*/ 433 h 443"/>
                <a:gd name="T16" fmla="*/ 61 w 110"/>
                <a:gd name="T17" fmla="*/ 442 h 443"/>
                <a:gd name="T18" fmla="*/ 42 w 110"/>
                <a:gd name="T19" fmla="*/ 443 h 443"/>
                <a:gd name="T20" fmla="*/ 25 w 110"/>
                <a:gd name="T21" fmla="*/ 438 h 443"/>
                <a:gd name="T22" fmla="*/ 11 w 110"/>
                <a:gd name="T23" fmla="*/ 426 h 443"/>
                <a:gd name="T24" fmla="*/ 2 w 110"/>
                <a:gd name="T25" fmla="*/ 412 h 443"/>
                <a:gd name="T26" fmla="*/ 0 w 110"/>
                <a:gd name="T27" fmla="*/ 393 h 443"/>
                <a:gd name="T28" fmla="*/ 18 w 110"/>
                <a:gd name="T29" fmla="*/ 42 h 443"/>
                <a:gd name="T30" fmla="*/ 23 w 110"/>
                <a:gd name="T31" fmla="*/ 24 h 443"/>
                <a:gd name="T32" fmla="*/ 33 w 110"/>
                <a:gd name="T33" fmla="*/ 10 h 443"/>
                <a:gd name="T34" fmla="*/ 49 w 110"/>
                <a:gd name="T35" fmla="*/ 2 h 443"/>
                <a:gd name="T36" fmla="*/ 68 w 110"/>
                <a:gd name="T37" fmla="*/ 0 h 4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0" h="443">
                  <a:moveTo>
                    <a:pt x="68" y="0"/>
                  </a:moveTo>
                  <a:lnTo>
                    <a:pt x="86" y="5"/>
                  </a:lnTo>
                  <a:lnTo>
                    <a:pt x="100" y="16"/>
                  </a:lnTo>
                  <a:lnTo>
                    <a:pt x="107" y="31"/>
                  </a:lnTo>
                  <a:lnTo>
                    <a:pt x="110" y="51"/>
                  </a:lnTo>
                  <a:lnTo>
                    <a:pt x="93" y="401"/>
                  </a:lnTo>
                  <a:lnTo>
                    <a:pt x="87" y="419"/>
                  </a:lnTo>
                  <a:lnTo>
                    <a:pt x="75" y="433"/>
                  </a:lnTo>
                  <a:lnTo>
                    <a:pt x="61" y="442"/>
                  </a:lnTo>
                  <a:lnTo>
                    <a:pt x="42" y="443"/>
                  </a:lnTo>
                  <a:lnTo>
                    <a:pt x="25" y="438"/>
                  </a:lnTo>
                  <a:lnTo>
                    <a:pt x="11" y="426"/>
                  </a:lnTo>
                  <a:lnTo>
                    <a:pt x="2" y="412"/>
                  </a:lnTo>
                  <a:lnTo>
                    <a:pt x="0" y="393"/>
                  </a:lnTo>
                  <a:lnTo>
                    <a:pt x="18" y="42"/>
                  </a:lnTo>
                  <a:lnTo>
                    <a:pt x="23" y="24"/>
                  </a:lnTo>
                  <a:lnTo>
                    <a:pt x="33" y="10"/>
                  </a:lnTo>
                  <a:lnTo>
                    <a:pt x="49" y="2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 dirty="0"/>
            </a:p>
          </p:txBody>
        </p:sp>
        <p:sp>
          <p:nvSpPr>
            <p:cNvPr id="25" name="Freeform 19"/>
            <p:cNvSpPr>
              <a:spLocks/>
            </p:cNvSpPr>
            <p:nvPr userDrawn="1"/>
          </p:nvSpPr>
          <p:spPr bwMode="auto">
            <a:xfrm>
              <a:off x="6140451" y="-3203575"/>
              <a:ext cx="271463" cy="831850"/>
            </a:xfrm>
            <a:custGeom>
              <a:avLst/>
              <a:gdLst>
                <a:gd name="T0" fmla="*/ 119 w 171"/>
                <a:gd name="T1" fmla="*/ 0 h 524"/>
                <a:gd name="T2" fmla="*/ 136 w 171"/>
                <a:gd name="T3" fmla="*/ 0 h 524"/>
                <a:gd name="T4" fmla="*/ 154 w 171"/>
                <a:gd name="T5" fmla="*/ 9 h 524"/>
                <a:gd name="T6" fmla="*/ 166 w 171"/>
                <a:gd name="T7" fmla="*/ 21 h 524"/>
                <a:gd name="T8" fmla="*/ 171 w 171"/>
                <a:gd name="T9" fmla="*/ 37 h 524"/>
                <a:gd name="T10" fmla="*/ 171 w 171"/>
                <a:gd name="T11" fmla="*/ 56 h 524"/>
                <a:gd name="T12" fmla="*/ 91 w 171"/>
                <a:gd name="T13" fmla="*/ 489 h 524"/>
                <a:gd name="T14" fmla="*/ 84 w 171"/>
                <a:gd name="T15" fmla="*/ 506 h 524"/>
                <a:gd name="T16" fmla="*/ 70 w 171"/>
                <a:gd name="T17" fmla="*/ 517 h 524"/>
                <a:gd name="T18" fmla="*/ 54 w 171"/>
                <a:gd name="T19" fmla="*/ 524 h 524"/>
                <a:gd name="T20" fmla="*/ 37 w 171"/>
                <a:gd name="T21" fmla="*/ 524 h 524"/>
                <a:gd name="T22" fmla="*/ 19 w 171"/>
                <a:gd name="T23" fmla="*/ 517 h 524"/>
                <a:gd name="T24" fmla="*/ 7 w 171"/>
                <a:gd name="T25" fmla="*/ 503 h 524"/>
                <a:gd name="T26" fmla="*/ 0 w 171"/>
                <a:gd name="T27" fmla="*/ 487 h 524"/>
                <a:gd name="T28" fmla="*/ 2 w 171"/>
                <a:gd name="T29" fmla="*/ 468 h 524"/>
                <a:gd name="T30" fmla="*/ 82 w 171"/>
                <a:gd name="T31" fmla="*/ 35 h 524"/>
                <a:gd name="T32" fmla="*/ 89 w 171"/>
                <a:gd name="T33" fmla="*/ 19 h 524"/>
                <a:gd name="T34" fmla="*/ 101 w 171"/>
                <a:gd name="T35" fmla="*/ 7 h 524"/>
                <a:gd name="T36" fmla="*/ 119 w 171"/>
                <a:gd name="T37" fmla="*/ 0 h 5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71" h="524">
                  <a:moveTo>
                    <a:pt x="119" y="0"/>
                  </a:moveTo>
                  <a:lnTo>
                    <a:pt x="136" y="0"/>
                  </a:lnTo>
                  <a:lnTo>
                    <a:pt x="154" y="9"/>
                  </a:lnTo>
                  <a:lnTo>
                    <a:pt x="166" y="21"/>
                  </a:lnTo>
                  <a:lnTo>
                    <a:pt x="171" y="37"/>
                  </a:lnTo>
                  <a:lnTo>
                    <a:pt x="171" y="56"/>
                  </a:lnTo>
                  <a:lnTo>
                    <a:pt x="91" y="489"/>
                  </a:lnTo>
                  <a:lnTo>
                    <a:pt x="84" y="506"/>
                  </a:lnTo>
                  <a:lnTo>
                    <a:pt x="70" y="517"/>
                  </a:lnTo>
                  <a:lnTo>
                    <a:pt x="54" y="524"/>
                  </a:lnTo>
                  <a:lnTo>
                    <a:pt x="37" y="524"/>
                  </a:lnTo>
                  <a:lnTo>
                    <a:pt x="19" y="517"/>
                  </a:lnTo>
                  <a:lnTo>
                    <a:pt x="7" y="503"/>
                  </a:lnTo>
                  <a:lnTo>
                    <a:pt x="0" y="487"/>
                  </a:lnTo>
                  <a:lnTo>
                    <a:pt x="2" y="468"/>
                  </a:lnTo>
                  <a:lnTo>
                    <a:pt x="82" y="35"/>
                  </a:lnTo>
                  <a:lnTo>
                    <a:pt x="89" y="19"/>
                  </a:lnTo>
                  <a:lnTo>
                    <a:pt x="101" y="7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 dirty="0"/>
            </a:p>
          </p:txBody>
        </p:sp>
        <p:sp>
          <p:nvSpPr>
            <p:cNvPr id="26" name="Freeform 20"/>
            <p:cNvSpPr>
              <a:spLocks/>
            </p:cNvSpPr>
            <p:nvPr userDrawn="1"/>
          </p:nvSpPr>
          <p:spPr bwMode="auto">
            <a:xfrm>
              <a:off x="6724651" y="-3240088"/>
              <a:ext cx="404813" cy="950913"/>
            </a:xfrm>
            <a:custGeom>
              <a:avLst/>
              <a:gdLst>
                <a:gd name="T0" fmla="*/ 206 w 255"/>
                <a:gd name="T1" fmla="*/ 0 h 599"/>
                <a:gd name="T2" fmla="*/ 226 w 255"/>
                <a:gd name="T3" fmla="*/ 4 h 599"/>
                <a:gd name="T4" fmla="*/ 241 w 255"/>
                <a:gd name="T5" fmla="*/ 13 h 599"/>
                <a:gd name="T6" fmla="*/ 252 w 255"/>
                <a:gd name="T7" fmla="*/ 27 h 599"/>
                <a:gd name="T8" fmla="*/ 255 w 255"/>
                <a:gd name="T9" fmla="*/ 44 h 599"/>
                <a:gd name="T10" fmla="*/ 254 w 255"/>
                <a:gd name="T11" fmla="*/ 62 h 599"/>
                <a:gd name="T12" fmla="*/ 90 w 255"/>
                <a:gd name="T13" fmla="*/ 569 h 599"/>
                <a:gd name="T14" fmla="*/ 81 w 255"/>
                <a:gd name="T15" fmla="*/ 585 h 599"/>
                <a:gd name="T16" fmla="*/ 65 w 255"/>
                <a:gd name="T17" fmla="*/ 596 h 599"/>
                <a:gd name="T18" fmla="*/ 49 w 255"/>
                <a:gd name="T19" fmla="*/ 599 h 599"/>
                <a:gd name="T20" fmla="*/ 30 w 255"/>
                <a:gd name="T21" fmla="*/ 597 h 599"/>
                <a:gd name="T22" fmla="*/ 14 w 255"/>
                <a:gd name="T23" fmla="*/ 587 h 599"/>
                <a:gd name="T24" fmla="*/ 4 w 255"/>
                <a:gd name="T25" fmla="*/ 573 h 599"/>
                <a:gd name="T26" fmla="*/ 0 w 255"/>
                <a:gd name="T27" fmla="*/ 556 h 599"/>
                <a:gd name="T28" fmla="*/ 2 w 255"/>
                <a:gd name="T29" fmla="*/ 538 h 599"/>
                <a:gd name="T30" fmla="*/ 166 w 255"/>
                <a:gd name="T31" fmla="*/ 30 h 599"/>
                <a:gd name="T32" fmla="*/ 175 w 255"/>
                <a:gd name="T33" fmla="*/ 16 h 599"/>
                <a:gd name="T34" fmla="*/ 191 w 255"/>
                <a:gd name="T35" fmla="*/ 6 h 599"/>
                <a:gd name="T36" fmla="*/ 206 w 255"/>
                <a:gd name="T37" fmla="*/ 0 h 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5" h="599">
                  <a:moveTo>
                    <a:pt x="206" y="0"/>
                  </a:moveTo>
                  <a:lnTo>
                    <a:pt x="226" y="4"/>
                  </a:lnTo>
                  <a:lnTo>
                    <a:pt x="241" y="13"/>
                  </a:lnTo>
                  <a:lnTo>
                    <a:pt x="252" y="27"/>
                  </a:lnTo>
                  <a:lnTo>
                    <a:pt x="255" y="44"/>
                  </a:lnTo>
                  <a:lnTo>
                    <a:pt x="254" y="62"/>
                  </a:lnTo>
                  <a:lnTo>
                    <a:pt x="90" y="569"/>
                  </a:lnTo>
                  <a:lnTo>
                    <a:pt x="81" y="585"/>
                  </a:lnTo>
                  <a:lnTo>
                    <a:pt x="65" y="596"/>
                  </a:lnTo>
                  <a:lnTo>
                    <a:pt x="49" y="599"/>
                  </a:lnTo>
                  <a:lnTo>
                    <a:pt x="30" y="597"/>
                  </a:lnTo>
                  <a:lnTo>
                    <a:pt x="14" y="587"/>
                  </a:lnTo>
                  <a:lnTo>
                    <a:pt x="4" y="573"/>
                  </a:lnTo>
                  <a:lnTo>
                    <a:pt x="0" y="556"/>
                  </a:lnTo>
                  <a:lnTo>
                    <a:pt x="2" y="538"/>
                  </a:lnTo>
                  <a:lnTo>
                    <a:pt x="166" y="30"/>
                  </a:lnTo>
                  <a:lnTo>
                    <a:pt x="175" y="16"/>
                  </a:lnTo>
                  <a:lnTo>
                    <a:pt x="191" y="6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 dirty="0"/>
            </a:p>
          </p:txBody>
        </p:sp>
        <p:sp>
          <p:nvSpPr>
            <p:cNvPr id="27" name="Freeform 21"/>
            <p:cNvSpPr>
              <a:spLocks/>
            </p:cNvSpPr>
            <p:nvPr userDrawn="1"/>
          </p:nvSpPr>
          <p:spPr bwMode="auto">
            <a:xfrm>
              <a:off x="7299326" y="-3173413"/>
              <a:ext cx="558800" cy="1039813"/>
            </a:xfrm>
            <a:custGeom>
              <a:avLst/>
              <a:gdLst>
                <a:gd name="T0" fmla="*/ 309 w 352"/>
                <a:gd name="T1" fmla="*/ 0 h 655"/>
                <a:gd name="T2" fmla="*/ 326 w 352"/>
                <a:gd name="T3" fmla="*/ 6 h 655"/>
                <a:gd name="T4" fmla="*/ 342 w 352"/>
                <a:gd name="T5" fmla="*/ 18 h 655"/>
                <a:gd name="T6" fmla="*/ 349 w 352"/>
                <a:gd name="T7" fmla="*/ 32 h 655"/>
                <a:gd name="T8" fmla="*/ 352 w 352"/>
                <a:gd name="T9" fmla="*/ 49 h 655"/>
                <a:gd name="T10" fmla="*/ 347 w 352"/>
                <a:gd name="T11" fmla="*/ 68 h 655"/>
                <a:gd name="T12" fmla="*/ 87 w 352"/>
                <a:gd name="T13" fmla="*/ 630 h 655"/>
                <a:gd name="T14" fmla="*/ 77 w 352"/>
                <a:gd name="T15" fmla="*/ 644 h 655"/>
                <a:gd name="T16" fmla="*/ 61 w 352"/>
                <a:gd name="T17" fmla="*/ 653 h 655"/>
                <a:gd name="T18" fmla="*/ 43 w 352"/>
                <a:gd name="T19" fmla="*/ 655 h 655"/>
                <a:gd name="T20" fmla="*/ 26 w 352"/>
                <a:gd name="T21" fmla="*/ 650 h 655"/>
                <a:gd name="T22" fmla="*/ 10 w 352"/>
                <a:gd name="T23" fmla="*/ 639 h 655"/>
                <a:gd name="T24" fmla="*/ 3 w 352"/>
                <a:gd name="T25" fmla="*/ 623 h 655"/>
                <a:gd name="T26" fmla="*/ 0 w 352"/>
                <a:gd name="T27" fmla="*/ 606 h 655"/>
                <a:gd name="T28" fmla="*/ 5 w 352"/>
                <a:gd name="T29" fmla="*/ 589 h 655"/>
                <a:gd name="T30" fmla="*/ 265 w 352"/>
                <a:gd name="T31" fmla="*/ 27 h 655"/>
                <a:gd name="T32" fmla="*/ 276 w 352"/>
                <a:gd name="T33" fmla="*/ 11 h 655"/>
                <a:gd name="T34" fmla="*/ 291 w 352"/>
                <a:gd name="T35" fmla="*/ 4 h 655"/>
                <a:gd name="T36" fmla="*/ 309 w 352"/>
                <a:gd name="T37" fmla="*/ 0 h 6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52" h="655">
                  <a:moveTo>
                    <a:pt x="309" y="0"/>
                  </a:moveTo>
                  <a:lnTo>
                    <a:pt x="326" y="6"/>
                  </a:lnTo>
                  <a:lnTo>
                    <a:pt x="342" y="18"/>
                  </a:lnTo>
                  <a:lnTo>
                    <a:pt x="349" y="32"/>
                  </a:lnTo>
                  <a:lnTo>
                    <a:pt x="352" y="49"/>
                  </a:lnTo>
                  <a:lnTo>
                    <a:pt x="347" y="68"/>
                  </a:lnTo>
                  <a:lnTo>
                    <a:pt x="87" y="630"/>
                  </a:lnTo>
                  <a:lnTo>
                    <a:pt x="77" y="644"/>
                  </a:lnTo>
                  <a:lnTo>
                    <a:pt x="61" y="653"/>
                  </a:lnTo>
                  <a:lnTo>
                    <a:pt x="43" y="655"/>
                  </a:lnTo>
                  <a:lnTo>
                    <a:pt x="26" y="650"/>
                  </a:lnTo>
                  <a:lnTo>
                    <a:pt x="10" y="639"/>
                  </a:lnTo>
                  <a:lnTo>
                    <a:pt x="3" y="623"/>
                  </a:lnTo>
                  <a:lnTo>
                    <a:pt x="0" y="606"/>
                  </a:lnTo>
                  <a:lnTo>
                    <a:pt x="5" y="589"/>
                  </a:lnTo>
                  <a:lnTo>
                    <a:pt x="265" y="27"/>
                  </a:lnTo>
                  <a:lnTo>
                    <a:pt x="276" y="11"/>
                  </a:lnTo>
                  <a:lnTo>
                    <a:pt x="291" y="4"/>
                  </a:lnTo>
                  <a:lnTo>
                    <a:pt x="30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 dirty="0"/>
            </a:p>
          </p:txBody>
        </p:sp>
        <p:sp>
          <p:nvSpPr>
            <p:cNvPr id="28" name="Freeform 22"/>
            <p:cNvSpPr>
              <a:spLocks/>
            </p:cNvSpPr>
            <p:nvPr userDrawn="1"/>
          </p:nvSpPr>
          <p:spPr bwMode="auto">
            <a:xfrm>
              <a:off x="7864476" y="-3006725"/>
              <a:ext cx="720725" cy="1103313"/>
            </a:xfrm>
            <a:custGeom>
              <a:avLst/>
              <a:gdLst>
                <a:gd name="T0" fmla="*/ 417 w 454"/>
                <a:gd name="T1" fmla="*/ 0 h 695"/>
                <a:gd name="T2" fmla="*/ 433 w 454"/>
                <a:gd name="T3" fmla="*/ 7 h 695"/>
                <a:gd name="T4" fmla="*/ 447 w 454"/>
                <a:gd name="T5" fmla="*/ 21 h 695"/>
                <a:gd name="T6" fmla="*/ 454 w 454"/>
                <a:gd name="T7" fmla="*/ 37 h 695"/>
                <a:gd name="T8" fmla="*/ 454 w 454"/>
                <a:gd name="T9" fmla="*/ 54 h 695"/>
                <a:gd name="T10" fmla="*/ 447 w 454"/>
                <a:gd name="T11" fmla="*/ 72 h 695"/>
                <a:gd name="T12" fmla="*/ 84 w 454"/>
                <a:gd name="T13" fmla="*/ 676 h 695"/>
                <a:gd name="T14" fmla="*/ 70 w 454"/>
                <a:gd name="T15" fmla="*/ 688 h 695"/>
                <a:gd name="T16" fmla="*/ 54 w 454"/>
                <a:gd name="T17" fmla="*/ 695 h 695"/>
                <a:gd name="T18" fmla="*/ 37 w 454"/>
                <a:gd name="T19" fmla="*/ 695 h 695"/>
                <a:gd name="T20" fmla="*/ 19 w 454"/>
                <a:gd name="T21" fmla="*/ 688 h 695"/>
                <a:gd name="T22" fmla="*/ 7 w 454"/>
                <a:gd name="T23" fmla="*/ 676 h 695"/>
                <a:gd name="T24" fmla="*/ 0 w 454"/>
                <a:gd name="T25" fmla="*/ 660 h 695"/>
                <a:gd name="T26" fmla="*/ 0 w 454"/>
                <a:gd name="T27" fmla="*/ 642 h 695"/>
                <a:gd name="T28" fmla="*/ 7 w 454"/>
                <a:gd name="T29" fmla="*/ 625 h 695"/>
                <a:gd name="T30" fmla="*/ 370 w 454"/>
                <a:gd name="T31" fmla="*/ 21 h 695"/>
                <a:gd name="T32" fmla="*/ 382 w 454"/>
                <a:gd name="T33" fmla="*/ 7 h 695"/>
                <a:gd name="T34" fmla="*/ 400 w 454"/>
                <a:gd name="T35" fmla="*/ 0 h 695"/>
                <a:gd name="T36" fmla="*/ 417 w 454"/>
                <a:gd name="T37" fmla="*/ 0 h 6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454" h="695">
                  <a:moveTo>
                    <a:pt x="417" y="0"/>
                  </a:moveTo>
                  <a:lnTo>
                    <a:pt x="433" y="7"/>
                  </a:lnTo>
                  <a:lnTo>
                    <a:pt x="447" y="21"/>
                  </a:lnTo>
                  <a:lnTo>
                    <a:pt x="454" y="37"/>
                  </a:lnTo>
                  <a:lnTo>
                    <a:pt x="454" y="54"/>
                  </a:lnTo>
                  <a:lnTo>
                    <a:pt x="447" y="72"/>
                  </a:lnTo>
                  <a:lnTo>
                    <a:pt x="84" y="676"/>
                  </a:lnTo>
                  <a:lnTo>
                    <a:pt x="70" y="688"/>
                  </a:lnTo>
                  <a:lnTo>
                    <a:pt x="54" y="695"/>
                  </a:lnTo>
                  <a:lnTo>
                    <a:pt x="37" y="695"/>
                  </a:lnTo>
                  <a:lnTo>
                    <a:pt x="19" y="688"/>
                  </a:lnTo>
                  <a:lnTo>
                    <a:pt x="7" y="676"/>
                  </a:lnTo>
                  <a:lnTo>
                    <a:pt x="0" y="660"/>
                  </a:lnTo>
                  <a:lnTo>
                    <a:pt x="0" y="642"/>
                  </a:lnTo>
                  <a:lnTo>
                    <a:pt x="7" y="625"/>
                  </a:lnTo>
                  <a:lnTo>
                    <a:pt x="370" y="21"/>
                  </a:lnTo>
                  <a:lnTo>
                    <a:pt x="382" y="7"/>
                  </a:lnTo>
                  <a:lnTo>
                    <a:pt x="400" y="0"/>
                  </a:lnTo>
                  <a:lnTo>
                    <a:pt x="417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 dirty="0"/>
            </a:p>
          </p:txBody>
        </p:sp>
        <p:sp>
          <p:nvSpPr>
            <p:cNvPr id="29" name="Freeform 23"/>
            <p:cNvSpPr>
              <a:spLocks/>
            </p:cNvSpPr>
            <p:nvPr userDrawn="1"/>
          </p:nvSpPr>
          <p:spPr bwMode="auto">
            <a:xfrm>
              <a:off x="8393113" y="-2740025"/>
              <a:ext cx="909638" cy="1138238"/>
            </a:xfrm>
            <a:custGeom>
              <a:avLst/>
              <a:gdLst>
                <a:gd name="T0" fmla="*/ 522 w 573"/>
                <a:gd name="T1" fmla="*/ 0 h 717"/>
                <a:gd name="T2" fmla="*/ 540 w 573"/>
                <a:gd name="T3" fmla="*/ 1 h 717"/>
                <a:gd name="T4" fmla="*/ 557 w 573"/>
                <a:gd name="T5" fmla="*/ 10 h 717"/>
                <a:gd name="T6" fmla="*/ 568 w 573"/>
                <a:gd name="T7" fmla="*/ 24 h 717"/>
                <a:gd name="T8" fmla="*/ 573 w 573"/>
                <a:gd name="T9" fmla="*/ 40 h 717"/>
                <a:gd name="T10" fmla="*/ 571 w 573"/>
                <a:gd name="T11" fmla="*/ 57 h 717"/>
                <a:gd name="T12" fmla="*/ 562 w 573"/>
                <a:gd name="T13" fmla="*/ 75 h 717"/>
                <a:gd name="T14" fmla="*/ 81 w 573"/>
                <a:gd name="T15" fmla="*/ 700 h 717"/>
                <a:gd name="T16" fmla="*/ 67 w 573"/>
                <a:gd name="T17" fmla="*/ 712 h 717"/>
                <a:gd name="T18" fmla="*/ 51 w 573"/>
                <a:gd name="T19" fmla="*/ 717 h 717"/>
                <a:gd name="T20" fmla="*/ 32 w 573"/>
                <a:gd name="T21" fmla="*/ 715 h 717"/>
                <a:gd name="T22" fmla="*/ 16 w 573"/>
                <a:gd name="T23" fmla="*/ 707 h 717"/>
                <a:gd name="T24" fmla="*/ 5 w 573"/>
                <a:gd name="T25" fmla="*/ 693 h 717"/>
                <a:gd name="T26" fmla="*/ 0 w 573"/>
                <a:gd name="T27" fmla="*/ 675 h 717"/>
                <a:gd name="T28" fmla="*/ 2 w 573"/>
                <a:gd name="T29" fmla="*/ 658 h 717"/>
                <a:gd name="T30" fmla="*/ 11 w 573"/>
                <a:gd name="T31" fmla="*/ 642 h 717"/>
                <a:gd name="T32" fmla="*/ 491 w 573"/>
                <a:gd name="T33" fmla="*/ 15 h 717"/>
                <a:gd name="T34" fmla="*/ 506 w 573"/>
                <a:gd name="T35" fmla="*/ 3 h 717"/>
                <a:gd name="T36" fmla="*/ 522 w 573"/>
                <a:gd name="T37" fmla="*/ 0 h 7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73" h="717">
                  <a:moveTo>
                    <a:pt x="522" y="0"/>
                  </a:moveTo>
                  <a:lnTo>
                    <a:pt x="540" y="1"/>
                  </a:lnTo>
                  <a:lnTo>
                    <a:pt x="557" y="10"/>
                  </a:lnTo>
                  <a:lnTo>
                    <a:pt x="568" y="24"/>
                  </a:lnTo>
                  <a:lnTo>
                    <a:pt x="573" y="40"/>
                  </a:lnTo>
                  <a:lnTo>
                    <a:pt x="571" y="57"/>
                  </a:lnTo>
                  <a:lnTo>
                    <a:pt x="562" y="75"/>
                  </a:lnTo>
                  <a:lnTo>
                    <a:pt x="81" y="700"/>
                  </a:lnTo>
                  <a:lnTo>
                    <a:pt x="67" y="712"/>
                  </a:lnTo>
                  <a:lnTo>
                    <a:pt x="51" y="717"/>
                  </a:lnTo>
                  <a:lnTo>
                    <a:pt x="32" y="715"/>
                  </a:lnTo>
                  <a:lnTo>
                    <a:pt x="16" y="707"/>
                  </a:lnTo>
                  <a:lnTo>
                    <a:pt x="5" y="693"/>
                  </a:lnTo>
                  <a:lnTo>
                    <a:pt x="0" y="675"/>
                  </a:lnTo>
                  <a:lnTo>
                    <a:pt x="2" y="658"/>
                  </a:lnTo>
                  <a:lnTo>
                    <a:pt x="11" y="642"/>
                  </a:lnTo>
                  <a:lnTo>
                    <a:pt x="491" y="15"/>
                  </a:lnTo>
                  <a:lnTo>
                    <a:pt x="506" y="3"/>
                  </a:lnTo>
                  <a:lnTo>
                    <a:pt x="522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 dirty="0"/>
            </a:p>
          </p:txBody>
        </p:sp>
      </p:grpSp>
      <p:sp>
        <p:nvSpPr>
          <p:cNvPr id="3" name="Text Placeholder 2"/>
          <p:cNvSpPr>
            <a:spLocks noGrp="1"/>
          </p:cNvSpPr>
          <p:nvPr userDrawn="1">
            <p:ph type="body" idx="1"/>
          </p:nvPr>
        </p:nvSpPr>
        <p:spPr>
          <a:xfrm>
            <a:off x="506680" y="1481447"/>
            <a:ext cx="1117864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 userDrawn="1">
            <p:ph type="sldNum" sz="quarter" idx="4"/>
          </p:nvPr>
        </p:nvSpPr>
        <p:spPr>
          <a:xfrm>
            <a:off x="10830343" y="6363713"/>
            <a:ext cx="114889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>
                <a:solidFill>
                  <a:schemeClr val="accent2"/>
                </a:solidFill>
              </a:defRPr>
            </a:lvl1pPr>
          </a:lstStyle>
          <a:p>
            <a:fld id="{F6728BC2-ACA3-447C-A909-F3F49211C06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Placeholder 1"/>
          <p:cNvSpPr>
            <a:spLocks noGrp="1"/>
          </p:cNvSpPr>
          <p:nvPr userDrawn="1">
            <p:ph type="title"/>
          </p:nvPr>
        </p:nvSpPr>
        <p:spPr>
          <a:xfrm>
            <a:off x="506681" y="-4950"/>
            <a:ext cx="8296895" cy="12241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05953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hf hdr="0" ftr="0" dt="0"/>
  <p:txStyles>
    <p:titleStyle>
      <a:lvl1pPr algn="l" defTabSz="914400" rtl="0" eaLnBrk="1" latinLnBrk="0" hangingPunct="1">
        <a:spcBef>
          <a:spcPct val="0"/>
        </a:spcBef>
        <a:buNone/>
        <a:defRPr sz="2400" b="1" kern="1200" spc="100" baseline="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Clr>
          <a:schemeClr val="accent1"/>
        </a:buClr>
        <a:buFont typeface="Arial" panose="020B0604020202020204" pitchFamily="34" charset="0"/>
        <a:buChar char="•"/>
        <a:defRPr sz="280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742950" indent="-285750" algn="l" defTabSz="914400" rtl="0" eaLnBrk="1" latinLnBrk="0" hangingPunct="1">
        <a:spcBef>
          <a:spcPct val="20000"/>
        </a:spcBef>
        <a:buClr>
          <a:schemeClr val="accent1"/>
        </a:buClr>
        <a:buFont typeface="Arial" panose="020B0604020202020204" pitchFamily="34" charset="0"/>
        <a:buChar char="–"/>
        <a:defRPr sz="240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anose="020B0604020202020204" pitchFamily="34" charset="0"/>
        <a:buChar char="•"/>
        <a:defRPr sz="200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anose="020B0604020202020204" pitchFamily="34" charset="0"/>
        <a:buChar char="–"/>
        <a:defRPr sz="180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anose="020B0604020202020204" pitchFamily="34" charset="0"/>
        <a:buChar char="»"/>
        <a:defRPr sz="180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020177" y="320635"/>
            <a:ext cx="8167376" cy="2965007"/>
          </a:xfrm>
        </p:spPr>
        <p:txBody>
          <a:bodyPr/>
          <a:lstStyle/>
          <a:p>
            <a:pPr algn="ctr"/>
            <a:r>
              <a:rPr lang="en-IN" b="0" dirty="0"/>
              <a:t>Document Object Model</a:t>
            </a:r>
          </a:p>
        </p:txBody>
      </p:sp>
    </p:spTree>
    <p:extLst>
      <p:ext uri="{BB962C8B-B14F-4D97-AF65-F5344CB8AC3E}">
        <p14:creationId xmlns:p14="http://schemas.microsoft.com/office/powerpoint/2010/main" val="23937962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4FDDCD-CC90-48C4-9F8B-0344202757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400" dirty="0">
                <a:solidFill>
                  <a:schemeClr val="bg1"/>
                </a:solidFill>
              </a:rPr>
              <a:t>What is the DOM?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B8756F-230C-420D-B61F-BA2C8A2F06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212529"/>
                </a:solidFill>
                <a:effectLst/>
                <a:latin typeface="+mn-lt"/>
              </a:rPr>
              <a:t>The Document Object Model (DOM) is a programming API for HTML and XML documents. </a:t>
            </a:r>
          </a:p>
          <a:p>
            <a:r>
              <a:rPr lang="en-US" b="0" i="0" dirty="0">
                <a:solidFill>
                  <a:srgbClr val="212529"/>
                </a:solidFill>
                <a:effectLst/>
                <a:latin typeface="+mn-lt"/>
              </a:rPr>
              <a:t>It enables </a:t>
            </a:r>
            <a:r>
              <a:rPr lang="en-US" b="0" i="0" dirty="0" err="1">
                <a:solidFill>
                  <a:srgbClr val="212529"/>
                </a:solidFill>
                <a:effectLst/>
                <a:latin typeface="+mn-lt"/>
              </a:rPr>
              <a:t>Javascript</a:t>
            </a:r>
            <a:r>
              <a:rPr lang="en-US" b="0" i="0" dirty="0">
                <a:solidFill>
                  <a:srgbClr val="212529"/>
                </a:solidFill>
                <a:effectLst/>
                <a:latin typeface="+mn-lt"/>
              </a:rPr>
              <a:t> to access and manipulate the elements and styles of a website. </a:t>
            </a:r>
          </a:p>
          <a:p>
            <a:r>
              <a:rPr lang="en-US" b="0" i="0" dirty="0">
                <a:solidFill>
                  <a:srgbClr val="212529"/>
                </a:solidFill>
                <a:effectLst/>
                <a:latin typeface="+mn-lt"/>
              </a:rPr>
              <a:t>The browser creates a tree-like hierarchical representation of the HTML document, that tree-like structure is known as </a:t>
            </a:r>
            <a:r>
              <a:rPr lang="en-US" b="1" i="0" dirty="0">
                <a:solidFill>
                  <a:srgbClr val="212529"/>
                </a:solidFill>
                <a:effectLst/>
                <a:latin typeface="+mn-lt"/>
              </a:rPr>
              <a:t>DOM Structure</a:t>
            </a:r>
            <a:r>
              <a:rPr lang="en-US" b="0" i="0" dirty="0">
                <a:solidFill>
                  <a:srgbClr val="212529"/>
                </a:solidFill>
                <a:effectLst/>
                <a:latin typeface="+mn-lt"/>
              </a:rPr>
              <a:t> or a </a:t>
            </a:r>
            <a:r>
              <a:rPr lang="en-US" b="1" i="0" dirty="0">
                <a:solidFill>
                  <a:srgbClr val="212529"/>
                </a:solidFill>
                <a:effectLst/>
                <a:latin typeface="+mn-lt"/>
              </a:rPr>
              <a:t>DOM tree</a:t>
            </a:r>
            <a:r>
              <a:rPr lang="en-US" b="0" i="0" dirty="0">
                <a:solidFill>
                  <a:srgbClr val="212529"/>
                </a:solidFill>
                <a:effectLst/>
                <a:latin typeface="+mn-lt"/>
              </a:rPr>
              <a:t>.</a:t>
            </a:r>
            <a:endParaRPr lang="en-US" dirty="0">
              <a:latin typeface="+mn-lt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72267A-3B3D-49C9-9EC6-45F3C769C3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28BC2-ACA3-447C-A909-F3F49211C066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1643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C2F226-98FA-412E-9F05-9E71C71C81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400" dirty="0">
                <a:solidFill>
                  <a:schemeClr val="bg1"/>
                </a:solidFill>
              </a:rPr>
              <a:t>What is the DOM?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844B010-7D86-454B-AE8C-02C67724681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13607" r="8620"/>
          <a:stretch/>
        </p:blipFill>
        <p:spPr>
          <a:xfrm>
            <a:off x="7446466" y="1511540"/>
            <a:ext cx="4704080" cy="3567355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F7DD84-487E-44AB-9AC8-C552AC7BDE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28BC2-ACA3-447C-A909-F3F49211C066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E812E76-4360-46D8-8F95-5C2F871A844A}"/>
              </a:ext>
            </a:extLst>
          </p:cNvPr>
          <p:cNvSpPr txBox="1"/>
          <p:nvPr/>
        </p:nvSpPr>
        <p:spPr>
          <a:xfrm>
            <a:off x="295688" y="1511541"/>
            <a:ext cx="7248111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Each HTML element in the DOM tree is an object.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The positions of the elements in the DOM tree are nodes.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The tags are element nodes.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Attributes in the elements are attribute nodes.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The text inside elements is a text node.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It may not have children and is always a leaf of the tree.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The root of the DOM tree is a &lt;html&gt; element, which is known as a document object.</a:t>
            </a:r>
          </a:p>
        </p:txBody>
      </p:sp>
    </p:spTree>
    <p:extLst>
      <p:ext uri="{BB962C8B-B14F-4D97-AF65-F5344CB8AC3E}">
        <p14:creationId xmlns:p14="http://schemas.microsoft.com/office/powerpoint/2010/main" val="38625663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3494" y="0"/>
            <a:ext cx="6222671" cy="1224150"/>
          </a:xfrm>
        </p:spPr>
        <p:txBody>
          <a:bodyPr/>
          <a:lstStyle/>
          <a:p>
            <a:br>
              <a:rPr lang="en-IN" dirty="0"/>
            </a:b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28BC2-ACA3-447C-A909-F3F49211C066}" type="slidenum">
              <a:rPr lang="en-US">
                <a:solidFill>
                  <a:srgbClr val="A0A1A0"/>
                </a:solidFill>
              </a:rPr>
              <a:pPr/>
              <a:t>4</a:t>
            </a:fld>
            <a:endParaRPr lang="en-US" dirty="0">
              <a:solidFill>
                <a:srgbClr val="A0A1A0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D834E8A-BF04-4796-AF58-509DA4E21112}"/>
              </a:ext>
            </a:extLst>
          </p:cNvPr>
          <p:cNvSpPr/>
          <p:nvPr/>
        </p:nvSpPr>
        <p:spPr>
          <a:xfrm>
            <a:off x="1751610" y="1425844"/>
            <a:ext cx="8621922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IN" sz="28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800" dirty="0">
              <a:solidFill>
                <a:prstClr val="black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7AF211E-DF94-42E2-9A2B-93439A409C61}"/>
              </a:ext>
            </a:extLst>
          </p:cNvPr>
          <p:cNvSpPr txBox="1"/>
          <p:nvPr/>
        </p:nvSpPr>
        <p:spPr>
          <a:xfrm>
            <a:off x="881264" y="225287"/>
            <a:ext cx="536713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dirty="0">
                <a:solidFill>
                  <a:schemeClr val="bg1"/>
                </a:solidFill>
              </a:rPr>
              <a:t>What is the DOM?</a:t>
            </a:r>
          </a:p>
          <a:p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56654E9-4072-457F-B513-FDFFD61B2BBB}"/>
              </a:ext>
            </a:extLst>
          </p:cNvPr>
          <p:cNvSpPr txBox="1"/>
          <p:nvPr/>
        </p:nvSpPr>
        <p:spPr>
          <a:xfrm>
            <a:off x="453494" y="1425844"/>
            <a:ext cx="10930123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/>
              <a:t>The DOM is a W3C (World Wide Web Consortium) standard.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/>
              <a:t>The DOM defines a standard for accessing documents: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/>
              <a:t>"The W3C Document Object Model (DOM) is a platform and language-neutral interface that allows programs and scripts to dynamically access and update the content, structure, and style of a document."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/>
              <a:t>The W3C DOM standard is separated into 3 different parts: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sz="2000" b="1" dirty="0"/>
              <a:t>Core DOM - standard model for all document types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sz="2000" b="1" dirty="0"/>
              <a:t>XML DOM - standard model for XML documents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sz="2000" b="1" dirty="0"/>
              <a:t>HTML DOM - standard model for HTML documents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759983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416689-F295-4B39-ADCA-1E86039561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3200" b="0" dirty="0"/>
              <a:t>HTML DOM</a:t>
            </a:r>
            <a:br>
              <a:rPr lang="en-IN" b="0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B84144-3780-46AB-B7CA-F2F3DEEB51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>
                <a:solidFill>
                  <a:schemeClr val="tx1"/>
                </a:solidFill>
              </a:rPr>
              <a:t>The HTML DOM is a standard </a:t>
            </a:r>
            <a:r>
              <a:rPr lang="en-US" sz="2400" b="1" dirty="0">
                <a:solidFill>
                  <a:schemeClr val="tx1"/>
                </a:solidFill>
              </a:rPr>
              <a:t>object</a:t>
            </a:r>
            <a:r>
              <a:rPr lang="en-US" sz="2400" dirty="0">
                <a:solidFill>
                  <a:schemeClr val="tx1"/>
                </a:solidFill>
              </a:rPr>
              <a:t> model and </a:t>
            </a:r>
            <a:r>
              <a:rPr lang="en-US" sz="2400" b="1" dirty="0">
                <a:solidFill>
                  <a:schemeClr val="tx1"/>
                </a:solidFill>
              </a:rPr>
              <a:t>programming interface</a:t>
            </a:r>
            <a:r>
              <a:rPr lang="en-US" sz="2400" dirty="0">
                <a:solidFill>
                  <a:schemeClr val="tx1"/>
                </a:solidFill>
              </a:rPr>
              <a:t> for HTML. It defines:</a:t>
            </a:r>
          </a:p>
          <a:p>
            <a:r>
              <a:rPr lang="en-US" sz="2400" dirty="0">
                <a:solidFill>
                  <a:schemeClr val="tx1"/>
                </a:solidFill>
              </a:rPr>
              <a:t>The HTML elements as </a:t>
            </a:r>
            <a:r>
              <a:rPr lang="en-US" sz="2400" b="1" dirty="0">
                <a:solidFill>
                  <a:schemeClr val="tx1"/>
                </a:solidFill>
              </a:rPr>
              <a:t>objects</a:t>
            </a:r>
            <a:endParaRPr lang="en-US" sz="2400" dirty="0">
              <a:solidFill>
                <a:schemeClr val="tx1"/>
              </a:solidFill>
            </a:endParaRPr>
          </a:p>
          <a:p>
            <a:r>
              <a:rPr lang="en-US" sz="2400" dirty="0">
                <a:solidFill>
                  <a:schemeClr val="tx1"/>
                </a:solidFill>
              </a:rPr>
              <a:t>The </a:t>
            </a:r>
            <a:r>
              <a:rPr lang="en-US" sz="2400" b="1" dirty="0">
                <a:solidFill>
                  <a:schemeClr val="tx1"/>
                </a:solidFill>
              </a:rPr>
              <a:t>properties</a:t>
            </a:r>
            <a:r>
              <a:rPr lang="en-US" sz="2400" dirty="0">
                <a:solidFill>
                  <a:schemeClr val="tx1"/>
                </a:solidFill>
              </a:rPr>
              <a:t> of all HTML elements</a:t>
            </a:r>
          </a:p>
          <a:p>
            <a:r>
              <a:rPr lang="en-US" sz="2400" dirty="0">
                <a:solidFill>
                  <a:schemeClr val="tx1"/>
                </a:solidFill>
              </a:rPr>
              <a:t>The </a:t>
            </a:r>
            <a:r>
              <a:rPr lang="en-US" sz="2400" b="1" dirty="0">
                <a:solidFill>
                  <a:schemeClr val="tx1"/>
                </a:solidFill>
              </a:rPr>
              <a:t>methods</a:t>
            </a:r>
            <a:r>
              <a:rPr lang="en-US" sz="2400" dirty="0">
                <a:solidFill>
                  <a:schemeClr val="tx1"/>
                </a:solidFill>
              </a:rPr>
              <a:t> to access all HTML elements</a:t>
            </a:r>
          </a:p>
          <a:p>
            <a:r>
              <a:rPr lang="en-US" sz="2400" dirty="0">
                <a:solidFill>
                  <a:schemeClr val="tx1"/>
                </a:solidFill>
              </a:rPr>
              <a:t>The </a:t>
            </a:r>
            <a:r>
              <a:rPr lang="en-US" sz="2400" b="1" dirty="0">
                <a:solidFill>
                  <a:schemeClr val="tx1"/>
                </a:solidFill>
              </a:rPr>
              <a:t>events</a:t>
            </a:r>
            <a:r>
              <a:rPr lang="en-US" sz="2400" dirty="0">
                <a:solidFill>
                  <a:schemeClr val="tx1"/>
                </a:solidFill>
              </a:rPr>
              <a:t> for all HTML elements</a:t>
            </a:r>
          </a:p>
          <a:p>
            <a:r>
              <a:rPr lang="en-US" sz="2400" b="1" dirty="0">
                <a:solidFill>
                  <a:schemeClr val="tx1"/>
                </a:solidFill>
              </a:rPr>
              <a:t>The HTML DOM is a standard for how to get, change, add, or delete HTML elements.</a:t>
            </a:r>
            <a:endParaRPr lang="en-IN" sz="2400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6C60F1-58DC-4526-A9F1-B674A29816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28BC2-ACA3-447C-A909-F3F49211C066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79802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740191-09E8-4BD7-BD69-AC4C9AD628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3200" b="0" dirty="0"/>
              <a:t>JavaScript HTML DOM Elements</a:t>
            </a:r>
            <a:br>
              <a:rPr lang="en-IN" b="0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B92076-5823-4BA9-A3F7-D6F563B99D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>
                <a:solidFill>
                  <a:schemeClr val="tx1"/>
                </a:solidFill>
              </a:rPr>
              <a:t>Element by Id</a:t>
            </a:r>
          </a:p>
          <a:p>
            <a:r>
              <a:rPr lang="en-IN" dirty="0">
                <a:solidFill>
                  <a:schemeClr val="tx1"/>
                </a:solidFill>
              </a:rPr>
              <a:t>Elements by Tag Name</a:t>
            </a:r>
          </a:p>
          <a:p>
            <a:r>
              <a:rPr lang="en-IN" dirty="0">
                <a:solidFill>
                  <a:schemeClr val="tx1"/>
                </a:solidFill>
              </a:rPr>
              <a:t>Elements by Class Name</a:t>
            </a:r>
          </a:p>
          <a:p>
            <a:r>
              <a:rPr lang="en-IN" dirty="0">
                <a:solidFill>
                  <a:schemeClr val="tx1"/>
                </a:solidFill>
              </a:rPr>
              <a:t>Elements by CSS Selectors</a:t>
            </a:r>
          </a:p>
          <a:p>
            <a:r>
              <a:rPr lang="en-US" dirty="0">
                <a:solidFill>
                  <a:schemeClr val="tx1"/>
                </a:solidFill>
              </a:rPr>
              <a:t>Elements by HTML Object Collections</a:t>
            </a:r>
          </a:p>
          <a:p>
            <a:endParaRPr lang="en-IN" dirty="0"/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5ABA32-1464-4E4E-81E7-25C369E540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28BC2-ACA3-447C-A909-F3F49211C066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66845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6E880C-3A83-489E-810F-D60072B91F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US" b="0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9BB26E-AA9A-4537-B7CF-16559942CD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chemeClr val="tx1"/>
                </a:solidFill>
              </a:rPr>
              <a:t>Finding HTML Element by Id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tx1"/>
                </a:solidFill>
              </a:rPr>
              <a:t>The easiest way to find an HTML element in the DOM, is by using the element id.</a:t>
            </a:r>
          </a:p>
          <a:p>
            <a:r>
              <a:rPr lang="en-US" sz="2400" dirty="0">
                <a:solidFill>
                  <a:schemeClr val="tx1"/>
                </a:solidFill>
              </a:rPr>
              <a:t>Snippet :</a:t>
            </a:r>
            <a:endParaRPr lang="en-IN" sz="24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IN" sz="2400" dirty="0">
                <a:solidFill>
                  <a:schemeClr val="tx1"/>
                </a:solidFill>
              </a:rPr>
              <a:t>&lt;script&gt;</a:t>
            </a:r>
          </a:p>
          <a:p>
            <a:pPr marL="0" indent="0">
              <a:buNone/>
            </a:pPr>
            <a:r>
              <a:rPr lang="en-IN" sz="2400" b="1" dirty="0">
                <a:solidFill>
                  <a:schemeClr val="tx1"/>
                </a:solidFill>
              </a:rPr>
              <a:t>var </a:t>
            </a:r>
            <a:r>
              <a:rPr lang="en-IN" sz="2400" b="1" dirty="0" err="1">
                <a:solidFill>
                  <a:schemeClr val="tx1"/>
                </a:solidFill>
              </a:rPr>
              <a:t>myElement</a:t>
            </a:r>
            <a:r>
              <a:rPr lang="en-IN" sz="2400" b="1" dirty="0">
                <a:solidFill>
                  <a:schemeClr val="tx1"/>
                </a:solidFill>
              </a:rPr>
              <a:t> = </a:t>
            </a:r>
            <a:r>
              <a:rPr lang="en-IN" sz="2400" b="1" dirty="0" err="1">
                <a:solidFill>
                  <a:schemeClr val="tx1"/>
                </a:solidFill>
              </a:rPr>
              <a:t>document.getElementById</a:t>
            </a:r>
            <a:r>
              <a:rPr lang="en-IN" sz="2400" b="1" dirty="0">
                <a:solidFill>
                  <a:schemeClr val="tx1"/>
                </a:solidFill>
              </a:rPr>
              <a:t>("intro");</a:t>
            </a:r>
          </a:p>
          <a:p>
            <a:pPr marL="0" indent="0">
              <a:buNone/>
            </a:pPr>
            <a:r>
              <a:rPr lang="en-IN" sz="2400" dirty="0" err="1">
                <a:solidFill>
                  <a:schemeClr val="tx1"/>
                </a:solidFill>
              </a:rPr>
              <a:t>document.getElementById</a:t>
            </a:r>
            <a:r>
              <a:rPr lang="en-IN" sz="2400" dirty="0">
                <a:solidFill>
                  <a:schemeClr val="tx1"/>
                </a:solidFill>
              </a:rPr>
              <a:t>("demo").</a:t>
            </a:r>
            <a:r>
              <a:rPr lang="en-IN" sz="2400" dirty="0" err="1">
                <a:solidFill>
                  <a:schemeClr val="tx1"/>
                </a:solidFill>
              </a:rPr>
              <a:t>innerHTML</a:t>
            </a:r>
            <a:r>
              <a:rPr lang="en-IN" sz="2400" dirty="0">
                <a:solidFill>
                  <a:schemeClr val="tx1"/>
                </a:solidFill>
              </a:rPr>
              <a:t> = </a:t>
            </a:r>
          </a:p>
          <a:p>
            <a:pPr marL="0" indent="0">
              <a:buNone/>
            </a:pPr>
            <a:r>
              <a:rPr lang="en-IN" sz="2400" dirty="0">
                <a:solidFill>
                  <a:schemeClr val="tx1"/>
                </a:solidFill>
              </a:rPr>
              <a:t>"The text from the intro paragraph is " + </a:t>
            </a:r>
            <a:r>
              <a:rPr lang="en-IN" sz="2400" dirty="0" err="1">
                <a:solidFill>
                  <a:schemeClr val="tx1"/>
                </a:solidFill>
              </a:rPr>
              <a:t>myElement.innerHTML</a:t>
            </a:r>
            <a:r>
              <a:rPr lang="en-IN" sz="2400" dirty="0">
                <a:solidFill>
                  <a:schemeClr val="tx1"/>
                </a:solidFill>
              </a:rPr>
              <a:t>;</a:t>
            </a:r>
          </a:p>
          <a:p>
            <a:pPr marL="0" indent="0">
              <a:buNone/>
            </a:pPr>
            <a:r>
              <a:rPr lang="en-IN" sz="2400" dirty="0">
                <a:solidFill>
                  <a:schemeClr val="tx1"/>
                </a:solidFill>
              </a:rPr>
              <a:t>&lt;/script&gt;</a:t>
            </a:r>
          </a:p>
          <a:p>
            <a:endParaRPr lang="en-IN" sz="4300" dirty="0"/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DAE054-38F4-437C-85C3-AA2A57B44D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28BC2-ACA3-447C-A909-F3F49211C066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4826923-0378-4BDB-8402-E143AA078385}"/>
              </a:ext>
            </a:extLst>
          </p:cNvPr>
          <p:cNvSpPr txBox="1"/>
          <p:nvPr/>
        </p:nvSpPr>
        <p:spPr>
          <a:xfrm>
            <a:off x="331304" y="106017"/>
            <a:ext cx="5499653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dirty="0">
                <a:solidFill>
                  <a:schemeClr val="bg1"/>
                </a:solidFill>
              </a:rPr>
              <a:t>HTML DOM Elements</a:t>
            </a:r>
            <a:br>
              <a:rPr lang="en-IN" sz="3200" b="0" dirty="0">
                <a:solidFill>
                  <a:schemeClr val="bg1"/>
                </a:solidFill>
              </a:rPr>
            </a:br>
            <a:endParaRPr lang="en-IN" sz="3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144754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7724B4-4B31-433A-8444-1C7F0A93C2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US" b="0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6E7B10-90BC-4089-9485-F48EB6CD94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>
                <a:solidFill>
                  <a:schemeClr val="tx1"/>
                </a:solidFill>
              </a:rPr>
              <a:t>Finding HTML Elements by Tag Name :</a:t>
            </a:r>
          </a:p>
          <a:p>
            <a:pPr marL="0" indent="0">
              <a:buNone/>
            </a:pPr>
            <a:r>
              <a:rPr lang="en-US" sz="2200" dirty="0">
                <a:solidFill>
                  <a:schemeClr val="tx1"/>
                </a:solidFill>
              </a:rPr>
              <a:t>This example finds all &lt;p&gt; elements:</a:t>
            </a:r>
          </a:p>
          <a:p>
            <a:pPr marL="0" indent="0">
              <a:buNone/>
            </a:pPr>
            <a:r>
              <a:rPr lang="en-US" sz="2200" dirty="0">
                <a:solidFill>
                  <a:schemeClr val="tx1"/>
                </a:solidFill>
              </a:rPr>
              <a:t>Example</a:t>
            </a:r>
          </a:p>
          <a:p>
            <a:pPr marL="0" indent="0">
              <a:buNone/>
            </a:pPr>
            <a:r>
              <a:rPr lang="en-US" sz="2200" dirty="0">
                <a:solidFill>
                  <a:schemeClr val="tx1"/>
                </a:solidFill>
              </a:rPr>
              <a:t>var x = </a:t>
            </a:r>
            <a:r>
              <a:rPr lang="en-US" sz="2200" dirty="0" err="1">
                <a:solidFill>
                  <a:schemeClr val="tx1"/>
                </a:solidFill>
              </a:rPr>
              <a:t>document.getElementsByTagName</a:t>
            </a:r>
            <a:r>
              <a:rPr lang="en-US" sz="2200" dirty="0">
                <a:solidFill>
                  <a:schemeClr val="tx1"/>
                </a:solidFill>
              </a:rPr>
              <a:t>("p");</a:t>
            </a:r>
          </a:p>
          <a:p>
            <a:pPr marL="0" indent="0">
              <a:buNone/>
            </a:pPr>
            <a:endParaRPr lang="en-US" sz="2200" dirty="0">
              <a:solidFill>
                <a:schemeClr val="tx1"/>
              </a:solidFill>
            </a:endParaRPr>
          </a:p>
          <a:p>
            <a:r>
              <a:rPr lang="en-US" b="1" dirty="0">
                <a:solidFill>
                  <a:schemeClr val="tx1"/>
                </a:solidFill>
              </a:rPr>
              <a:t>Finding HTML Elements by Class Name :</a:t>
            </a:r>
          </a:p>
          <a:p>
            <a:pPr marL="0" indent="0">
              <a:buNone/>
            </a:pPr>
            <a:r>
              <a:rPr lang="en-US" sz="2200" dirty="0">
                <a:solidFill>
                  <a:schemeClr val="tx1"/>
                </a:solidFill>
              </a:rPr>
              <a:t>If you want to find all HTML elements with the </a:t>
            </a:r>
            <a:r>
              <a:rPr lang="en-US" sz="2200" b="1" dirty="0">
                <a:solidFill>
                  <a:schemeClr val="tx1"/>
                </a:solidFill>
              </a:rPr>
              <a:t>same class name</a:t>
            </a:r>
            <a:r>
              <a:rPr lang="en-US" sz="2200" dirty="0">
                <a:solidFill>
                  <a:schemeClr val="tx1"/>
                </a:solidFill>
              </a:rPr>
              <a:t>, use </a:t>
            </a:r>
            <a:r>
              <a:rPr lang="en-US" sz="2200" dirty="0" err="1">
                <a:solidFill>
                  <a:schemeClr val="tx1"/>
                </a:solidFill>
              </a:rPr>
              <a:t>getElementsByClassName</a:t>
            </a:r>
            <a:r>
              <a:rPr lang="en-US" sz="2200" dirty="0">
                <a:solidFill>
                  <a:schemeClr val="tx1"/>
                </a:solidFill>
              </a:rPr>
              <a:t>().</a:t>
            </a:r>
            <a:br>
              <a:rPr lang="en-US" sz="2200" dirty="0">
                <a:solidFill>
                  <a:schemeClr val="tx1"/>
                </a:solidFill>
              </a:rPr>
            </a:br>
            <a:endParaRPr lang="en-US" sz="22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sz="2200" dirty="0">
                <a:solidFill>
                  <a:schemeClr val="tx1"/>
                </a:solidFill>
              </a:rPr>
              <a:t>This example returns a list of all elements with class="intro".</a:t>
            </a:r>
          </a:p>
          <a:p>
            <a:pPr marL="0" indent="0">
              <a:buNone/>
            </a:pPr>
            <a:r>
              <a:rPr lang="en-US" sz="2200" dirty="0">
                <a:solidFill>
                  <a:schemeClr val="tx1"/>
                </a:solidFill>
              </a:rPr>
              <a:t>Example</a:t>
            </a:r>
          </a:p>
          <a:p>
            <a:pPr marL="0" indent="0">
              <a:buNone/>
            </a:pPr>
            <a:r>
              <a:rPr lang="en-US" sz="2200" dirty="0">
                <a:solidFill>
                  <a:schemeClr val="tx1"/>
                </a:solidFill>
              </a:rPr>
              <a:t>var x = </a:t>
            </a:r>
            <a:r>
              <a:rPr lang="en-US" sz="2200" dirty="0" err="1">
                <a:solidFill>
                  <a:schemeClr val="tx1"/>
                </a:solidFill>
              </a:rPr>
              <a:t>document.getElementsByClassName</a:t>
            </a:r>
            <a:r>
              <a:rPr lang="en-US" sz="2200" dirty="0">
                <a:solidFill>
                  <a:schemeClr val="tx1"/>
                </a:solidFill>
              </a:rPr>
              <a:t>("intro");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87C986-C421-41CD-8F7F-6D463C3582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28BC2-ACA3-447C-A909-F3F49211C066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1BBEE66-F9D3-45B5-9571-50C6D7C01081}"/>
              </a:ext>
            </a:extLst>
          </p:cNvPr>
          <p:cNvSpPr txBox="1"/>
          <p:nvPr/>
        </p:nvSpPr>
        <p:spPr>
          <a:xfrm>
            <a:off x="675861" y="185530"/>
            <a:ext cx="5420139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dirty="0">
                <a:solidFill>
                  <a:schemeClr val="bg1"/>
                </a:solidFill>
              </a:rPr>
              <a:t>HTML DOM Elements</a:t>
            </a:r>
            <a:br>
              <a:rPr lang="en-IN" b="0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312712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12FAE3-FA49-4E63-95CD-59FDCE29BE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3200" dirty="0"/>
              <a:t>HTML DOM Elements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B88450-3EDE-4480-8186-99F1EBF60E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1"/>
                </a:solidFill>
              </a:rPr>
              <a:t>Finding HTML Elements by CSS Selectors</a:t>
            </a:r>
          </a:p>
          <a:p>
            <a:r>
              <a:rPr lang="en-US" dirty="0">
                <a:solidFill>
                  <a:schemeClr val="tx1"/>
                </a:solidFill>
              </a:rPr>
              <a:t>If you want to find all HTML elements that </a:t>
            </a:r>
            <a:r>
              <a:rPr lang="en-US" b="1" dirty="0">
                <a:solidFill>
                  <a:schemeClr val="tx1"/>
                </a:solidFill>
              </a:rPr>
              <a:t>matches a specified CSS selector</a:t>
            </a:r>
            <a:r>
              <a:rPr lang="en-US" dirty="0">
                <a:solidFill>
                  <a:schemeClr val="tx1"/>
                </a:solidFill>
              </a:rPr>
              <a:t> (id, class names, types, attributes, values of attributes, </a:t>
            </a:r>
            <a:r>
              <a:rPr lang="en-US" dirty="0" err="1">
                <a:solidFill>
                  <a:schemeClr val="tx1"/>
                </a:solidFill>
              </a:rPr>
              <a:t>etc</a:t>
            </a:r>
            <a:r>
              <a:rPr lang="en-US" dirty="0">
                <a:solidFill>
                  <a:schemeClr val="tx1"/>
                </a:solidFill>
              </a:rPr>
              <a:t>), use the </a:t>
            </a:r>
            <a:r>
              <a:rPr lang="en-US" dirty="0" err="1">
                <a:solidFill>
                  <a:schemeClr val="tx1"/>
                </a:solidFill>
              </a:rPr>
              <a:t>querySelectorAll</a:t>
            </a:r>
            <a:r>
              <a:rPr lang="en-US" dirty="0">
                <a:solidFill>
                  <a:schemeClr val="tx1"/>
                </a:solidFill>
              </a:rPr>
              <a:t>() method.</a:t>
            </a:r>
            <a:br>
              <a:rPr lang="en-US" dirty="0">
                <a:solidFill>
                  <a:schemeClr val="tx1"/>
                </a:solidFill>
              </a:rPr>
            </a:br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This example returns a list of all &lt;p&gt; elements with class="intro".</a:t>
            </a:r>
          </a:p>
          <a:p>
            <a:r>
              <a:rPr lang="en-US" dirty="0">
                <a:solidFill>
                  <a:schemeClr val="tx1"/>
                </a:solidFill>
              </a:rPr>
              <a:t>Example</a:t>
            </a:r>
          </a:p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</a:rPr>
              <a:t>var x = </a:t>
            </a:r>
            <a:r>
              <a:rPr lang="en-US" dirty="0" err="1">
                <a:solidFill>
                  <a:schemeClr val="tx1"/>
                </a:solidFill>
              </a:rPr>
              <a:t>document.querySelectorAll</a:t>
            </a:r>
            <a:r>
              <a:rPr lang="en-US" dirty="0">
                <a:solidFill>
                  <a:schemeClr val="tx1"/>
                </a:solidFill>
              </a:rPr>
              <a:t>("</a:t>
            </a:r>
            <a:r>
              <a:rPr lang="en-US" dirty="0" err="1">
                <a:solidFill>
                  <a:schemeClr val="tx1"/>
                </a:solidFill>
              </a:rPr>
              <a:t>p.intro</a:t>
            </a:r>
            <a:r>
              <a:rPr lang="en-US" dirty="0">
                <a:solidFill>
                  <a:schemeClr val="tx1"/>
                </a:solidFill>
              </a:rPr>
              <a:t>");</a:t>
            </a: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3BF2BD-B0E8-437E-AC68-09FFC55C38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28BC2-ACA3-447C-A909-F3F49211C066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84370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E88A79-A5E6-47AE-96FB-38708F46C2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3200" dirty="0"/>
              <a:t>HTML DOM Elements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E4A09F-F83C-4A98-BAA4-DEDAD684E0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IN" b="1" dirty="0">
                <a:solidFill>
                  <a:schemeClr val="tx1"/>
                </a:solidFill>
              </a:rPr>
              <a:t>Finding HTML Elements by HTML Object Collections</a:t>
            </a:r>
          </a:p>
          <a:p>
            <a:r>
              <a:rPr lang="en-IN" dirty="0">
                <a:solidFill>
                  <a:schemeClr val="tx1"/>
                </a:solidFill>
              </a:rPr>
              <a:t>This example finds the form element with id="frm1", in the forms collection, and displays all element values:</a:t>
            </a:r>
          </a:p>
          <a:p>
            <a:r>
              <a:rPr lang="en-IN" dirty="0">
                <a:solidFill>
                  <a:schemeClr val="tx1"/>
                </a:solidFill>
              </a:rPr>
              <a:t>Example</a:t>
            </a:r>
          </a:p>
          <a:p>
            <a:pPr marL="0" indent="0">
              <a:buNone/>
            </a:pPr>
            <a:r>
              <a:rPr lang="en-IN" dirty="0">
                <a:solidFill>
                  <a:schemeClr val="tx1"/>
                </a:solidFill>
              </a:rPr>
              <a:t>var x = </a:t>
            </a:r>
            <a:r>
              <a:rPr lang="en-IN" dirty="0" err="1">
                <a:solidFill>
                  <a:schemeClr val="tx1"/>
                </a:solidFill>
              </a:rPr>
              <a:t>document.forms</a:t>
            </a:r>
            <a:r>
              <a:rPr lang="en-IN" dirty="0">
                <a:solidFill>
                  <a:schemeClr val="tx1"/>
                </a:solidFill>
              </a:rPr>
              <a:t>["frm1"];</a:t>
            </a:r>
            <a:br>
              <a:rPr lang="en-IN" dirty="0">
                <a:solidFill>
                  <a:schemeClr val="tx1"/>
                </a:solidFill>
              </a:rPr>
            </a:br>
            <a:r>
              <a:rPr lang="en-IN" dirty="0">
                <a:solidFill>
                  <a:schemeClr val="tx1"/>
                </a:solidFill>
              </a:rPr>
              <a:t>var text = "";</a:t>
            </a:r>
            <a:br>
              <a:rPr lang="en-IN" dirty="0">
                <a:solidFill>
                  <a:schemeClr val="tx1"/>
                </a:solidFill>
              </a:rPr>
            </a:br>
            <a:r>
              <a:rPr lang="en-IN" dirty="0">
                <a:solidFill>
                  <a:schemeClr val="tx1"/>
                </a:solidFill>
              </a:rPr>
              <a:t>var </a:t>
            </a:r>
            <a:r>
              <a:rPr lang="en-IN" dirty="0" err="1">
                <a:solidFill>
                  <a:schemeClr val="tx1"/>
                </a:solidFill>
              </a:rPr>
              <a:t>i</a:t>
            </a:r>
            <a:r>
              <a:rPr lang="en-IN" dirty="0">
                <a:solidFill>
                  <a:schemeClr val="tx1"/>
                </a:solidFill>
              </a:rPr>
              <a:t>;</a:t>
            </a:r>
            <a:br>
              <a:rPr lang="en-IN" dirty="0">
                <a:solidFill>
                  <a:schemeClr val="tx1"/>
                </a:solidFill>
              </a:rPr>
            </a:br>
            <a:r>
              <a:rPr lang="en-IN" dirty="0">
                <a:solidFill>
                  <a:schemeClr val="tx1"/>
                </a:solidFill>
              </a:rPr>
              <a:t>for (</a:t>
            </a:r>
            <a:r>
              <a:rPr lang="en-IN" dirty="0" err="1">
                <a:solidFill>
                  <a:schemeClr val="tx1"/>
                </a:solidFill>
              </a:rPr>
              <a:t>i</a:t>
            </a:r>
            <a:r>
              <a:rPr lang="en-IN" dirty="0">
                <a:solidFill>
                  <a:schemeClr val="tx1"/>
                </a:solidFill>
              </a:rPr>
              <a:t> = 0; </a:t>
            </a:r>
            <a:r>
              <a:rPr lang="en-IN" dirty="0" err="1">
                <a:solidFill>
                  <a:schemeClr val="tx1"/>
                </a:solidFill>
              </a:rPr>
              <a:t>i</a:t>
            </a:r>
            <a:r>
              <a:rPr lang="en-IN" dirty="0">
                <a:solidFill>
                  <a:schemeClr val="tx1"/>
                </a:solidFill>
              </a:rPr>
              <a:t> &lt; </a:t>
            </a:r>
            <a:r>
              <a:rPr lang="en-IN" dirty="0" err="1">
                <a:solidFill>
                  <a:schemeClr val="tx1"/>
                </a:solidFill>
              </a:rPr>
              <a:t>x.length</a:t>
            </a:r>
            <a:r>
              <a:rPr lang="en-IN" dirty="0">
                <a:solidFill>
                  <a:schemeClr val="tx1"/>
                </a:solidFill>
              </a:rPr>
              <a:t>; </a:t>
            </a:r>
            <a:r>
              <a:rPr lang="en-IN" dirty="0" err="1">
                <a:solidFill>
                  <a:schemeClr val="tx1"/>
                </a:solidFill>
              </a:rPr>
              <a:t>i</a:t>
            </a:r>
            <a:r>
              <a:rPr lang="en-IN" dirty="0">
                <a:solidFill>
                  <a:schemeClr val="tx1"/>
                </a:solidFill>
              </a:rPr>
              <a:t>++) {</a:t>
            </a:r>
            <a:br>
              <a:rPr lang="en-IN" dirty="0">
                <a:solidFill>
                  <a:schemeClr val="tx1"/>
                </a:solidFill>
              </a:rPr>
            </a:br>
            <a:r>
              <a:rPr lang="en-IN" dirty="0">
                <a:solidFill>
                  <a:schemeClr val="tx1"/>
                </a:solidFill>
              </a:rPr>
              <a:t>    text += </a:t>
            </a:r>
            <a:r>
              <a:rPr lang="en-IN" dirty="0" err="1">
                <a:solidFill>
                  <a:schemeClr val="tx1"/>
                </a:solidFill>
              </a:rPr>
              <a:t>x.elements</a:t>
            </a:r>
            <a:r>
              <a:rPr lang="en-IN" dirty="0">
                <a:solidFill>
                  <a:schemeClr val="tx1"/>
                </a:solidFill>
              </a:rPr>
              <a:t>[</a:t>
            </a:r>
            <a:r>
              <a:rPr lang="en-IN" dirty="0" err="1">
                <a:solidFill>
                  <a:schemeClr val="tx1"/>
                </a:solidFill>
              </a:rPr>
              <a:t>i</a:t>
            </a:r>
            <a:r>
              <a:rPr lang="en-IN" dirty="0">
                <a:solidFill>
                  <a:schemeClr val="tx1"/>
                </a:solidFill>
              </a:rPr>
              <a:t>].value + "&lt;</a:t>
            </a:r>
            <a:r>
              <a:rPr lang="en-IN" dirty="0" err="1">
                <a:solidFill>
                  <a:schemeClr val="tx1"/>
                </a:solidFill>
              </a:rPr>
              <a:t>br</a:t>
            </a:r>
            <a:r>
              <a:rPr lang="en-IN" dirty="0">
                <a:solidFill>
                  <a:schemeClr val="tx1"/>
                </a:solidFill>
              </a:rPr>
              <a:t>&gt;";</a:t>
            </a:r>
            <a:br>
              <a:rPr lang="en-IN" dirty="0">
                <a:solidFill>
                  <a:schemeClr val="tx1"/>
                </a:solidFill>
              </a:rPr>
            </a:br>
            <a:r>
              <a:rPr lang="en-IN" dirty="0">
                <a:solidFill>
                  <a:schemeClr val="tx1"/>
                </a:solidFill>
              </a:rPr>
              <a:t>}</a:t>
            </a:r>
            <a:br>
              <a:rPr lang="en-IN" dirty="0">
                <a:solidFill>
                  <a:schemeClr val="tx1"/>
                </a:solidFill>
              </a:rPr>
            </a:br>
            <a:r>
              <a:rPr lang="en-IN" dirty="0" err="1">
                <a:solidFill>
                  <a:schemeClr val="tx1"/>
                </a:solidFill>
              </a:rPr>
              <a:t>document.getElementById</a:t>
            </a:r>
            <a:r>
              <a:rPr lang="en-IN" dirty="0">
                <a:solidFill>
                  <a:schemeClr val="tx1"/>
                </a:solidFill>
              </a:rPr>
              <a:t>("demo").</a:t>
            </a:r>
            <a:r>
              <a:rPr lang="en-IN" dirty="0" err="1">
                <a:solidFill>
                  <a:schemeClr val="tx1"/>
                </a:solidFill>
              </a:rPr>
              <a:t>innerHTML</a:t>
            </a:r>
            <a:r>
              <a:rPr lang="en-IN" dirty="0">
                <a:solidFill>
                  <a:schemeClr val="tx1"/>
                </a:solidFill>
              </a:rPr>
              <a:t> = text;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068CE0-1162-45D6-9B72-89C54D5AF2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28BC2-ACA3-447C-A909-F3F49211C066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62805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FD1E58-715B-4945-B942-07849226C9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3200" dirty="0"/>
              <a:t>DOM manipulation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F834B9-FED9-46F1-81EC-2D3E6D3A2A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>
                <a:solidFill>
                  <a:schemeClr val="tx1"/>
                </a:solidFill>
              </a:rPr>
              <a:t>Create a DOM element</a:t>
            </a:r>
          </a:p>
          <a:p>
            <a:r>
              <a:rPr lang="en-IN" dirty="0">
                <a:solidFill>
                  <a:schemeClr val="tx1"/>
                </a:solidFill>
              </a:rPr>
              <a:t>Insert an element</a:t>
            </a:r>
          </a:p>
          <a:p>
            <a:r>
              <a:rPr lang="en-IN" dirty="0">
                <a:solidFill>
                  <a:schemeClr val="tx1"/>
                </a:solidFill>
              </a:rPr>
              <a:t>Removing an element</a:t>
            </a:r>
          </a:p>
          <a:p>
            <a:r>
              <a:rPr lang="en-US" dirty="0">
                <a:solidFill>
                  <a:schemeClr val="tx1"/>
                </a:solidFill>
              </a:rPr>
              <a:t>Append or prepend to an element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491277-025B-4DB2-BF9C-3E03A0A48A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28BC2-ACA3-447C-A909-F3F49211C066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74981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573AD0-DA1C-4718-981A-60D4EC2976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1ED1F8-A16B-4B0E-838C-3E5969D3D0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</a:t>
            </a:r>
            <a:r>
              <a:rPr lang="en-US" dirty="0" err="1"/>
              <a:t>createElement</a:t>
            </a:r>
            <a:r>
              <a:rPr lang="en-US" dirty="0"/>
              <a:t>() method is used to create a new element and attach it to the DOM tree.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var </a:t>
            </a:r>
            <a:r>
              <a:rPr lang="en-IN" dirty="0" err="1"/>
              <a:t>elmt</a:t>
            </a:r>
            <a:r>
              <a:rPr lang="en-IN" dirty="0"/>
              <a:t> = </a:t>
            </a:r>
            <a:r>
              <a:rPr lang="en-IN" dirty="0" err="1"/>
              <a:t>document.createElement</a:t>
            </a:r>
            <a:r>
              <a:rPr lang="en-IN" dirty="0"/>
              <a:t>('div');</a:t>
            </a:r>
          </a:p>
          <a:p>
            <a:pPr marL="0" indent="0">
              <a:buNone/>
            </a:pPr>
            <a:r>
              <a:rPr lang="en-IN" dirty="0" err="1"/>
              <a:t>elmt.innerHTML</a:t>
            </a:r>
            <a:r>
              <a:rPr lang="en-IN" dirty="0"/>
              <a:t> = '&lt;p&gt;Hello World!&lt;/p&gt;';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5BDE6C-C7FC-438D-8B8C-537EF23380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28BC2-ACA3-447C-A909-F3F49211C066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30950F8-FBC2-4D8A-819D-FEFC0419EA0C}"/>
              </a:ext>
            </a:extLst>
          </p:cNvPr>
          <p:cNvSpPr txBox="1"/>
          <p:nvPr/>
        </p:nvSpPr>
        <p:spPr>
          <a:xfrm>
            <a:off x="636104" y="318052"/>
            <a:ext cx="789167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dirty="0">
                <a:solidFill>
                  <a:schemeClr val="bg1"/>
                </a:solidFill>
              </a:rPr>
              <a:t>DOM manipulation – Create Element</a:t>
            </a:r>
          </a:p>
        </p:txBody>
      </p:sp>
    </p:spTree>
    <p:extLst>
      <p:ext uri="{BB962C8B-B14F-4D97-AF65-F5344CB8AC3E}">
        <p14:creationId xmlns:p14="http://schemas.microsoft.com/office/powerpoint/2010/main" val="25623706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D0E982-E715-4FC7-9511-E1957BDB1F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6680" y="1481448"/>
            <a:ext cx="11178640" cy="953640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The </a:t>
            </a:r>
            <a:r>
              <a:rPr lang="en-US" dirty="0" err="1">
                <a:solidFill>
                  <a:schemeClr val="tx1"/>
                </a:solidFill>
              </a:rPr>
              <a:t>replaceChild</a:t>
            </a:r>
            <a:r>
              <a:rPr lang="en-US" dirty="0">
                <a:solidFill>
                  <a:schemeClr val="tx1"/>
                </a:solidFill>
              </a:rPr>
              <a:t>() method is used to remove an element from the DOM tree and insert a new one in its place.</a:t>
            </a:r>
            <a:endParaRPr lang="en-IN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19967D-8037-48FC-B41A-F8281789EB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28BC2-ACA3-447C-A909-F3F49211C066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90B2AB84-B8BE-465B-B6A1-A898A81BC75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06413" y="314831"/>
            <a:ext cx="829786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dirty="0">
                <a:solidFill>
                  <a:schemeClr val="bg1"/>
                </a:solidFill>
              </a:rPr>
              <a:t>DOM manipulation – Replace Child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72773CC-29F5-4A58-A45D-083BEFD8B51E}"/>
              </a:ext>
            </a:extLst>
          </p:cNvPr>
          <p:cNvSpPr txBox="1"/>
          <p:nvPr/>
        </p:nvSpPr>
        <p:spPr>
          <a:xfrm>
            <a:off x="655983" y="2435088"/>
            <a:ext cx="10783956" cy="42780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&lt;body&gt;</a:t>
            </a:r>
          </a:p>
          <a:p>
            <a:r>
              <a:rPr lang="en-US" sz="1600" dirty="0"/>
              <a:t>&lt;div&gt;</a:t>
            </a:r>
          </a:p>
          <a:p>
            <a:r>
              <a:rPr lang="en-US" sz="1600" dirty="0"/>
              <a:t>	This is a div element.</a:t>
            </a:r>
          </a:p>
          <a:p>
            <a:r>
              <a:rPr lang="en-US" sz="1600" dirty="0"/>
              <a:t>&lt;div&gt;</a:t>
            </a:r>
          </a:p>
          <a:p>
            <a:r>
              <a:rPr lang="en-US" sz="1600" dirty="0"/>
              <a:t>&lt;script&gt;</a:t>
            </a:r>
          </a:p>
          <a:p>
            <a:r>
              <a:rPr lang="en-US" sz="1600" dirty="0"/>
              <a:t>    // selecting the &lt;div&gt; element</a:t>
            </a:r>
          </a:p>
          <a:p>
            <a:r>
              <a:rPr lang="en-US" sz="1600" dirty="0"/>
              <a:t>  	var </a:t>
            </a:r>
            <a:r>
              <a:rPr lang="en-US" sz="1600" dirty="0" err="1"/>
              <a:t>elmt</a:t>
            </a:r>
            <a:r>
              <a:rPr lang="en-US" sz="1600" dirty="0"/>
              <a:t> = </a:t>
            </a:r>
            <a:r>
              <a:rPr lang="en-US" sz="1600" dirty="0" err="1"/>
              <a:t>document.querySelector</a:t>
            </a:r>
            <a:r>
              <a:rPr lang="en-US" sz="1600" dirty="0"/>
              <a:t>('div'); </a:t>
            </a:r>
          </a:p>
          <a:p>
            <a:endParaRPr lang="en-US" sz="1600" dirty="0"/>
          </a:p>
          <a:p>
            <a:r>
              <a:rPr lang="en-US" sz="1600" dirty="0"/>
              <a:t>    //creating new &lt;p&gt; element and adding content inside it. </a:t>
            </a:r>
          </a:p>
          <a:p>
            <a:r>
              <a:rPr lang="en-US" sz="1600" dirty="0"/>
              <a:t>	var </a:t>
            </a:r>
            <a:r>
              <a:rPr lang="en-US" sz="1600" dirty="0" err="1"/>
              <a:t>newElmt</a:t>
            </a:r>
            <a:r>
              <a:rPr lang="en-US" sz="1600" dirty="0"/>
              <a:t> = </a:t>
            </a:r>
            <a:r>
              <a:rPr lang="en-US" sz="1600" dirty="0" err="1"/>
              <a:t>document.createElement</a:t>
            </a:r>
            <a:r>
              <a:rPr lang="en-US" sz="1600" dirty="0"/>
              <a:t>('p');  </a:t>
            </a:r>
          </a:p>
          <a:p>
            <a:r>
              <a:rPr lang="en-US" sz="1600" dirty="0"/>
              <a:t>	</a:t>
            </a:r>
            <a:r>
              <a:rPr lang="en-US" sz="1600" dirty="0" err="1"/>
              <a:t>newElmt.innerHTML</a:t>
            </a:r>
            <a:r>
              <a:rPr lang="en-US" sz="1600" dirty="0"/>
              <a:t> = '&lt;b&gt;The div element is replaced with p element&lt;/b&gt;';</a:t>
            </a:r>
          </a:p>
          <a:p>
            <a:endParaRPr lang="en-US" sz="1600" dirty="0"/>
          </a:p>
          <a:p>
            <a:r>
              <a:rPr lang="en-US" sz="1600" dirty="0"/>
              <a:t>    //replacing the &lt;div&gt; element with the &lt;p&gt; element</a:t>
            </a:r>
          </a:p>
          <a:p>
            <a:r>
              <a:rPr lang="en-US" sz="1600" dirty="0"/>
              <a:t>	</a:t>
            </a:r>
            <a:r>
              <a:rPr lang="en-US" sz="1600" dirty="0" err="1"/>
              <a:t>elmt.parentNode.replaceChild</a:t>
            </a:r>
            <a:r>
              <a:rPr lang="en-US" sz="1600" dirty="0"/>
              <a:t>(</a:t>
            </a:r>
            <a:r>
              <a:rPr lang="en-US" sz="1600" dirty="0" err="1"/>
              <a:t>newElmt</a:t>
            </a:r>
            <a:r>
              <a:rPr lang="en-US" sz="1600" dirty="0"/>
              <a:t>, </a:t>
            </a:r>
            <a:r>
              <a:rPr lang="en-US" sz="1600" dirty="0" err="1"/>
              <a:t>elmt</a:t>
            </a:r>
            <a:r>
              <a:rPr lang="en-US" sz="1600" dirty="0"/>
              <a:t>);</a:t>
            </a:r>
          </a:p>
          <a:p>
            <a:endParaRPr lang="en-US" sz="1600" dirty="0"/>
          </a:p>
          <a:p>
            <a:r>
              <a:rPr lang="en-US" sz="1600" dirty="0"/>
              <a:t>&lt;/script&gt;</a:t>
            </a:r>
          </a:p>
          <a:p>
            <a:r>
              <a:rPr lang="en-US" sz="1600" dirty="0"/>
              <a:t>&lt;/body&gt;</a:t>
            </a:r>
          </a:p>
        </p:txBody>
      </p:sp>
    </p:spTree>
    <p:extLst>
      <p:ext uri="{BB962C8B-B14F-4D97-AF65-F5344CB8AC3E}">
        <p14:creationId xmlns:p14="http://schemas.microsoft.com/office/powerpoint/2010/main" val="37232130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C357D1-5D6D-4673-A649-7DFCFE4973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6680" y="1481447"/>
            <a:ext cx="11178640" cy="1152423"/>
          </a:xfrm>
        </p:spPr>
        <p:txBody>
          <a:bodyPr>
            <a:no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The </a:t>
            </a:r>
            <a:r>
              <a:rPr lang="en-US" dirty="0" err="1">
                <a:solidFill>
                  <a:schemeClr val="tx1"/>
                </a:solidFill>
              </a:rPr>
              <a:t>removeChild</a:t>
            </a:r>
            <a:r>
              <a:rPr lang="en-US" dirty="0">
                <a:solidFill>
                  <a:schemeClr val="tx1"/>
                </a:solidFill>
              </a:rPr>
              <a:t>() method is used to remove an element from the DOM tree.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7F1A24-14BC-46D0-9DC7-89BA404D48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28BC2-ACA3-447C-A909-F3F49211C066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CDD3EA3E-51A1-42DE-8DED-4135277D746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06413" y="314831"/>
            <a:ext cx="829786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dirty="0">
                <a:solidFill>
                  <a:schemeClr val="bg1"/>
                </a:solidFill>
              </a:rPr>
              <a:t>DOM manipulation – Remove Child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015A6C9-3F9F-4C82-8870-A53DCA0C35D5}"/>
              </a:ext>
            </a:extLst>
          </p:cNvPr>
          <p:cNvSpPr txBox="1"/>
          <p:nvPr/>
        </p:nvSpPr>
        <p:spPr>
          <a:xfrm>
            <a:off x="715617" y="3101009"/>
            <a:ext cx="94322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var </a:t>
            </a:r>
            <a:r>
              <a:rPr lang="en-US" dirty="0" err="1"/>
              <a:t>elmt</a:t>
            </a:r>
            <a:r>
              <a:rPr lang="en-US" dirty="0"/>
              <a:t> = </a:t>
            </a:r>
            <a:r>
              <a:rPr lang="en-US" dirty="0" err="1"/>
              <a:t>document.querySelector</a:t>
            </a:r>
            <a:r>
              <a:rPr lang="en-US" dirty="0"/>
              <a:t>('div'); // select the first returned &lt;div&gt; element </a:t>
            </a:r>
          </a:p>
          <a:p>
            <a:r>
              <a:rPr lang="en-US" dirty="0" err="1"/>
              <a:t>elmt.parentNode.removeChild</a:t>
            </a:r>
            <a:r>
              <a:rPr lang="en-US" dirty="0"/>
              <a:t>(</a:t>
            </a:r>
            <a:r>
              <a:rPr lang="en-US" dirty="0" err="1"/>
              <a:t>elmt</a:t>
            </a:r>
            <a:r>
              <a:rPr lang="en-US" dirty="0"/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428055582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C357D1-5D6D-4673-A649-7DFCFE4973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6680" y="1481447"/>
            <a:ext cx="11178640" cy="1152423"/>
          </a:xfrm>
        </p:spPr>
        <p:txBody>
          <a:bodyPr>
            <a:no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The </a:t>
            </a:r>
            <a:r>
              <a:rPr lang="en-US" dirty="0" err="1">
                <a:solidFill>
                  <a:schemeClr val="tx1"/>
                </a:solidFill>
              </a:rPr>
              <a:t>appendChild</a:t>
            </a:r>
            <a:r>
              <a:rPr lang="en-US" dirty="0">
                <a:solidFill>
                  <a:schemeClr val="tx1"/>
                </a:solidFill>
              </a:rPr>
              <a:t>() method is used to add a node to the end of the list of child nodes of a specified parent node.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7F1A24-14BC-46D0-9DC7-89BA404D48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28BC2-ACA3-447C-A909-F3F49211C066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CDD3EA3E-51A1-42DE-8DED-4135277D746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06413" y="314831"/>
            <a:ext cx="829786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dirty="0">
                <a:solidFill>
                  <a:schemeClr val="bg1"/>
                </a:solidFill>
              </a:rPr>
              <a:t>DOM manipulation – Append a Node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015A6C9-3F9F-4C82-8870-A53DCA0C35D5}"/>
              </a:ext>
            </a:extLst>
          </p:cNvPr>
          <p:cNvSpPr txBox="1"/>
          <p:nvPr/>
        </p:nvSpPr>
        <p:spPr>
          <a:xfrm>
            <a:off x="815008" y="2405270"/>
            <a:ext cx="9432235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&lt;body&gt;</a:t>
            </a:r>
          </a:p>
          <a:p>
            <a:r>
              <a:rPr lang="en-US" sz="1600" dirty="0"/>
              <a:t>    &lt;</a:t>
            </a:r>
            <a:r>
              <a:rPr lang="en-US" sz="1600" dirty="0" err="1"/>
              <a:t>ul</a:t>
            </a:r>
            <a:r>
              <a:rPr lang="en-US" sz="1600" dirty="0"/>
              <a:t> id="animals"&gt;</a:t>
            </a:r>
          </a:p>
          <a:p>
            <a:r>
              <a:rPr lang="en-US" sz="1600" dirty="0"/>
              <a:t>    &lt;/</a:t>
            </a:r>
            <a:r>
              <a:rPr lang="en-US" sz="1600" dirty="0" err="1"/>
              <a:t>ul</a:t>
            </a:r>
            <a:r>
              <a:rPr lang="en-US" sz="1600" dirty="0"/>
              <a:t>&gt;</a:t>
            </a:r>
          </a:p>
          <a:p>
            <a:r>
              <a:rPr lang="en-US" sz="1600" dirty="0"/>
              <a:t>    </a:t>
            </a:r>
          </a:p>
          <a:p>
            <a:r>
              <a:rPr lang="en-US" sz="1600" dirty="0"/>
              <a:t>    &lt;script&gt;</a:t>
            </a:r>
          </a:p>
          <a:p>
            <a:r>
              <a:rPr lang="en-US" sz="1600" dirty="0"/>
              <a:t>        function </a:t>
            </a:r>
            <a:r>
              <a:rPr lang="en-US" sz="1600" dirty="0" err="1"/>
              <a:t>createAnimalList</a:t>
            </a:r>
            <a:r>
              <a:rPr lang="en-US" sz="1600" dirty="0"/>
              <a:t>(name) {</a:t>
            </a:r>
          </a:p>
          <a:p>
            <a:r>
              <a:rPr lang="en-US" sz="1600" dirty="0"/>
              <a:t>            let li = </a:t>
            </a:r>
            <a:r>
              <a:rPr lang="en-US" sz="1600" dirty="0" err="1"/>
              <a:t>document.createElement</a:t>
            </a:r>
            <a:r>
              <a:rPr lang="en-US" sz="1600" dirty="0"/>
              <a:t>('li');</a:t>
            </a:r>
          </a:p>
          <a:p>
            <a:r>
              <a:rPr lang="en-US" sz="1600" dirty="0"/>
              <a:t>            </a:t>
            </a:r>
            <a:r>
              <a:rPr lang="en-US" sz="1600" dirty="0" err="1"/>
              <a:t>li.textContent</a:t>
            </a:r>
            <a:r>
              <a:rPr lang="en-US" sz="1600" dirty="0"/>
              <a:t> = name;</a:t>
            </a:r>
          </a:p>
          <a:p>
            <a:r>
              <a:rPr lang="en-US" sz="1600" dirty="0"/>
              <a:t>            return li;</a:t>
            </a:r>
          </a:p>
          <a:p>
            <a:r>
              <a:rPr lang="en-US" sz="1600" dirty="0"/>
              <a:t>        }</a:t>
            </a:r>
          </a:p>
          <a:p>
            <a:r>
              <a:rPr lang="en-US" sz="1600" dirty="0"/>
              <a:t>        // get the </a:t>
            </a:r>
            <a:r>
              <a:rPr lang="en-US" sz="1600" dirty="0" err="1"/>
              <a:t>ul</a:t>
            </a:r>
            <a:r>
              <a:rPr lang="en-US" sz="1600" dirty="0"/>
              <a:t> #animals</a:t>
            </a:r>
          </a:p>
          <a:p>
            <a:r>
              <a:rPr lang="en-US" sz="1600" dirty="0"/>
              <a:t>        const list = </a:t>
            </a:r>
            <a:r>
              <a:rPr lang="en-US" sz="1600" dirty="0" err="1"/>
              <a:t>document.querySelector</a:t>
            </a:r>
            <a:r>
              <a:rPr lang="en-US" sz="1600" dirty="0"/>
              <a:t>('#animals');</a:t>
            </a:r>
          </a:p>
          <a:p>
            <a:r>
              <a:rPr lang="en-US" sz="1600" dirty="0"/>
              <a:t>        // add animals to the list</a:t>
            </a:r>
          </a:p>
          <a:p>
            <a:r>
              <a:rPr lang="en-US" sz="1600" dirty="0"/>
              <a:t>        </a:t>
            </a:r>
            <a:r>
              <a:rPr lang="en-US" sz="1600" dirty="0" err="1"/>
              <a:t>list.appendChild</a:t>
            </a:r>
            <a:r>
              <a:rPr lang="en-US" sz="1600" dirty="0"/>
              <a:t>(</a:t>
            </a:r>
            <a:r>
              <a:rPr lang="en-US" sz="1600" dirty="0" err="1"/>
              <a:t>createAnimalList</a:t>
            </a:r>
            <a:r>
              <a:rPr lang="en-US" sz="1600" dirty="0"/>
              <a:t>('Lion'));</a:t>
            </a:r>
          </a:p>
          <a:p>
            <a:r>
              <a:rPr lang="en-US" sz="1600" dirty="0"/>
              <a:t>        </a:t>
            </a:r>
            <a:r>
              <a:rPr lang="en-US" sz="1600" dirty="0" err="1"/>
              <a:t>list.appendChild</a:t>
            </a:r>
            <a:r>
              <a:rPr lang="en-US" sz="1600" dirty="0"/>
              <a:t>(</a:t>
            </a:r>
            <a:r>
              <a:rPr lang="en-US" sz="1600" dirty="0" err="1"/>
              <a:t>createAnimalList</a:t>
            </a:r>
            <a:r>
              <a:rPr lang="en-US" sz="1600" dirty="0"/>
              <a:t>('Tiger'));</a:t>
            </a:r>
          </a:p>
          <a:p>
            <a:r>
              <a:rPr lang="en-US" sz="1600" dirty="0"/>
              <a:t>        </a:t>
            </a:r>
            <a:r>
              <a:rPr lang="en-US" sz="1600" dirty="0" err="1"/>
              <a:t>list.appendChild</a:t>
            </a:r>
            <a:r>
              <a:rPr lang="en-US" sz="1600" dirty="0"/>
              <a:t>(</a:t>
            </a:r>
            <a:r>
              <a:rPr lang="en-US" sz="1600" dirty="0" err="1"/>
              <a:t>createAnimalList</a:t>
            </a:r>
            <a:r>
              <a:rPr lang="en-US" sz="1600" dirty="0"/>
              <a:t>('Wolf'));</a:t>
            </a:r>
          </a:p>
          <a:p>
            <a:r>
              <a:rPr lang="en-US" sz="1600" dirty="0"/>
              <a:t>    &lt;/script&gt;</a:t>
            </a:r>
          </a:p>
          <a:p>
            <a:r>
              <a:rPr lang="en-US" sz="1600" dirty="0"/>
              <a:t>&lt;/body&gt;</a:t>
            </a:r>
          </a:p>
        </p:txBody>
      </p:sp>
    </p:spTree>
    <p:extLst>
      <p:ext uri="{BB962C8B-B14F-4D97-AF65-F5344CB8AC3E}">
        <p14:creationId xmlns:p14="http://schemas.microsoft.com/office/powerpoint/2010/main" val="83559602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C357D1-5D6D-4673-A649-7DFCFE4973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6680" y="1481447"/>
            <a:ext cx="11178640" cy="1152423"/>
          </a:xfrm>
        </p:spPr>
        <p:txBody>
          <a:bodyPr>
            <a:no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The </a:t>
            </a:r>
            <a:r>
              <a:rPr lang="en-US" dirty="0" err="1">
                <a:solidFill>
                  <a:schemeClr val="tx1"/>
                </a:solidFill>
              </a:rPr>
              <a:t>insertBefore</a:t>
            </a:r>
            <a:r>
              <a:rPr lang="en-US" dirty="0">
                <a:solidFill>
                  <a:schemeClr val="tx1"/>
                </a:solidFill>
              </a:rPr>
              <a:t>() method is used to insert a node before another node as a child node of a parent node.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7F1A24-14BC-46D0-9DC7-89BA404D48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28BC2-ACA3-447C-A909-F3F49211C066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CDD3EA3E-51A1-42DE-8DED-4135277D746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06413" y="314831"/>
            <a:ext cx="829786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dirty="0">
                <a:solidFill>
                  <a:schemeClr val="bg1"/>
                </a:solidFill>
              </a:rPr>
              <a:t>DOM manipulation – </a:t>
            </a:r>
            <a:r>
              <a:rPr lang="en-IN" sz="3200" dirty="0"/>
              <a:t>Insert Before</a:t>
            </a:r>
            <a:endParaRPr lang="en-IN" sz="3200" dirty="0">
              <a:solidFill>
                <a:schemeClr val="bg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015A6C9-3F9F-4C82-8870-A53DCA0C35D5}"/>
              </a:ext>
            </a:extLst>
          </p:cNvPr>
          <p:cNvSpPr txBox="1"/>
          <p:nvPr/>
        </p:nvSpPr>
        <p:spPr>
          <a:xfrm>
            <a:off x="815008" y="2405270"/>
            <a:ext cx="9432235" cy="42780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&lt;body&gt;</a:t>
            </a:r>
          </a:p>
          <a:p>
            <a:r>
              <a:rPr lang="en-US" sz="1600" dirty="0"/>
              <a:t>    &lt;</a:t>
            </a:r>
            <a:r>
              <a:rPr lang="en-US" sz="1600" dirty="0" err="1"/>
              <a:t>ul</a:t>
            </a:r>
            <a:r>
              <a:rPr lang="en-US" sz="1600" dirty="0"/>
              <a:t> id="animal"&gt;</a:t>
            </a:r>
          </a:p>
          <a:p>
            <a:r>
              <a:rPr lang="en-US" sz="1600" dirty="0"/>
              <a:t>    &lt;li&gt;Lion&lt;/li&gt;</a:t>
            </a:r>
          </a:p>
          <a:p>
            <a:r>
              <a:rPr lang="en-US" sz="1600" dirty="0"/>
              <a:t>    &lt;li&gt;</a:t>
            </a:r>
            <a:r>
              <a:rPr lang="en-US" sz="1600" dirty="0" err="1"/>
              <a:t>Tigerr</a:t>
            </a:r>
            <a:r>
              <a:rPr lang="en-US" sz="1600" dirty="0"/>
              <a:t>&lt;/li&gt;</a:t>
            </a:r>
          </a:p>
          <a:p>
            <a:r>
              <a:rPr lang="en-US" sz="1600" dirty="0"/>
              <a:t>    &lt;/</a:t>
            </a:r>
            <a:r>
              <a:rPr lang="en-US" sz="1600" dirty="0" err="1"/>
              <a:t>ul</a:t>
            </a:r>
            <a:r>
              <a:rPr lang="en-US" sz="1600" dirty="0"/>
              <a:t>&gt;</a:t>
            </a:r>
          </a:p>
          <a:p>
            <a:r>
              <a:rPr lang="en-US" sz="1600" dirty="0"/>
              <a:t>    </a:t>
            </a:r>
          </a:p>
          <a:p>
            <a:r>
              <a:rPr lang="en-US" sz="1600" dirty="0"/>
              <a:t>   &lt;script&gt;</a:t>
            </a:r>
          </a:p>
          <a:p>
            <a:r>
              <a:rPr lang="en-US" sz="1600" dirty="0"/>
              <a:t>        let animal = </a:t>
            </a:r>
            <a:r>
              <a:rPr lang="en-US" sz="1600" dirty="0" err="1"/>
              <a:t>document.getElementById</a:t>
            </a:r>
            <a:r>
              <a:rPr lang="en-US" sz="1600" dirty="0"/>
              <a:t>('animal');</a:t>
            </a:r>
          </a:p>
          <a:p>
            <a:r>
              <a:rPr lang="en-US" sz="1600" dirty="0"/>
              <a:t>        </a:t>
            </a:r>
          </a:p>
          <a:p>
            <a:r>
              <a:rPr lang="en-US" sz="1600" dirty="0"/>
              <a:t>        // create a new li node</a:t>
            </a:r>
          </a:p>
          <a:p>
            <a:r>
              <a:rPr lang="en-US" sz="1600" dirty="0"/>
              <a:t>        let li = </a:t>
            </a:r>
            <a:r>
              <a:rPr lang="en-US" sz="1600" dirty="0" err="1"/>
              <a:t>document.createElement</a:t>
            </a:r>
            <a:r>
              <a:rPr lang="en-US" sz="1600" dirty="0"/>
              <a:t>('li');</a:t>
            </a:r>
          </a:p>
          <a:p>
            <a:r>
              <a:rPr lang="en-US" sz="1600" dirty="0"/>
              <a:t>        </a:t>
            </a:r>
            <a:r>
              <a:rPr lang="en-US" sz="1600" dirty="0" err="1"/>
              <a:t>li.textContent</a:t>
            </a:r>
            <a:r>
              <a:rPr lang="en-US" sz="1600" dirty="0"/>
              <a:t> = 'Wolf';</a:t>
            </a:r>
          </a:p>
          <a:p>
            <a:endParaRPr lang="en-US" sz="1600" dirty="0"/>
          </a:p>
          <a:p>
            <a:r>
              <a:rPr lang="en-US" sz="1600" dirty="0"/>
              <a:t>        // insert a new node before the first list item</a:t>
            </a:r>
          </a:p>
          <a:p>
            <a:r>
              <a:rPr lang="en-US" sz="1600" dirty="0"/>
              <a:t>        </a:t>
            </a:r>
            <a:r>
              <a:rPr lang="en-US" sz="1600" dirty="0" err="1"/>
              <a:t>animal.insertBefore</a:t>
            </a:r>
            <a:r>
              <a:rPr lang="en-US" sz="1600" dirty="0"/>
              <a:t>(li, </a:t>
            </a:r>
            <a:r>
              <a:rPr lang="en-US" sz="1600" dirty="0" err="1"/>
              <a:t>animal.firstElementChild</a:t>
            </a:r>
            <a:r>
              <a:rPr lang="en-US" sz="1600" dirty="0"/>
              <a:t>);</a:t>
            </a:r>
          </a:p>
          <a:p>
            <a:r>
              <a:rPr lang="en-US" sz="1600" dirty="0"/>
              <a:t>    &lt;/script&gt;</a:t>
            </a:r>
          </a:p>
          <a:p>
            <a:r>
              <a:rPr lang="en-US" sz="1600" dirty="0"/>
              <a:t>&lt;/body&gt;</a:t>
            </a:r>
          </a:p>
        </p:txBody>
      </p:sp>
    </p:spTree>
    <p:extLst>
      <p:ext uri="{BB962C8B-B14F-4D97-AF65-F5344CB8AC3E}">
        <p14:creationId xmlns:p14="http://schemas.microsoft.com/office/powerpoint/2010/main" val="324756200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1C0D84-0B04-405C-8619-82A1242FC1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3200" dirty="0"/>
              <a:t>Traversing the DOM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61D5F9-F29E-477F-9858-24B0442D72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8661" y="1481447"/>
            <a:ext cx="11760577" cy="4525963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The DOM allows us to do anything with elements and their contents, but first we need to reach the corresponding DOM object. </a:t>
            </a:r>
          </a:p>
          <a:p>
            <a:r>
              <a:rPr lang="en-US" dirty="0">
                <a:solidFill>
                  <a:schemeClr val="tx1"/>
                </a:solidFill>
              </a:rPr>
              <a:t>The properties used to transverse the DOM or to reach/get a particular DOM object are listed below:</a:t>
            </a:r>
          </a:p>
          <a:p>
            <a:r>
              <a:rPr lang="en-US" dirty="0">
                <a:solidFill>
                  <a:schemeClr val="tx1"/>
                </a:solidFill>
              </a:rPr>
              <a:t>The document object is the root of every node in the DOM. The topmost tree nodes are associated with document properties:</a:t>
            </a:r>
          </a:p>
          <a:p>
            <a:pPr lvl="1"/>
            <a:r>
              <a:rPr lang="en-US" dirty="0" err="1">
                <a:solidFill>
                  <a:schemeClr val="tx1"/>
                </a:solidFill>
              </a:rPr>
              <a:t>document.documentElement</a:t>
            </a:r>
            <a:r>
              <a:rPr lang="en-US" dirty="0">
                <a:solidFill>
                  <a:schemeClr val="tx1"/>
                </a:solidFill>
              </a:rPr>
              <a:t> property - refers the DOM node of the &lt;html&gt; tag.</a:t>
            </a:r>
          </a:p>
          <a:p>
            <a:pPr lvl="1"/>
            <a:r>
              <a:rPr lang="en-US" dirty="0" err="1">
                <a:solidFill>
                  <a:schemeClr val="tx1"/>
                </a:solidFill>
              </a:rPr>
              <a:t>document.head</a:t>
            </a:r>
            <a:r>
              <a:rPr lang="en-US" dirty="0">
                <a:solidFill>
                  <a:schemeClr val="tx1"/>
                </a:solidFill>
              </a:rPr>
              <a:t> property - refers the DOM node of the &lt;head&gt; tag.</a:t>
            </a:r>
          </a:p>
          <a:p>
            <a:pPr lvl="1"/>
            <a:r>
              <a:rPr lang="en-US" dirty="0" err="1">
                <a:solidFill>
                  <a:schemeClr val="tx1"/>
                </a:solidFill>
              </a:rPr>
              <a:t>document.body</a:t>
            </a:r>
            <a:r>
              <a:rPr lang="en-US" dirty="0">
                <a:solidFill>
                  <a:schemeClr val="tx1"/>
                </a:solidFill>
              </a:rPr>
              <a:t> property - refers the DOM node of the &lt;body&gt; tag.</a:t>
            </a:r>
          </a:p>
          <a:p>
            <a:endParaRPr lang="en-US" dirty="0"/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640B9B-5C1F-4B56-9737-8CBD0E8085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28BC2-ACA3-447C-A909-F3F49211C066}" type="slidenum">
              <a:rPr lang="en-US" smtClean="0"/>
              <a:pPr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988718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C846F1-B718-4FAD-971F-B4E12BDD66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400" dirty="0"/>
              <a:t>Traversing the DOM - </a:t>
            </a:r>
            <a:r>
              <a:rPr lang="en-US" dirty="0"/>
              <a:t>Parent Nodes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35F87A-C64E-4B3C-B913-34965C9CF1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6680" y="1481447"/>
            <a:ext cx="11178640" cy="1351205"/>
          </a:xfrm>
        </p:spPr>
        <p:txBody>
          <a:bodyPr>
            <a:normAutofit/>
          </a:bodyPr>
          <a:lstStyle/>
          <a:p>
            <a:r>
              <a:rPr lang="en-US" sz="2400" dirty="0"/>
              <a:t>The parent of any node is the node that is one level above in the DOM tree. </a:t>
            </a:r>
          </a:p>
          <a:p>
            <a:r>
              <a:rPr lang="en-US" sz="2400" dirty="0"/>
              <a:t>There are two properties to get the parent — </a:t>
            </a:r>
            <a:r>
              <a:rPr lang="en-US" sz="2400" dirty="0" err="1"/>
              <a:t>parentNode</a:t>
            </a:r>
            <a:r>
              <a:rPr lang="en-US" sz="2400" dirty="0"/>
              <a:t> and </a:t>
            </a:r>
            <a:r>
              <a:rPr lang="en-US" sz="2400" dirty="0" err="1"/>
              <a:t>parentElement</a:t>
            </a:r>
            <a:r>
              <a:rPr lang="en-US" sz="2400" dirty="0"/>
              <a:t>. </a:t>
            </a:r>
          </a:p>
          <a:p>
            <a:r>
              <a:rPr lang="en-US" sz="2400" dirty="0"/>
              <a:t>The </a:t>
            </a:r>
            <a:r>
              <a:rPr lang="en-US" sz="2400" dirty="0" err="1"/>
              <a:t>parentNode</a:t>
            </a:r>
            <a:r>
              <a:rPr lang="en-US" sz="2400" dirty="0"/>
              <a:t> is most commonly used for traversing the DOM.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900D22-BF17-4CA4-B71E-5457192CAA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28BC2-ACA3-447C-A909-F3F49211C066}" type="slidenum">
              <a:rPr lang="en-US" smtClean="0"/>
              <a:pPr/>
              <a:t>18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50BB7E9-BEB7-43A2-9356-F2C19C35BB59}"/>
              </a:ext>
            </a:extLst>
          </p:cNvPr>
          <p:cNvSpPr txBox="1"/>
          <p:nvPr/>
        </p:nvSpPr>
        <p:spPr>
          <a:xfrm>
            <a:off x="646043" y="3319670"/>
            <a:ext cx="10664687" cy="2912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&lt;body&gt;</a:t>
            </a:r>
          </a:p>
          <a:p>
            <a:r>
              <a:rPr lang="en-US"/>
              <a:t>    &lt;div id="main"&gt;</a:t>
            </a:r>
          </a:p>
          <a:p>
            <a:r>
              <a:rPr lang="en-US"/>
              <a:t>        &lt;p id="para"&gt;This is a note!&lt;/p&gt;</a:t>
            </a:r>
          </a:p>
          <a:p>
            <a:r>
              <a:rPr lang="en-US"/>
              <a:t>    &lt;/div&gt;</a:t>
            </a:r>
          </a:p>
          <a:p>
            <a:endParaRPr lang="en-US"/>
          </a:p>
          <a:p>
            <a:r>
              <a:rPr lang="en-US"/>
              <a:t>    &lt;script&gt;</a:t>
            </a:r>
          </a:p>
          <a:p>
            <a:r>
              <a:rPr lang="en-US"/>
              <a:t>        let elmt = document.querySelector('#para');</a:t>
            </a:r>
          </a:p>
          <a:p>
            <a:r>
              <a:rPr lang="en-US"/>
              <a:t>        document.write(elmt.parentNode+ "&lt;br&gt;"); // outputs: [object HTMLDivElement]</a:t>
            </a:r>
          </a:p>
          <a:p>
            <a:r>
              <a:rPr lang="en-US"/>
              <a:t>    &lt;/script&gt;</a:t>
            </a:r>
          </a:p>
          <a:p>
            <a:r>
              <a:rPr lang="en-US"/>
              <a:t>&lt;/body&gt;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372515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A7AE05-14EE-440E-9F3C-5F2EA0DD17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Traversing the DOM - Child Nodes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916927-29C5-40A4-87F0-61582CF23C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children of a node are the nodes that are one level below it. The properties are listed below:</a:t>
            </a:r>
          </a:p>
          <a:p>
            <a:endParaRPr lang="en-US" dirty="0"/>
          </a:p>
          <a:p>
            <a:r>
              <a:rPr lang="en-US" sz="2400" dirty="0" err="1"/>
              <a:t>childNodes</a:t>
            </a:r>
            <a:r>
              <a:rPr lang="en-US" sz="2400" dirty="0"/>
              <a:t> property - returns a list of child nodes, including text nodes.</a:t>
            </a:r>
          </a:p>
          <a:p>
            <a:r>
              <a:rPr lang="en-US" sz="2400" dirty="0" err="1"/>
              <a:t>firstChild</a:t>
            </a:r>
            <a:r>
              <a:rPr lang="en-US" sz="2400" dirty="0"/>
              <a:t> property - give access to the first child node.</a:t>
            </a:r>
          </a:p>
          <a:p>
            <a:r>
              <a:rPr lang="en-US" sz="2400" dirty="0" err="1"/>
              <a:t>lastChild</a:t>
            </a:r>
            <a:r>
              <a:rPr lang="en-US" sz="2400" dirty="0"/>
              <a:t> property - give access to the last child node.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81B0EE-2919-43F0-B9C9-D3AC3068B0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28BC2-ACA3-447C-A909-F3F49211C066}" type="slidenum">
              <a:rPr lang="en-US" smtClean="0"/>
              <a:pPr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698100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A7AE05-14EE-440E-9F3C-5F2EA0DD17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Traversing the DOM - Child Nodes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916927-29C5-40A4-87F0-61582CF23C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en-US" sz="1600" dirty="0"/>
              <a:t>&lt;body&gt;</a:t>
            </a:r>
          </a:p>
          <a:p>
            <a:pPr marL="0" indent="0">
              <a:buNone/>
            </a:pPr>
            <a:r>
              <a:rPr lang="en-US" sz="1600" dirty="0"/>
              <a:t>	&lt;div id="</a:t>
            </a:r>
            <a:r>
              <a:rPr lang="en-US" sz="1600" dirty="0" err="1"/>
              <a:t>myDiv</a:t>
            </a:r>
            <a:r>
              <a:rPr lang="en-US" sz="1600" dirty="0"/>
              <a:t>"&gt;</a:t>
            </a:r>
          </a:p>
          <a:p>
            <a:pPr marL="0" indent="0">
              <a:buNone/>
            </a:pPr>
            <a:r>
              <a:rPr lang="en-US" sz="1600" dirty="0"/>
              <a:t>       	&lt;p&gt;This is a paragraph - first child&lt;/p&gt;</a:t>
            </a:r>
          </a:p>
          <a:p>
            <a:pPr marL="0" indent="0">
              <a:buNone/>
            </a:pPr>
            <a:r>
              <a:rPr lang="en-US" sz="1600" dirty="0"/>
              <a:t>        &lt;div&gt; this is a div </a:t>
            </a:r>
            <a:r>
              <a:rPr lang="en-US" sz="1600" dirty="0" err="1"/>
              <a:t>elemt</a:t>
            </a:r>
            <a:r>
              <a:rPr lang="en-US" sz="1600" dirty="0"/>
              <a:t> - last child&lt;/div&gt; </a:t>
            </a:r>
          </a:p>
          <a:p>
            <a:pPr marL="0" indent="0">
              <a:buNone/>
            </a:pPr>
            <a:r>
              <a:rPr lang="en-US" sz="1600" dirty="0"/>
              <a:t>    &lt;/div&gt;</a:t>
            </a:r>
          </a:p>
          <a:p>
            <a:pPr marL="0" indent="0">
              <a:buNone/>
            </a:pPr>
            <a:r>
              <a:rPr lang="en-US" sz="1600" dirty="0"/>
              <a:t>    &lt;script&gt;</a:t>
            </a:r>
          </a:p>
          <a:p>
            <a:pPr marL="0" indent="0">
              <a:buNone/>
            </a:pPr>
            <a:r>
              <a:rPr lang="en-US" sz="1600" dirty="0"/>
              <a:t>        let </a:t>
            </a:r>
            <a:r>
              <a:rPr lang="en-US" sz="1600" dirty="0" err="1"/>
              <a:t>elmt</a:t>
            </a:r>
            <a:r>
              <a:rPr lang="en-US" sz="1600" dirty="0"/>
              <a:t> = </a:t>
            </a:r>
            <a:r>
              <a:rPr lang="en-US" sz="1600" dirty="0" err="1"/>
              <a:t>document.querySelector</a:t>
            </a:r>
            <a:r>
              <a:rPr lang="en-US" sz="1600" dirty="0"/>
              <a:t>('#</a:t>
            </a:r>
            <a:r>
              <a:rPr lang="en-US" sz="1600" dirty="0" err="1"/>
              <a:t>myDiv</a:t>
            </a:r>
            <a:r>
              <a:rPr lang="en-US" sz="1600" dirty="0"/>
              <a:t>');</a:t>
            </a:r>
          </a:p>
          <a:p>
            <a:pPr marL="0" indent="0">
              <a:buNone/>
            </a:pPr>
            <a:r>
              <a:rPr lang="en-US" sz="1600" dirty="0"/>
              <a:t>       	</a:t>
            </a:r>
            <a:r>
              <a:rPr lang="en-US" sz="1600" dirty="0" err="1"/>
              <a:t>document.write</a:t>
            </a:r>
            <a:r>
              <a:rPr lang="en-US" sz="1600" dirty="0"/>
              <a:t>("&lt;</a:t>
            </a:r>
            <a:r>
              <a:rPr lang="en-US" sz="1600" dirty="0" err="1"/>
              <a:t>br</a:t>
            </a:r>
            <a:r>
              <a:rPr lang="en-US" sz="1600" dirty="0"/>
              <a:t>&gt; Child nodes of div element: &lt;</a:t>
            </a:r>
            <a:r>
              <a:rPr lang="en-US" sz="1600" dirty="0" err="1"/>
              <a:t>br</a:t>
            </a:r>
            <a:r>
              <a:rPr lang="en-US" sz="1600" dirty="0"/>
              <a:t>&gt;");</a:t>
            </a:r>
          </a:p>
          <a:p>
            <a:pPr marL="0" indent="0">
              <a:buNone/>
            </a:pPr>
            <a:r>
              <a:rPr lang="en-US" sz="1600" dirty="0"/>
              <a:t>        for (let </a:t>
            </a:r>
            <a:r>
              <a:rPr lang="en-US" sz="1600" dirty="0" err="1"/>
              <a:t>i</a:t>
            </a:r>
            <a:r>
              <a:rPr lang="en-US" sz="1600" dirty="0"/>
              <a:t> = 0; </a:t>
            </a:r>
            <a:r>
              <a:rPr lang="en-US" sz="1600" dirty="0" err="1"/>
              <a:t>i</a:t>
            </a:r>
            <a:r>
              <a:rPr lang="en-US" sz="1600" dirty="0"/>
              <a:t> &lt; </a:t>
            </a:r>
            <a:r>
              <a:rPr lang="en-US" sz="1600" dirty="0" err="1"/>
              <a:t>elmt.childNodes.length</a:t>
            </a:r>
            <a:r>
              <a:rPr lang="en-US" sz="1600" dirty="0"/>
              <a:t>; </a:t>
            </a:r>
            <a:r>
              <a:rPr lang="en-US" sz="1600" dirty="0" err="1"/>
              <a:t>i</a:t>
            </a:r>
            <a:r>
              <a:rPr lang="en-US" sz="1600" dirty="0"/>
              <a:t>++) {</a:t>
            </a:r>
          </a:p>
          <a:p>
            <a:pPr marL="0" indent="0">
              <a:buNone/>
            </a:pPr>
            <a:r>
              <a:rPr lang="en-US" sz="1600" dirty="0"/>
              <a:t>              </a:t>
            </a:r>
            <a:r>
              <a:rPr lang="en-US" sz="1600" dirty="0" err="1"/>
              <a:t>document.write</a:t>
            </a:r>
            <a:r>
              <a:rPr lang="en-US" sz="1600" dirty="0"/>
              <a:t>(</a:t>
            </a:r>
            <a:r>
              <a:rPr lang="en-US" sz="1600" dirty="0" err="1"/>
              <a:t>elmt.childNodes</a:t>
            </a:r>
            <a:r>
              <a:rPr lang="en-US" sz="1600" dirty="0"/>
              <a:t>[</a:t>
            </a:r>
            <a:r>
              <a:rPr lang="en-US" sz="1600" dirty="0" err="1"/>
              <a:t>i</a:t>
            </a:r>
            <a:r>
              <a:rPr lang="en-US" sz="1600" dirty="0"/>
              <a:t>]  + "&lt;</a:t>
            </a:r>
            <a:r>
              <a:rPr lang="en-US" sz="1600" dirty="0" err="1"/>
              <a:t>br</a:t>
            </a:r>
            <a:r>
              <a:rPr lang="en-US" sz="1600" dirty="0"/>
              <a:t>&gt;");</a:t>
            </a:r>
          </a:p>
          <a:p>
            <a:pPr marL="0" indent="0">
              <a:buNone/>
            </a:pPr>
            <a:r>
              <a:rPr lang="en-US" sz="1600" dirty="0"/>
              <a:t>              }</a:t>
            </a:r>
          </a:p>
          <a:p>
            <a:pPr marL="0" indent="0">
              <a:buNone/>
            </a:pPr>
            <a:r>
              <a:rPr lang="en-US" sz="1600" dirty="0"/>
              <a:t>              </a:t>
            </a:r>
          </a:p>
          <a:p>
            <a:pPr marL="0" indent="0">
              <a:buNone/>
            </a:pPr>
            <a:r>
              <a:rPr lang="en-US" sz="1600" dirty="0"/>
              <a:t>       </a:t>
            </a:r>
            <a:r>
              <a:rPr lang="en-US" sz="1600" dirty="0" err="1"/>
              <a:t>document.write</a:t>
            </a:r>
            <a:r>
              <a:rPr lang="en-US" sz="1600" dirty="0"/>
              <a:t>("&lt;</a:t>
            </a:r>
            <a:r>
              <a:rPr lang="en-US" sz="1600" dirty="0" err="1"/>
              <a:t>br</a:t>
            </a:r>
            <a:r>
              <a:rPr lang="en-US" sz="1600" dirty="0"/>
              <a:t>&gt; First child of div element: &lt;</a:t>
            </a:r>
            <a:r>
              <a:rPr lang="en-US" sz="1600" dirty="0" err="1"/>
              <a:t>br</a:t>
            </a:r>
            <a:r>
              <a:rPr lang="en-US" sz="1600" dirty="0"/>
              <a:t>&gt;" +</a:t>
            </a:r>
            <a:r>
              <a:rPr lang="en-US" sz="1600" dirty="0" err="1"/>
              <a:t>elmt.firstChild</a:t>
            </a:r>
            <a:r>
              <a:rPr lang="en-US" sz="1600" dirty="0"/>
              <a:t>) ; </a:t>
            </a:r>
          </a:p>
          <a:p>
            <a:pPr marL="0" indent="0">
              <a:buNone/>
            </a:pPr>
            <a:r>
              <a:rPr lang="en-US" sz="1600" dirty="0"/>
              <a:t>       </a:t>
            </a:r>
          </a:p>
          <a:p>
            <a:pPr marL="0" indent="0">
              <a:buNone/>
            </a:pPr>
            <a:r>
              <a:rPr lang="en-US" sz="1600" dirty="0"/>
              <a:t>       </a:t>
            </a:r>
            <a:r>
              <a:rPr lang="en-US" sz="1600" dirty="0" err="1"/>
              <a:t>document.write</a:t>
            </a:r>
            <a:r>
              <a:rPr lang="en-US" sz="1600" dirty="0"/>
              <a:t>("&lt;</a:t>
            </a:r>
            <a:r>
              <a:rPr lang="en-US" sz="1600" dirty="0" err="1"/>
              <a:t>br</a:t>
            </a:r>
            <a:r>
              <a:rPr lang="en-US" sz="1600" dirty="0"/>
              <a:t>&gt; Last child of div element: &lt;</a:t>
            </a:r>
            <a:r>
              <a:rPr lang="en-US" sz="1600" dirty="0" err="1"/>
              <a:t>br</a:t>
            </a:r>
            <a:r>
              <a:rPr lang="en-US" sz="1600" dirty="0"/>
              <a:t>&gt;" +</a:t>
            </a:r>
            <a:r>
              <a:rPr lang="en-US" sz="1600" dirty="0" err="1"/>
              <a:t>elmt.lastChild</a:t>
            </a:r>
            <a:r>
              <a:rPr lang="en-US" sz="1600" dirty="0"/>
              <a:t>) ;        </a:t>
            </a:r>
          </a:p>
          <a:p>
            <a:pPr marL="0" indent="0">
              <a:buNone/>
            </a:pPr>
            <a:r>
              <a:rPr lang="en-US" sz="1600" dirty="0"/>
              <a:t>    &lt;/script&gt;</a:t>
            </a:r>
          </a:p>
          <a:p>
            <a:pPr marL="0" indent="0">
              <a:buNone/>
            </a:pPr>
            <a:r>
              <a:rPr lang="en-US" sz="1600" dirty="0"/>
              <a:t>&lt;/body&gt;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81B0EE-2919-43F0-B9C9-D3AC3068B0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28BC2-ACA3-447C-A909-F3F49211C066}" type="slidenum">
              <a:rPr lang="en-US" smtClean="0"/>
              <a:pPr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648751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E971BB-8B4C-4B0D-9607-20FC72B938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Traversing the DOM - Siblings Nodes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D2CE39-498B-4A7B-B8DD-3DDC046E59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Siblings are nodes that are children of the same parent. </a:t>
            </a:r>
          </a:p>
          <a:p>
            <a:r>
              <a:rPr lang="en-US" dirty="0"/>
              <a:t>The siblings of a node are any node on the same tree level in the DOM.</a:t>
            </a:r>
          </a:p>
          <a:p>
            <a:endParaRPr lang="en-US" dirty="0"/>
          </a:p>
          <a:p>
            <a:r>
              <a:rPr lang="en-US" dirty="0" err="1"/>
              <a:t>previousElementSibling</a:t>
            </a:r>
            <a:r>
              <a:rPr lang="en-US" dirty="0"/>
              <a:t> property - give access to the previous sibling Node, i.e. the node that immediately precedes the specified node.</a:t>
            </a:r>
          </a:p>
          <a:p>
            <a:r>
              <a:rPr lang="en-US" dirty="0" err="1"/>
              <a:t>nextElementSibling</a:t>
            </a:r>
            <a:r>
              <a:rPr lang="en-US" dirty="0"/>
              <a:t> property - give access to the next sibling Node, i.e. the node that immediately precedes or follows the specified node.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39E091-41DC-46B4-8C90-2E94569377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28BC2-ACA3-447C-A909-F3F49211C066}" type="slidenum">
              <a:rPr lang="en-US" smtClean="0"/>
              <a:pPr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432866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E971BB-8B4C-4B0D-9607-20FC72B938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Traversing the DOM - Siblings Nodes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D2CE39-498B-4A7B-B8DD-3DDC046E59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6680" y="1481447"/>
            <a:ext cx="11472558" cy="4525963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dirty="0"/>
              <a:t>&lt;body&gt;</a:t>
            </a:r>
          </a:p>
          <a:p>
            <a:pPr marL="0" indent="0">
              <a:buNone/>
            </a:pPr>
            <a:r>
              <a:rPr lang="en-US" dirty="0"/>
              <a:t>    &lt;</a:t>
            </a:r>
            <a:r>
              <a:rPr lang="en-US" dirty="0" err="1"/>
              <a:t>ul</a:t>
            </a:r>
            <a:r>
              <a:rPr lang="en-US" dirty="0"/>
              <a:t> &gt;</a:t>
            </a:r>
          </a:p>
          <a:p>
            <a:pPr marL="0" indent="0">
              <a:buNone/>
            </a:pPr>
            <a:r>
              <a:rPr lang="en-US" dirty="0"/>
              <a:t>        &lt;li&gt;list item 1&lt;/li&gt;</a:t>
            </a:r>
          </a:p>
          <a:p>
            <a:pPr marL="0" indent="0">
              <a:buNone/>
            </a:pPr>
            <a:r>
              <a:rPr lang="en-US" dirty="0"/>
              <a:t>        &lt;li class="list"&gt;list item 2&lt;/li&gt;</a:t>
            </a:r>
          </a:p>
          <a:p>
            <a:pPr marL="0" indent="0">
              <a:buNone/>
            </a:pPr>
            <a:r>
              <a:rPr lang="en-US" dirty="0"/>
              <a:t>        &lt;li&gt;list item 3&lt;/li&gt;</a:t>
            </a:r>
          </a:p>
          <a:p>
            <a:pPr marL="0" indent="0">
              <a:buNone/>
            </a:pPr>
            <a:r>
              <a:rPr lang="en-US" dirty="0"/>
              <a:t>    &lt;/</a:t>
            </a:r>
            <a:r>
              <a:rPr lang="en-US" dirty="0" err="1"/>
              <a:t>ul</a:t>
            </a:r>
            <a:r>
              <a:rPr lang="en-US" dirty="0"/>
              <a:t>&gt;</a:t>
            </a:r>
          </a:p>
          <a:p>
            <a:pPr marL="0" indent="0">
              <a:buNone/>
            </a:pPr>
            <a:r>
              <a:rPr lang="en-US" dirty="0"/>
              <a:t>    &lt;script&gt;             </a:t>
            </a:r>
          </a:p>
          <a:p>
            <a:pPr marL="0" indent="0">
              <a:buNone/>
            </a:pPr>
            <a:r>
              <a:rPr lang="en-US" dirty="0"/>
              <a:t>       const </a:t>
            </a:r>
            <a:r>
              <a:rPr lang="en-US" dirty="0" err="1"/>
              <a:t>secondListItem</a:t>
            </a:r>
            <a:r>
              <a:rPr lang="en-US" dirty="0"/>
              <a:t> = </a:t>
            </a:r>
            <a:r>
              <a:rPr lang="en-US" dirty="0" err="1"/>
              <a:t>document.querySelector</a:t>
            </a:r>
            <a:r>
              <a:rPr lang="en-US" dirty="0"/>
              <a:t>('.list');       </a:t>
            </a:r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document.write</a:t>
            </a:r>
            <a:r>
              <a:rPr lang="en-US" dirty="0"/>
              <a:t>(</a:t>
            </a:r>
            <a:r>
              <a:rPr lang="en-US" dirty="0" err="1"/>
              <a:t>secondListItem.previousElementSibling.textContent</a:t>
            </a:r>
            <a:r>
              <a:rPr lang="en-US" dirty="0"/>
              <a:t>) ;  // outputs:  "list item 1"</a:t>
            </a:r>
          </a:p>
          <a:p>
            <a:pPr marL="0" indent="0">
              <a:buNone/>
            </a:pPr>
            <a:r>
              <a:rPr lang="en-US" dirty="0"/>
              <a:t>       </a:t>
            </a:r>
            <a:r>
              <a:rPr lang="en-US" dirty="0" err="1"/>
              <a:t>document.write</a:t>
            </a:r>
            <a:r>
              <a:rPr lang="en-US" dirty="0"/>
              <a:t>(</a:t>
            </a:r>
            <a:r>
              <a:rPr lang="en-US" dirty="0" err="1"/>
              <a:t>secondListItem.nextElementSibling.textContent</a:t>
            </a:r>
            <a:r>
              <a:rPr lang="en-US" dirty="0"/>
              <a:t>);   //outputs: "list item 3"           </a:t>
            </a:r>
          </a:p>
          <a:p>
            <a:pPr marL="0" indent="0">
              <a:buNone/>
            </a:pPr>
            <a:r>
              <a:rPr lang="en-US" dirty="0"/>
              <a:t>    &lt;/script&gt;</a:t>
            </a:r>
          </a:p>
          <a:p>
            <a:pPr marL="0" indent="0">
              <a:buNone/>
            </a:pPr>
            <a:r>
              <a:rPr lang="en-US" dirty="0"/>
              <a:t>&lt;/body&gt;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39E091-41DC-46B4-8C90-2E94569377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28BC2-ACA3-447C-A909-F3F49211C066}" type="slidenum">
              <a:rPr lang="en-US" smtClean="0"/>
              <a:pPr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5857819"/>
      </p:ext>
    </p:extLst>
  </p:cSld>
  <p:clrMapOvr>
    <a:masterClrMapping/>
  </p:clrMapOvr>
</p:sld>
</file>

<file path=ppt/theme/theme1.xml><?xml version="1.0" encoding="utf-8"?>
<a:theme xmlns:a="http://schemas.openxmlformats.org/drawingml/2006/main" name="2_Custom Design">
  <a:themeElements>
    <a:clrScheme name="Revature">
      <a:dk1>
        <a:sysClr val="windowText" lastClr="000000"/>
      </a:dk1>
      <a:lt1>
        <a:srgbClr val="FFFFFF"/>
      </a:lt1>
      <a:dk2>
        <a:srgbClr val="474C55"/>
      </a:dk2>
      <a:lt2>
        <a:srgbClr val="F2F2F2"/>
      </a:lt2>
      <a:accent1>
        <a:srgbClr val="F36A25"/>
      </a:accent1>
      <a:accent2>
        <a:srgbClr val="A0A1A0"/>
      </a:accent2>
      <a:accent3>
        <a:srgbClr val="474C55"/>
      </a:accent3>
      <a:accent4>
        <a:srgbClr val="F7A528"/>
      </a:accent4>
      <a:accent5>
        <a:srgbClr val="73A5C2"/>
      </a:accent5>
      <a:accent6>
        <a:srgbClr val="F36A25"/>
      </a:accent6>
      <a:hlink>
        <a:srgbClr val="F36A25"/>
      </a:hlink>
      <a:folHlink>
        <a:srgbClr val="F36A25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vature Template  101416" id="{E7AE9B54-ECDF-468C-BAC8-D7E5033F34EC}" vid="{F6400A2A-47B1-4620-B2AC-EFF1DCD888C5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35984D43EE4574B9C073FADB8B99E5A" ma:contentTypeVersion="11" ma:contentTypeDescription="Create a new document." ma:contentTypeScope="" ma:versionID="764672e8dda65f8ddffb1f1f33bbd37f">
  <xsd:schema xmlns:xsd="http://www.w3.org/2001/XMLSchema" xmlns:xs="http://www.w3.org/2001/XMLSchema" xmlns:p="http://schemas.microsoft.com/office/2006/metadata/properties" xmlns:ns2="500f242d-9e82-47a2-b2b2-49a8a58c2bcf" xmlns:ns3="3f5143cd-fd85-4026-8a77-8d817421398e" targetNamespace="http://schemas.microsoft.com/office/2006/metadata/properties" ma:root="true" ma:fieldsID="dee54aed8a1e40333aee5261dab5c9fa" ns2:_="" ns3:_="">
    <xsd:import namespace="500f242d-9e82-47a2-b2b2-49a8a58c2bcf"/>
    <xsd:import namespace="3f5143cd-fd85-4026-8a77-8d817421398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0f242d-9e82-47a2-b2b2-49a8a58c2bc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7c4358da-3780-45bf-91e2-d742a5320e2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f5143cd-fd85-4026-8a77-8d817421398e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d0d9161d-9625-4808-9480-9720b2440f02}" ma:internalName="TaxCatchAll" ma:showField="CatchAllData" ma:web="3f5143cd-fd85-4026-8a77-8d817421398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500f242d-9e82-47a2-b2b2-49a8a58c2bcf">
      <Terms xmlns="http://schemas.microsoft.com/office/infopath/2007/PartnerControls"/>
    </lcf76f155ced4ddcb4097134ff3c332f>
    <TaxCatchAll xmlns="3f5143cd-fd85-4026-8a77-8d817421398e" xsi:nil="true"/>
  </documentManagement>
</p:properties>
</file>

<file path=customXml/itemProps1.xml><?xml version="1.0" encoding="utf-8"?>
<ds:datastoreItem xmlns:ds="http://schemas.openxmlformats.org/officeDocument/2006/customXml" ds:itemID="{4C2FEB15-C434-4EDE-B226-33A8BE3A183D}"/>
</file>

<file path=customXml/itemProps2.xml><?xml version="1.0" encoding="utf-8"?>
<ds:datastoreItem xmlns:ds="http://schemas.openxmlformats.org/officeDocument/2006/customXml" ds:itemID="{EB394760-D7B2-4212-9532-8AD392A51014}"/>
</file>

<file path=customXml/itemProps3.xml><?xml version="1.0" encoding="utf-8"?>
<ds:datastoreItem xmlns:ds="http://schemas.openxmlformats.org/officeDocument/2006/customXml" ds:itemID="{C4C64018-7B22-4AC1-B56D-6ADC9A862766}"/>
</file>

<file path=docProps/app.xml><?xml version="1.0" encoding="utf-8"?>
<Properties xmlns="http://schemas.openxmlformats.org/officeDocument/2006/extended-properties" xmlns:vt="http://schemas.openxmlformats.org/officeDocument/2006/docPropsVTypes">
  <TotalTime>224</TotalTime>
  <Words>1852</Words>
  <Application>Microsoft Office PowerPoint</Application>
  <PresentationFormat>Widescreen</PresentationFormat>
  <Paragraphs>225</Paragraphs>
  <Slides>22</Slides>
  <Notes>0</Notes>
  <HiddenSlides>1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Times New Roman</vt:lpstr>
      <vt:lpstr>2_Custom Design</vt:lpstr>
      <vt:lpstr>Document Object Model</vt:lpstr>
      <vt:lpstr>What is the DOM?</vt:lpstr>
      <vt:lpstr>What is the DOM?</vt:lpstr>
      <vt:lpstr> </vt:lpstr>
      <vt:lpstr>HTML DOM </vt:lpstr>
      <vt:lpstr>JavaScript HTML DOM Elements </vt:lpstr>
      <vt:lpstr> </vt:lpstr>
      <vt:lpstr> </vt:lpstr>
      <vt:lpstr>HTML DOM Elements</vt:lpstr>
      <vt:lpstr>HTML DOM Elements</vt:lpstr>
      <vt:lpstr>DOM manipulation</vt:lpstr>
      <vt:lpstr> </vt:lpstr>
      <vt:lpstr>DOM manipulation – Replace Child</vt:lpstr>
      <vt:lpstr>DOM manipulation – Remove Child</vt:lpstr>
      <vt:lpstr>DOM manipulation – Append a Node</vt:lpstr>
      <vt:lpstr>DOM manipulation – Insert Before</vt:lpstr>
      <vt:lpstr>Traversing the DOM</vt:lpstr>
      <vt:lpstr>Traversing the DOM - Parent Nodes</vt:lpstr>
      <vt:lpstr>Traversing the DOM - Child Nodes</vt:lpstr>
      <vt:lpstr>Traversing the DOM - Child Nodes</vt:lpstr>
      <vt:lpstr>Traversing the DOM - Siblings Nodes</vt:lpstr>
      <vt:lpstr>Traversing the DOM - Siblings Nodes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DOM</dc:title>
  <dc:creator>Namrata</dc:creator>
  <cp:lastModifiedBy>Jasdhir Singh</cp:lastModifiedBy>
  <cp:revision>51</cp:revision>
  <dcterms:created xsi:type="dcterms:W3CDTF">2018-10-17T18:42:27Z</dcterms:created>
  <dcterms:modified xsi:type="dcterms:W3CDTF">2022-03-22T20:36:37Z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0x010100C35984D43EE4574B9C073FADB8B99E5A</vt:lpwstr>
  </property>
</Properties>
</file>