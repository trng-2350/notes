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10"/>
  </p:notesMasterIdLst>
  <p:handoutMasterIdLst>
    <p:handoutMasterId r:id="rId11"/>
  </p:handoutMasterIdLst>
  <p:sldIdLst>
    <p:sldId id="256" r:id="rId2"/>
    <p:sldId id="343" r:id="rId3"/>
    <p:sldId id="357" r:id="rId4"/>
    <p:sldId id="257" r:id="rId5"/>
    <p:sldId id="360" r:id="rId6"/>
    <p:sldId id="358" r:id="rId7"/>
    <p:sldId id="361" r:id="rId8"/>
    <p:sldId id="362" r:id="rId9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74C55"/>
    <a:srgbClr val="669A91"/>
    <a:srgbClr val="9171A7"/>
    <a:srgbClr val="CCCC00"/>
    <a:srgbClr val="B07750"/>
    <a:srgbClr val="AC545C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389" autoAdjust="0"/>
  </p:normalViewPr>
  <p:slideViewPr>
    <p:cSldViewPr snapToGrid="0">
      <p:cViewPr varScale="1">
        <p:scale>
          <a:sx n="50" d="100"/>
          <a:sy n="50" d="100"/>
        </p:scale>
        <p:origin x="1578" y="54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OAuth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44B04-2EA6-FCF4-5F43-ABE166F4F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OAuth</a:t>
            </a:r>
          </a:p>
          <a:p>
            <a:r>
              <a:rPr lang="en-US" dirty="0"/>
              <a:t>JWT</a:t>
            </a:r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OAuth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EF6BF5-9707-F5D1-3838-580657495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OAuth (Open Authorization) is an open standard protocol that allows third-party applications to access a user’s resources without exposing their credentials.</a:t>
            </a:r>
          </a:p>
          <a:p>
            <a:r>
              <a:rPr lang="en-US" dirty="0"/>
              <a:t>Think of it as a “valet key”, you give limited access to something without handing over full control</a:t>
            </a:r>
          </a:p>
          <a:p>
            <a:r>
              <a:rPr lang="en-US" dirty="0"/>
              <a:t>The current version </a:t>
            </a:r>
            <a:r>
              <a:rPr lang="en-US" b="1" dirty="0"/>
              <a:t>OAuth 2.0</a:t>
            </a:r>
            <a:r>
              <a:rPr lang="en-US" dirty="0"/>
              <a:t>, is the industry standard.</a:t>
            </a:r>
          </a:p>
          <a:p>
            <a:r>
              <a:rPr lang="en-US" dirty="0"/>
              <a:t>Note: OAuth is not an authentication protocol itself, but an authorization framework.</a:t>
            </a:r>
          </a:p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OAuth</a:t>
            </a:r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19D23-E375-E383-2FF7-3DBC1F156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9C4DB-A7DF-1CE4-EB37-46F0CAE6E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A938ED-AFE8-751E-C510-14419F3B7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Resource Owner </a:t>
            </a:r>
            <a:r>
              <a:rPr lang="en-US" dirty="0"/>
              <a:t>– The user who owns the data</a:t>
            </a:r>
          </a:p>
          <a:p>
            <a:r>
              <a:rPr lang="en-US" b="1" dirty="0"/>
              <a:t>Client </a:t>
            </a:r>
            <a:r>
              <a:rPr lang="en-US" dirty="0"/>
              <a:t>– The application requesting access (this would be your front-end)</a:t>
            </a:r>
          </a:p>
          <a:p>
            <a:r>
              <a:rPr lang="en-US" b="1" dirty="0"/>
              <a:t>Authorization Server </a:t>
            </a:r>
            <a:r>
              <a:rPr lang="en-US" dirty="0"/>
              <a:t>– The server that issues the access token</a:t>
            </a:r>
          </a:p>
          <a:p>
            <a:r>
              <a:rPr lang="en-US" b="1" dirty="0"/>
              <a:t>Resource Server </a:t>
            </a:r>
            <a:r>
              <a:rPr lang="en-US" dirty="0"/>
              <a:t>– the API holding protected data (this would be your backend)</a:t>
            </a:r>
          </a:p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4078097-827C-296E-FB64-273AD03E0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OAuth Roles</a:t>
            </a:r>
          </a:p>
        </p:txBody>
      </p:sp>
    </p:spTree>
    <p:extLst>
      <p:ext uri="{BB962C8B-B14F-4D97-AF65-F5344CB8AC3E}">
        <p14:creationId xmlns:p14="http://schemas.microsoft.com/office/powerpoint/2010/main" val="2631575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D2E44-5EBB-AAF2-0615-440697020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5C4011-C668-74D1-30E9-BF42E53790A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D1E472EC-EC91-CD7C-69F9-2BC37639E8C0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JWT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C84A5F-A829-38C7-6B9D-A700C632C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545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65254-1A58-7AC7-D113-1FAF1C597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DF734-B0FE-0E6A-C814-855A92741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92CE8A-F840-7AD7-D37D-25EA7C166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J</a:t>
            </a:r>
            <a:r>
              <a:rPr lang="en-US" dirty="0"/>
              <a:t>SON </a:t>
            </a:r>
            <a:r>
              <a:rPr lang="en-US" b="1" dirty="0"/>
              <a:t>W</a:t>
            </a:r>
            <a:r>
              <a:rPr lang="en-US" dirty="0"/>
              <a:t>eb </a:t>
            </a:r>
            <a:r>
              <a:rPr lang="en-US" b="1" dirty="0"/>
              <a:t>T</a:t>
            </a:r>
            <a:r>
              <a:rPr lang="en-US" dirty="0"/>
              <a:t>okens are compact, self-contained tokens that securely transmits information between parties as a JSON object. </a:t>
            </a:r>
          </a:p>
          <a:p>
            <a:r>
              <a:rPr lang="en-US" dirty="0"/>
              <a:t>The key here is ‘self-contained’ – the token itself holds all the information needed to verify and understand it, without needing to query a database.</a:t>
            </a:r>
          </a:p>
          <a:p>
            <a:r>
              <a:rPr lang="en-US" dirty="0"/>
              <a:t>JWTs are composed of 3 parts:</a:t>
            </a:r>
          </a:p>
          <a:p>
            <a:pPr lvl="1"/>
            <a:r>
              <a:rPr lang="en-US" dirty="0"/>
              <a:t>Header (states the type of token, and what signing algorithm is used – such as RSA or SHA256)</a:t>
            </a:r>
          </a:p>
          <a:p>
            <a:pPr lvl="1"/>
            <a:r>
              <a:rPr lang="en-US" dirty="0"/>
              <a:t>Payload (contains the data for the payload such as user information – name, etc…)</a:t>
            </a:r>
          </a:p>
          <a:p>
            <a:pPr lvl="1"/>
            <a:r>
              <a:rPr lang="en-US" dirty="0"/>
              <a:t>Signature (A ‘seal’ created using the header specified algorithm, a secret key, and the payload data)</a:t>
            </a:r>
          </a:p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AA49311-0E3D-3099-2928-64FD190E0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Web Token</a:t>
            </a:r>
          </a:p>
        </p:txBody>
      </p:sp>
    </p:spTree>
    <p:extLst>
      <p:ext uri="{BB962C8B-B14F-4D97-AF65-F5344CB8AC3E}">
        <p14:creationId xmlns:p14="http://schemas.microsoft.com/office/powerpoint/2010/main" val="2962242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E1654-9256-4166-F1AC-BADE125CF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AE14C-DEA8-E5CA-26DB-AAD235436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7E39F-F9B5-4412-C3C4-EEBF804AA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Access Token</a:t>
            </a:r>
            <a:r>
              <a:rPr lang="en-US" dirty="0"/>
              <a:t> – A short-lived credential used to access protected resources (Usually a JWT)</a:t>
            </a:r>
          </a:p>
          <a:p>
            <a:r>
              <a:rPr lang="en-US" b="1" dirty="0"/>
              <a:t>Refresh Token</a:t>
            </a:r>
            <a:r>
              <a:rPr lang="en-US" dirty="0"/>
              <a:t> – A longer-lived token used to obtain new access tokens without re-login</a:t>
            </a:r>
          </a:p>
          <a:p>
            <a:r>
              <a:rPr lang="en-US" b="1" dirty="0"/>
              <a:t>ID Token</a:t>
            </a:r>
            <a:r>
              <a:rPr lang="en-US" dirty="0"/>
              <a:t> – OpenID Connect (OIDC) specific token that contains user identity claims</a:t>
            </a:r>
          </a:p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CF8319A-21A2-23F3-BB12-17011C78F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Tokens</a:t>
            </a:r>
          </a:p>
        </p:txBody>
      </p:sp>
    </p:spTree>
    <p:extLst>
      <p:ext uri="{BB962C8B-B14F-4D97-AF65-F5344CB8AC3E}">
        <p14:creationId xmlns:p14="http://schemas.microsoft.com/office/powerpoint/2010/main" val="2353731231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7564</TotalTime>
  <Words>301</Words>
  <Application>Microsoft Office PowerPoint</Application>
  <PresentationFormat>On-screen Show (4:3)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2_Custom Design</vt:lpstr>
      <vt:lpstr>Intro To OAuth</vt:lpstr>
      <vt:lpstr>Outline</vt:lpstr>
      <vt:lpstr>PowerPoint Presentation</vt:lpstr>
      <vt:lpstr>OAuth</vt:lpstr>
      <vt:lpstr>OAuth Roles</vt:lpstr>
      <vt:lpstr>PowerPoint Presentation</vt:lpstr>
      <vt:lpstr>JSON Web Token</vt:lpstr>
      <vt:lpstr>Types of Tokens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9</cp:revision>
  <cp:lastPrinted>2016-06-20T20:58:50Z</cp:lastPrinted>
  <dcterms:created xsi:type="dcterms:W3CDTF">2016-11-09T18:19:08Z</dcterms:created>
  <dcterms:modified xsi:type="dcterms:W3CDTF">2026-03-06T18:03:16Z</dcterms:modified>
</cp:coreProperties>
</file>